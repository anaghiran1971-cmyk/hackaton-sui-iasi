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1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</p:sldIdLst>
  <p:sldSz cy="5143500" cx="9144000"/>
  <p:notesSz cx="6858000" cy="9144000"/>
  <p:embeddedFontLst>
    <p:embeddedFont>
      <p:font typeface="Trispace"/>
      <p:regular r:id="rId13"/>
      <p:bold r:id="rId14"/>
    </p:embeddedFont>
    <p:embeddedFont>
      <p:font typeface="Bebas Neue"/>
      <p:regular r:id="rId15"/>
    </p:embeddedFont>
    <p:embeddedFont>
      <p:font typeface="Maven Pro"/>
      <p:regular r:id="rId16"/>
      <p:bold r:id="rId17"/>
    </p:embeddedFont>
    <p:embeddedFont>
      <p:font typeface="PT Sans"/>
      <p:regular r:id="rId18"/>
      <p:bold r:id="rId19"/>
      <p:italic r:id="rId20"/>
      <p:boldItalic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TSans-italic.fntdata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21" Type="http://schemas.openxmlformats.org/officeDocument/2006/relationships/font" Target="fonts/PTSans-boldItalic.fntdata"/><Relationship Id="rId13" Type="http://schemas.openxmlformats.org/officeDocument/2006/relationships/font" Target="fonts/Trispace-regular.fntdata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font" Target="fonts/BebasNeue-regular.fntdata"/><Relationship Id="rId14" Type="http://schemas.openxmlformats.org/officeDocument/2006/relationships/font" Target="fonts/Trispace-bold.fntdata"/><Relationship Id="rId17" Type="http://schemas.openxmlformats.org/officeDocument/2006/relationships/font" Target="fonts/MavenPro-bold.fntdata"/><Relationship Id="rId16" Type="http://schemas.openxmlformats.org/officeDocument/2006/relationships/font" Target="fonts/MavenPro-regular.fntdata"/><Relationship Id="rId5" Type="http://schemas.openxmlformats.org/officeDocument/2006/relationships/slide" Target="slides/slide1.xml"/><Relationship Id="rId19" Type="http://schemas.openxmlformats.org/officeDocument/2006/relationships/font" Target="fonts/PTSans-bold.fntdata"/><Relationship Id="rId6" Type="http://schemas.openxmlformats.org/officeDocument/2006/relationships/slide" Target="slides/slide2.xml"/><Relationship Id="rId18" Type="http://schemas.openxmlformats.org/officeDocument/2006/relationships/font" Target="fonts/PTSans-regular.fnt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8" name="Google Shape;308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g99f2f57a71_0_2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9" name="Google Shape;359;g99f2f57a71_0_2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g22b5859bcbd_0_176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9" name="Google Shape;379;g22b5859bcbd_0_176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g99f2f57a71_0_1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6" name="Google Shape;396;g99f2f57a71_0_1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gbd6c00e730_0_1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9" name="Google Shape;419;gbd6c00e730_0_1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gcc98d9fb70_8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1" name="Google Shape;461;gcc98d9fb70_8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g22b5859bcbd_0_175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5" name="Google Shape;485;g22b5859bcbd_0_175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9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530;gf8f549bcb1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1" name="Google Shape;531;gf8f549bcb1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bit.ly/3A1uf1Q" TargetMode="External"/><Relationship Id="rId3" Type="http://schemas.openxmlformats.org/officeDocument/2006/relationships/hyperlink" Target="http://bit.ly/2TyoMsr" TargetMode="External"/><Relationship Id="rId4" Type="http://schemas.openxmlformats.org/officeDocument/2006/relationships/hyperlink" Target="http://bit.ly/2TtBDfr" TargetMode="Externa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>
            <a:off x="4250050" y="1652126"/>
            <a:ext cx="5728043" cy="3491380"/>
          </a:xfrm>
          <a:custGeom>
            <a:rect b="b" l="l" r="r" t="t"/>
            <a:pathLst>
              <a:path extrusionOk="0" h="19413" w="31849">
                <a:moveTo>
                  <a:pt x="29707" y="1945"/>
                </a:moveTo>
                <a:cubicBezTo>
                  <a:pt x="29279" y="2258"/>
                  <a:pt x="28663" y="2588"/>
                  <a:pt x="28146" y="2695"/>
                </a:cubicBezTo>
                <a:lnTo>
                  <a:pt x="28146" y="2695"/>
                </a:lnTo>
                <a:cubicBezTo>
                  <a:pt x="27334" y="2864"/>
                  <a:pt x="26522" y="2686"/>
                  <a:pt x="25710" y="2516"/>
                </a:cubicBezTo>
                <a:lnTo>
                  <a:pt x="25710" y="2516"/>
                </a:lnTo>
                <a:cubicBezTo>
                  <a:pt x="25131" y="2391"/>
                  <a:pt x="24560" y="2266"/>
                  <a:pt x="23989" y="2266"/>
                </a:cubicBezTo>
                <a:lnTo>
                  <a:pt x="23989" y="2266"/>
                </a:lnTo>
                <a:cubicBezTo>
                  <a:pt x="22552" y="2275"/>
                  <a:pt x="21330" y="2962"/>
                  <a:pt x="20741" y="4274"/>
                </a:cubicBezTo>
                <a:lnTo>
                  <a:pt x="20741" y="4274"/>
                </a:lnTo>
                <a:cubicBezTo>
                  <a:pt x="20135" y="5621"/>
                  <a:pt x="20982" y="7164"/>
                  <a:pt x="20117" y="8493"/>
                </a:cubicBezTo>
                <a:lnTo>
                  <a:pt x="20117" y="8493"/>
                </a:lnTo>
                <a:cubicBezTo>
                  <a:pt x="19162" y="9956"/>
                  <a:pt x="17682" y="8440"/>
                  <a:pt x="16772" y="7726"/>
                </a:cubicBezTo>
                <a:lnTo>
                  <a:pt x="16772" y="7726"/>
                </a:lnTo>
                <a:cubicBezTo>
                  <a:pt x="15737" y="6905"/>
                  <a:pt x="13997" y="6379"/>
                  <a:pt x="12766" y="7111"/>
                </a:cubicBezTo>
                <a:lnTo>
                  <a:pt x="12766" y="7111"/>
                </a:lnTo>
                <a:cubicBezTo>
                  <a:pt x="12186" y="7450"/>
                  <a:pt x="11678" y="8083"/>
                  <a:pt x="11410" y="8698"/>
                </a:cubicBezTo>
                <a:lnTo>
                  <a:pt x="11410" y="8698"/>
                </a:lnTo>
                <a:cubicBezTo>
                  <a:pt x="11107" y="9403"/>
                  <a:pt x="11125" y="10162"/>
                  <a:pt x="10884" y="10857"/>
                </a:cubicBezTo>
                <a:lnTo>
                  <a:pt x="10884" y="10857"/>
                </a:lnTo>
                <a:cubicBezTo>
                  <a:pt x="10661" y="11482"/>
                  <a:pt x="10179" y="12285"/>
                  <a:pt x="9528" y="12561"/>
                </a:cubicBezTo>
                <a:lnTo>
                  <a:pt x="9528" y="12561"/>
                </a:lnTo>
                <a:cubicBezTo>
                  <a:pt x="8832" y="12865"/>
                  <a:pt x="8065" y="12882"/>
                  <a:pt x="7342" y="12989"/>
                </a:cubicBezTo>
                <a:lnTo>
                  <a:pt x="7342" y="12989"/>
                </a:lnTo>
                <a:cubicBezTo>
                  <a:pt x="4371" y="13427"/>
                  <a:pt x="1490" y="15273"/>
                  <a:pt x="330" y="18119"/>
                </a:cubicBezTo>
                <a:lnTo>
                  <a:pt x="330" y="18119"/>
                </a:lnTo>
                <a:cubicBezTo>
                  <a:pt x="187" y="18476"/>
                  <a:pt x="0" y="19020"/>
                  <a:pt x="27" y="19413"/>
                </a:cubicBezTo>
                <a:lnTo>
                  <a:pt x="27" y="19413"/>
                </a:lnTo>
                <a:lnTo>
                  <a:pt x="31848" y="19413"/>
                </a:lnTo>
                <a:lnTo>
                  <a:pt x="31384" y="1"/>
                </a:lnTo>
                <a:cubicBezTo>
                  <a:pt x="31188" y="679"/>
                  <a:pt x="30269" y="1526"/>
                  <a:pt x="29707" y="1945"/>
                </a:cubicBezTo>
              </a:path>
            </a:pathLst>
          </a:custGeom>
          <a:gradFill>
            <a:gsLst>
              <a:gs pos="0">
                <a:schemeClr val="lt1"/>
              </a:gs>
              <a:gs pos="100000">
                <a:srgbClr val="4B6EF8">
                  <a:alpha val="70196"/>
                </a:srgbClr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" name="Google Shape;10;p2"/>
          <p:cNvSpPr/>
          <p:nvPr/>
        </p:nvSpPr>
        <p:spPr>
          <a:xfrm>
            <a:off x="5129998" y="3268141"/>
            <a:ext cx="4013990" cy="1875356"/>
          </a:xfrm>
          <a:custGeom>
            <a:rect b="b" l="l" r="r" t="t"/>
            <a:pathLst>
              <a:path extrusionOk="0" h="10483" w="22438">
                <a:moveTo>
                  <a:pt x="18307" y="1053"/>
                </a:moveTo>
                <a:cubicBezTo>
                  <a:pt x="17174" y="1740"/>
                  <a:pt x="16505" y="2560"/>
                  <a:pt x="15773" y="3640"/>
                </a:cubicBezTo>
                <a:lnTo>
                  <a:pt x="15773" y="3640"/>
                </a:lnTo>
                <a:cubicBezTo>
                  <a:pt x="15149" y="4550"/>
                  <a:pt x="14658" y="5593"/>
                  <a:pt x="13668" y="6164"/>
                </a:cubicBezTo>
                <a:lnTo>
                  <a:pt x="13668" y="6164"/>
                </a:lnTo>
                <a:cubicBezTo>
                  <a:pt x="12606" y="6762"/>
                  <a:pt x="11009" y="6896"/>
                  <a:pt x="9823" y="6539"/>
                </a:cubicBezTo>
                <a:lnTo>
                  <a:pt x="9823" y="6539"/>
                </a:lnTo>
                <a:cubicBezTo>
                  <a:pt x="8565" y="6156"/>
                  <a:pt x="7049" y="5906"/>
                  <a:pt x="5791" y="6477"/>
                </a:cubicBezTo>
                <a:lnTo>
                  <a:pt x="5791" y="6477"/>
                </a:lnTo>
                <a:cubicBezTo>
                  <a:pt x="4497" y="7057"/>
                  <a:pt x="3293" y="7931"/>
                  <a:pt x="2151" y="8752"/>
                </a:cubicBezTo>
                <a:lnTo>
                  <a:pt x="2151" y="8752"/>
                </a:lnTo>
                <a:cubicBezTo>
                  <a:pt x="1410" y="9296"/>
                  <a:pt x="670" y="9858"/>
                  <a:pt x="1" y="10482"/>
                </a:cubicBezTo>
                <a:lnTo>
                  <a:pt x="1" y="10482"/>
                </a:lnTo>
                <a:lnTo>
                  <a:pt x="22393" y="10482"/>
                </a:lnTo>
                <a:lnTo>
                  <a:pt x="22437" y="98"/>
                </a:lnTo>
                <a:cubicBezTo>
                  <a:pt x="22179" y="27"/>
                  <a:pt x="21902" y="0"/>
                  <a:pt x="21617" y="0"/>
                </a:cubicBezTo>
                <a:lnTo>
                  <a:pt x="21617" y="0"/>
                </a:lnTo>
                <a:cubicBezTo>
                  <a:pt x="20466" y="0"/>
                  <a:pt x="19208" y="517"/>
                  <a:pt x="18307" y="1053"/>
                </a:cubicBezTo>
                <a:close/>
              </a:path>
            </a:pathLst>
          </a:custGeom>
          <a:gradFill>
            <a:gsLst>
              <a:gs pos="0">
                <a:schemeClr val="lt1"/>
              </a:gs>
              <a:gs pos="100000">
                <a:srgbClr val="4B6EF8">
                  <a:alpha val="70196"/>
                </a:srgbClr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 rot="1650101">
            <a:off x="-1796682" y="-2203059"/>
            <a:ext cx="3817087" cy="3985301"/>
          </a:xfrm>
          <a:custGeom>
            <a:rect b="b" l="l" r="r" t="t"/>
            <a:pathLst>
              <a:path extrusionOk="0" h="29882" w="28620">
                <a:moveTo>
                  <a:pt x="9332" y="0"/>
                </a:moveTo>
                <a:cubicBezTo>
                  <a:pt x="8101" y="0"/>
                  <a:pt x="6861" y="562"/>
                  <a:pt x="5978" y="1437"/>
                </a:cubicBezTo>
                <a:cubicBezTo>
                  <a:pt x="5210" y="2195"/>
                  <a:pt x="4693" y="3149"/>
                  <a:pt x="4363" y="4166"/>
                </a:cubicBezTo>
                <a:cubicBezTo>
                  <a:pt x="4042" y="5192"/>
                  <a:pt x="3961" y="6272"/>
                  <a:pt x="3560" y="7280"/>
                </a:cubicBezTo>
                <a:cubicBezTo>
                  <a:pt x="2721" y="9341"/>
                  <a:pt x="750" y="10554"/>
                  <a:pt x="295" y="12829"/>
                </a:cubicBezTo>
                <a:cubicBezTo>
                  <a:pt x="0" y="14310"/>
                  <a:pt x="331" y="15933"/>
                  <a:pt x="1312" y="17084"/>
                </a:cubicBezTo>
                <a:cubicBezTo>
                  <a:pt x="1963" y="17842"/>
                  <a:pt x="2846" y="18360"/>
                  <a:pt x="3783" y="18708"/>
                </a:cubicBezTo>
                <a:cubicBezTo>
                  <a:pt x="4247" y="18877"/>
                  <a:pt x="4720" y="18993"/>
                  <a:pt x="5192" y="19100"/>
                </a:cubicBezTo>
                <a:cubicBezTo>
                  <a:pt x="5549" y="19189"/>
                  <a:pt x="5915" y="19261"/>
                  <a:pt x="6272" y="19350"/>
                </a:cubicBezTo>
                <a:cubicBezTo>
                  <a:pt x="6879" y="19511"/>
                  <a:pt x="7423" y="19957"/>
                  <a:pt x="7878" y="20385"/>
                </a:cubicBezTo>
                <a:cubicBezTo>
                  <a:pt x="8913" y="21339"/>
                  <a:pt x="9671" y="22579"/>
                  <a:pt x="10331" y="23811"/>
                </a:cubicBezTo>
                <a:cubicBezTo>
                  <a:pt x="11009" y="25086"/>
                  <a:pt x="11518" y="26398"/>
                  <a:pt x="12508" y="27468"/>
                </a:cubicBezTo>
                <a:cubicBezTo>
                  <a:pt x="13418" y="28458"/>
                  <a:pt x="14577" y="29217"/>
                  <a:pt x="15871" y="29600"/>
                </a:cubicBezTo>
                <a:cubicBezTo>
                  <a:pt x="16506" y="29788"/>
                  <a:pt x="17169" y="29882"/>
                  <a:pt x="17832" y="29882"/>
                </a:cubicBezTo>
                <a:cubicBezTo>
                  <a:pt x="19368" y="29882"/>
                  <a:pt x="20902" y="29380"/>
                  <a:pt x="22080" y="28396"/>
                </a:cubicBezTo>
                <a:cubicBezTo>
                  <a:pt x="22928" y="27700"/>
                  <a:pt x="23614" y="26665"/>
                  <a:pt x="23498" y="25577"/>
                </a:cubicBezTo>
                <a:cubicBezTo>
                  <a:pt x="23427" y="24836"/>
                  <a:pt x="22990" y="24176"/>
                  <a:pt x="22446" y="23677"/>
                </a:cubicBezTo>
                <a:cubicBezTo>
                  <a:pt x="21732" y="23025"/>
                  <a:pt x="20822" y="22695"/>
                  <a:pt x="20153" y="22000"/>
                </a:cubicBezTo>
                <a:cubicBezTo>
                  <a:pt x="19074" y="20867"/>
                  <a:pt x="18797" y="19038"/>
                  <a:pt x="19502" y="17637"/>
                </a:cubicBezTo>
                <a:cubicBezTo>
                  <a:pt x="20233" y="16192"/>
                  <a:pt x="21625" y="15648"/>
                  <a:pt x="23133" y="15541"/>
                </a:cubicBezTo>
                <a:cubicBezTo>
                  <a:pt x="24623" y="15434"/>
                  <a:pt x="26219" y="14443"/>
                  <a:pt x="27156" y="13302"/>
                </a:cubicBezTo>
                <a:cubicBezTo>
                  <a:pt x="28182" y="12053"/>
                  <a:pt x="28619" y="10277"/>
                  <a:pt x="28075" y="8752"/>
                </a:cubicBezTo>
                <a:cubicBezTo>
                  <a:pt x="27754" y="7851"/>
                  <a:pt x="27058" y="7084"/>
                  <a:pt x="26202" y="6647"/>
                </a:cubicBezTo>
                <a:cubicBezTo>
                  <a:pt x="25635" y="6363"/>
                  <a:pt x="25044" y="6284"/>
                  <a:pt x="24441" y="6284"/>
                </a:cubicBezTo>
                <a:cubicBezTo>
                  <a:pt x="24077" y="6284"/>
                  <a:pt x="23708" y="6313"/>
                  <a:pt x="23338" y="6343"/>
                </a:cubicBezTo>
                <a:cubicBezTo>
                  <a:pt x="22809" y="6381"/>
                  <a:pt x="22275" y="6405"/>
                  <a:pt x="21741" y="6405"/>
                </a:cubicBezTo>
                <a:cubicBezTo>
                  <a:pt x="19781" y="6405"/>
                  <a:pt x="17823" y="6089"/>
                  <a:pt x="16112" y="5023"/>
                </a:cubicBezTo>
                <a:cubicBezTo>
                  <a:pt x="14988" y="4327"/>
                  <a:pt x="14158" y="3274"/>
                  <a:pt x="13293" y="2293"/>
                </a:cubicBezTo>
                <a:cubicBezTo>
                  <a:pt x="12508" y="1401"/>
                  <a:pt x="11607" y="536"/>
                  <a:pt x="10474" y="179"/>
                </a:cubicBezTo>
                <a:cubicBezTo>
                  <a:pt x="10099" y="54"/>
                  <a:pt x="9715" y="0"/>
                  <a:pt x="9332" y="0"/>
                </a:cubicBezTo>
                <a:close/>
              </a:path>
            </a:pathLst>
          </a:custGeom>
          <a:gradFill>
            <a:gsLst>
              <a:gs pos="0">
                <a:schemeClr val="lt1"/>
              </a:gs>
              <a:gs pos="100000">
                <a:srgbClr val="4B6EF8">
                  <a:alpha val="70196"/>
                </a:srgbClr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1007425" y="819213"/>
            <a:ext cx="3033000" cy="2760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5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2217100" y="3702075"/>
            <a:ext cx="1823400" cy="62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/>
          <p:nvPr/>
        </p:nvSpPr>
        <p:spPr>
          <a:xfrm flipH="1">
            <a:off x="-847382" y="2075875"/>
            <a:ext cx="5842699" cy="3491380"/>
          </a:xfrm>
          <a:custGeom>
            <a:rect b="b" l="l" r="r" t="t"/>
            <a:pathLst>
              <a:path extrusionOk="0" h="19413" w="31849">
                <a:moveTo>
                  <a:pt x="29707" y="1945"/>
                </a:moveTo>
                <a:cubicBezTo>
                  <a:pt x="29279" y="2258"/>
                  <a:pt x="28663" y="2588"/>
                  <a:pt x="28146" y="2695"/>
                </a:cubicBezTo>
                <a:lnTo>
                  <a:pt x="28146" y="2695"/>
                </a:lnTo>
                <a:cubicBezTo>
                  <a:pt x="27334" y="2864"/>
                  <a:pt x="26522" y="2686"/>
                  <a:pt x="25710" y="2516"/>
                </a:cubicBezTo>
                <a:lnTo>
                  <a:pt x="25710" y="2516"/>
                </a:lnTo>
                <a:cubicBezTo>
                  <a:pt x="25131" y="2391"/>
                  <a:pt x="24560" y="2266"/>
                  <a:pt x="23989" y="2266"/>
                </a:cubicBezTo>
                <a:lnTo>
                  <a:pt x="23989" y="2266"/>
                </a:lnTo>
                <a:cubicBezTo>
                  <a:pt x="22552" y="2275"/>
                  <a:pt x="21330" y="2962"/>
                  <a:pt x="20741" y="4274"/>
                </a:cubicBezTo>
                <a:lnTo>
                  <a:pt x="20741" y="4274"/>
                </a:lnTo>
                <a:cubicBezTo>
                  <a:pt x="20135" y="5621"/>
                  <a:pt x="20982" y="7164"/>
                  <a:pt x="20117" y="8493"/>
                </a:cubicBezTo>
                <a:lnTo>
                  <a:pt x="20117" y="8493"/>
                </a:lnTo>
                <a:cubicBezTo>
                  <a:pt x="19162" y="9956"/>
                  <a:pt x="17682" y="8440"/>
                  <a:pt x="16772" y="7726"/>
                </a:cubicBezTo>
                <a:lnTo>
                  <a:pt x="16772" y="7726"/>
                </a:lnTo>
                <a:cubicBezTo>
                  <a:pt x="15737" y="6905"/>
                  <a:pt x="13997" y="6379"/>
                  <a:pt x="12766" y="7111"/>
                </a:cubicBezTo>
                <a:lnTo>
                  <a:pt x="12766" y="7111"/>
                </a:lnTo>
                <a:cubicBezTo>
                  <a:pt x="12186" y="7450"/>
                  <a:pt x="11678" y="8083"/>
                  <a:pt x="11410" y="8698"/>
                </a:cubicBezTo>
                <a:lnTo>
                  <a:pt x="11410" y="8698"/>
                </a:lnTo>
                <a:cubicBezTo>
                  <a:pt x="11107" y="9403"/>
                  <a:pt x="11125" y="10162"/>
                  <a:pt x="10884" y="10857"/>
                </a:cubicBezTo>
                <a:lnTo>
                  <a:pt x="10884" y="10857"/>
                </a:lnTo>
                <a:cubicBezTo>
                  <a:pt x="10661" y="11482"/>
                  <a:pt x="10179" y="12285"/>
                  <a:pt x="9528" y="12561"/>
                </a:cubicBezTo>
                <a:lnTo>
                  <a:pt x="9528" y="12561"/>
                </a:lnTo>
                <a:cubicBezTo>
                  <a:pt x="8832" y="12865"/>
                  <a:pt x="8065" y="12882"/>
                  <a:pt x="7342" y="12989"/>
                </a:cubicBezTo>
                <a:lnTo>
                  <a:pt x="7342" y="12989"/>
                </a:lnTo>
                <a:cubicBezTo>
                  <a:pt x="4371" y="13427"/>
                  <a:pt x="1490" y="15273"/>
                  <a:pt x="330" y="18119"/>
                </a:cubicBezTo>
                <a:lnTo>
                  <a:pt x="330" y="18119"/>
                </a:lnTo>
                <a:cubicBezTo>
                  <a:pt x="187" y="18476"/>
                  <a:pt x="0" y="19020"/>
                  <a:pt x="27" y="19413"/>
                </a:cubicBezTo>
                <a:lnTo>
                  <a:pt x="27" y="19413"/>
                </a:lnTo>
                <a:lnTo>
                  <a:pt x="31848" y="19413"/>
                </a:lnTo>
                <a:lnTo>
                  <a:pt x="31384" y="1"/>
                </a:lnTo>
                <a:cubicBezTo>
                  <a:pt x="31188" y="679"/>
                  <a:pt x="30269" y="1526"/>
                  <a:pt x="29707" y="1945"/>
                </a:cubicBezTo>
              </a:path>
            </a:pathLst>
          </a:custGeom>
          <a:gradFill>
            <a:gsLst>
              <a:gs pos="0">
                <a:schemeClr val="lt1"/>
              </a:gs>
              <a:gs pos="100000">
                <a:srgbClr val="4B6EF8">
                  <a:alpha val="70196"/>
                </a:srgbClr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" name="Google Shape;16;p3"/>
          <p:cNvSpPr/>
          <p:nvPr/>
        </p:nvSpPr>
        <p:spPr>
          <a:xfrm>
            <a:off x="6638834" y="-220904"/>
            <a:ext cx="2625339" cy="1785511"/>
          </a:xfrm>
          <a:custGeom>
            <a:rect b="b" l="l" r="r" t="t"/>
            <a:pathLst>
              <a:path extrusionOk="0" h="14034" w="20635">
                <a:moveTo>
                  <a:pt x="20635" y="687"/>
                </a:moveTo>
                <a:cubicBezTo>
                  <a:pt x="18637" y="687"/>
                  <a:pt x="16638" y="768"/>
                  <a:pt x="14649" y="643"/>
                </a:cubicBezTo>
                <a:cubicBezTo>
                  <a:pt x="12552" y="509"/>
                  <a:pt x="10492" y="224"/>
                  <a:pt x="8377" y="224"/>
                </a:cubicBezTo>
                <a:cubicBezTo>
                  <a:pt x="6879" y="224"/>
                  <a:pt x="5380" y="313"/>
                  <a:pt x="3899" y="313"/>
                </a:cubicBezTo>
                <a:cubicBezTo>
                  <a:pt x="3132" y="313"/>
                  <a:pt x="955" y="0"/>
                  <a:pt x="509" y="875"/>
                </a:cubicBezTo>
                <a:cubicBezTo>
                  <a:pt x="1" y="1883"/>
                  <a:pt x="2329" y="3792"/>
                  <a:pt x="2989" y="4300"/>
                </a:cubicBezTo>
                <a:cubicBezTo>
                  <a:pt x="4185" y="5228"/>
                  <a:pt x="5433" y="5335"/>
                  <a:pt x="6879" y="5549"/>
                </a:cubicBezTo>
                <a:cubicBezTo>
                  <a:pt x="8422" y="5781"/>
                  <a:pt x="9832" y="5995"/>
                  <a:pt x="11107" y="6941"/>
                </a:cubicBezTo>
                <a:cubicBezTo>
                  <a:pt x="12196" y="7762"/>
                  <a:pt x="12829" y="8966"/>
                  <a:pt x="13516" y="10099"/>
                </a:cubicBezTo>
                <a:cubicBezTo>
                  <a:pt x="14230" y="11268"/>
                  <a:pt x="15291" y="12151"/>
                  <a:pt x="16496" y="12775"/>
                </a:cubicBezTo>
                <a:cubicBezTo>
                  <a:pt x="17566" y="13320"/>
                  <a:pt x="19074" y="13998"/>
                  <a:pt x="20278" y="14033"/>
                </a:cubicBezTo>
                <a:cubicBezTo>
                  <a:pt x="20421" y="13221"/>
                  <a:pt x="20314" y="12383"/>
                  <a:pt x="20332" y="11562"/>
                </a:cubicBezTo>
                <a:cubicBezTo>
                  <a:pt x="20349" y="10732"/>
                  <a:pt x="20635" y="9930"/>
                  <a:pt x="20635" y="9109"/>
                </a:cubicBezTo>
                <a:cubicBezTo>
                  <a:pt x="20635" y="8252"/>
                  <a:pt x="20635" y="7387"/>
                  <a:pt x="20635" y="6531"/>
                </a:cubicBezTo>
                <a:lnTo>
                  <a:pt x="20635" y="1713"/>
                </a:lnTo>
                <a:close/>
              </a:path>
            </a:pathLst>
          </a:custGeom>
          <a:gradFill>
            <a:gsLst>
              <a:gs pos="0">
                <a:srgbClr val="4B6EF8">
                  <a:alpha val="70196"/>
                </a:srgbClr>
              </a:gs>
              <a:gs pos="100000">
                <a:schemeClr val="accent1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7" name="Google Shape;17;p3"/>
          <p:cNvGrpSpPr/>
          <p:nvPr/>
        </p:nvGrpSpPr>
        <p:grpSpPr>
          <a:xfrm>
            <a:off x="7542636" y="81040"/>
            <a:ext cx="1521562" cy="1069823"/>
            <a:chOff x="7542636" y="81040"/>
            <a:chExt cx="1521562" cy="1069823"/>
          </a:xfrm>
        </p:grpSpPr>
        <p:sp>
          <p:nvSpPr>
            <p:cNvPr id="18" name="Google Shape;18;p3"/>
            <p:cNvSpPr/>
            <p:nvPr/>
          </p:nvSpPr>
          <p:spPr>
            <a:xfrm>
              <a:off x="8132548" y="81040"/>
              <a:ext cx="660023" cy="660064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" name="Google Shape;19;p3"/>
            <p:cNvSpPr/>
            <p:nvPr/>
          </p:nvSpPr>
          <p:spPr>
            <a:xfrm>
              <a:off x="8737186" y="752953"/>
              <a:ext cx="327012" cy="327044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>
              <a:off x="7542636" y="139240"/>
              <a:ext cx="327012" cy="327044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" name="Google Shape;21;p3"/>
            <p:cNvSpPr/>
            <p:nvPr/>
          </p:nvSpPr>
          <p:spPr>
            <a:xfrm>
              <a:off x="8048505" y="682068"/>
              <a:ext cx="468769" cy="468795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2" name="Google Shape;22;p3"/>
          <p:cNvSpPr txBox="1"/>
          <p:nvPr>
            <p:ph type="title"/>
          </p:nvPr>
        </p:nvSpPr>
        <p:spPr>
          <a:xfrm>
            <a:off x="3525900" y="3189750"/>
            <a:ext cx="49050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5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3" name="Google Shape;23;p3"/>
          <p:cNvSpPr txBox="1"/>
          <p:nvPr>
            <p:ph hasCustomPrompt="1" idx="2" type="title"/>
          </p:nvPr>
        </p:nvSpPr>
        <p:spPr>
          <a:xfrm>
            <a:off x="5084000" y="1609750"/>
            <a:ext cx="1789200" cy="1082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8000">
                <a:solidFill>
                  <a:schemeClr val="dk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4"/>
          <p:cNvSpPr txBox="1"/>
          <p:nvPr>
            <p:ph type="title"/>
          </p:nvPr>
        </p:nvSpPr>
        <p:spPr>
          <a:xfrm>
            <a:off x="720000" y="5394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" type="body"/>
          </p:nvPr>
        </p:nvSpPr>
        <p:spPr>
          <a:xfrm>
            <a:off x="720000" y="1215752"/>
            <a:ext cx="77040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Char char="○"/>
              <a:defRPr/>
            </a:lvl2pPr>
            <a:lvl3pPr indent="-304800" lvl="2" marL="1371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Char char="■"/>
              <a:defRPr/>
            </a:lvl3pPr>
            <a:lvl4pPr indent="-304800" lvl="3" marL="1828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Char char="●"/>
              <a:defRPr/>
            </a:lvl4pPr>
            <a:lvl5pPr indent="-30480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Char char="○"/>
              <a:defRPr/>
            </a:lvl5pPr>
            <a:lvl6pPr indent="-30480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Char char="■"/>
              <a:defRPr/>
            </a:lvl6pPr>
            <a:lvl7pPr indent="-30480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Char char="●"/>
              <a:defRPr/>
            </a:lvl7pPr>
            <a:lvl8pPr indent="-30480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Char char="○"/>
              <a:defRPr/>
            </a:lvl8pPr>
            <a:lvl9pPr indent="-30480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Font typeface="Roboto Condensed Light"/>
              <a:buChar char="■"/>
              <a:defRPr/>
            </a:lvl9pPr>
          </a:lstStyle>
          <a:p/>
        </p:txBody>
      </p:sp>
      <p:sp>
        <p:nvSpPr>
          <p:cNvPr id="27" name="Google Shape;27;p4"/>
          <p:cNvSpPr/>
          <p:nvPr/>
        </p:nvSpPr>
        <p:spPr>
          <a:xfrm>
            <a:off x="4523725" y="3162601"/>
            <a:ext cx="5728043" cy="3491380"/>
          </a:xfrm>
          <a:custGeom>
            <a:rect b="b" l="l" r="r" t="t"/>
            <a:pathLst>
              <a:path extrusionOk="0" h="19413" w="31849">
                <a:moveTo>
                  <a:pt x="29707" y="1945"/>
                </a:moveTo>
                <a:cubicBezTo>
                  <a:pt x="29279" y="2258"/>
                  <a:pt x="28663" y="2588"/>
                  <a:pt x="28146" y="2695"/>
                </a:cubicBezTo>
                <a:lnTo>
                  <a:pt x="28146" y="2695"/>
                </a:lnTo>
                <a:cubicBezTo>
                  <a:pt x="27334" y="2864"/>
                  <a:pt x="26522" y="2686"/>
                  <a:pt x="25710" y="2516"/>
                </a:cubicBezTo>
                <a:lnTo>
                  <a:pt x="25710" y="2516"/>
                </a:lnTo>
                <a:cubicBezTo>
                  <a:pt x="25131" y="2391"/>
                  <a:pt x="24560" y="2266"/>
                  <a:pt x="23989" y="2266"/>
                </a:cubicBezTo>
                <a:lnTo>
                  <a:pt x="23989" y="2266"/>
                </a:lnTo>
                <a:cubicBezTo>
                  <a:pt x="22552" y="2275"/>
                  <a:pt x="21330" y="2962"/>
                  <a:pt x="20741" y="4274"/>
                </a:cubicBezTo>
                <a:lnTo>
                  <a:pt x="20741" y="4274"/>
                </a:lnTo>
                <a:cubicBezTo>
                  <a:pt x="20135" y="5621"/>
                  <a:pt x="20982" y="7164"/>
                  <a:pt x="20117" y="8493"/>
                </a:cubicBezTo>
                <a:lnTo>
                  <a:pt x="20117" y="8493"/>
                </a:lnTo>
                <a:cubicBezTo>
                  <a:pt x="19162" y="9956"/>
                  <a:pt x="17682" y="8440"/>
                  <a:pt x="16772" y="7726"/>
                </a:cubicBezTo>
                <a:lnTo>
                  <a:pt x="16772" y="7726"/>
                </a:lnTo>
                <a:cubicBezTo>
                  <a:pt x="15737" y="6905"/>
                  <a:pt x="13997" y="6379"/>
                  <a:pt x="12766" y="7111"/>
                </a:cubicBezTo>
                <a:lnTo>
                  <a:pt x="12766" y="7111"/>
                </a:lnTo>
                <a:cubicBezTo>
                  <a:pt x="12186" y="7450"/>
                  <a:pt x="11678" y="8083"/>
                  <a:pt x="11410" y="8698"/>
                </a:cubicBezTo>
                <a:lnTo>
                  <a:pt x="11410" y="8698"/>
                </a:lnTo>
                <a:cubicBezTo>
                  <a:pt x="11107" y="9403"/>
                  <a:pt x="11125" y="10162"/>
                  <a:pt x="10884" y="10857"/>
                </a:cubicBezTo>
                <a:lnTo>
                  <a:pt x="10884" y="10857"/>
                </a:lnTo>
                <a:cubicBezTo>
                  <a:pt x="10661" y="11482"/>
                  <a:pt x="10179" y="12285"/>
                  <a:pt x="9528" y="12561"/>
                </a:cubicBezTo>
                <a:lnTo>
                  <a:pt x="9528" y="12561"/>
                </a:lnTo>
                <a:cubicBezTo>
                  <a:pt x="8832" y="12865"/>
                  <a:pt x="8065" y="12882"/>
                  <a:pt x="7342" y="12989"/>
                </a:cubicBezTo>
                <a:lnTo>
                  <a:pt x="7342" y="12989"/>
                </a:lnTo>
                <a:cubicBezTo>
                  <a:pt x="4371" y="13427"/>
                  <a:pt x="1490" y="15273"/>
                  <a:pt x="330" y="18119"/>
                </a:cubicBezTo>
                <a:lnTo>
                  <a:pt x="330" y="18119"/>
                </a:lnTo>
                <a:cubicBezTo>
                  <a:pt x="187" y="18476"/>
                  <a:pt x="0" y="19020"/>
                  <a:pt x="27" y="19413"/>
                </a:cubicBezTo>
                <a:lnTo>
                  <a:pt x="27" y="19413"/>
                </a:lnTo>
                <a:lnTo>
                  <a:pt x="31848" y="19413"/>
                </a:lnTo>
                <a:lnTo>
                  <a:pt x="31384" y="1"/>
                </a:lnTo>
                <a:cubicBezTo>
                  <a:pt x="31188" y="679"/>
                  <a:pt x="30269" y="1526"/>
                  <a:pt x="29707" y="1945"/>
                </a:cubicBezTo>
              </a:path>
            </a:pathLst>
          </a:custGeom>
          <a:gradFill>
            <a:gsLst>
              <a:gs pos="0">
                <a:schemeClr val="lt1"/>
              </a:gs>
              <a:gs pos="100000">
                <a:srgbClr val="4B6EF8">
                  <a:alpha val="70196"/>
                </a:srgbClr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4"/>
          <p:cNvSpPr/>
          <p:nvPr/>
        </p:nvSpPr>
        <p:spPr>
          <a:xfrm rot="-10492926">
            <a:off x="-1867197" y="3324908"/>
            <a:ext cx="3817099" cy="3985333"/>
          </a:xfrm>
          <a:custGeom>
            <a:rect b="b" l="l" r="r" t="t"/>
            <a:pathLst>
              <a:path extrusionOk="0" h="29882" w="28620">
                <a:moveTo>
                  <a:pt x="9332" y="0"/>
                </a:moveTo>
                <a:cubicBezTo>
                  <a:pt x="8101" y="0"/>
                  <a:pt x="6861" y="562"/>
                  <a:pt x="5978" y="1437"/>
                </a:cubicBezTo>
                <a:cubicBezTo>
                  <a:pt x="5210" y="2195"/>
                  <a:pt x="4693" y="3149"/>
                  <a:pt x="4363" y="4166"/>
                </a:cubicBezTo>
                <a:cubicBezTo>
                  <a:pt x="4042" y="5192"/>
                  <a:pt x="3961" y="6272"/>
                  <a:pt x="3560" y="7280"/>
                </a:cubicBezTo>
                <a:cubicBezTo>
                  <a:pt x="2721" y="9341"/>
                  <a:pt x="750" y="10554"/>
                  <a:pt x="295" y="12829"/>
                </a:cubicBezTo>
                <a:cubicBezTo>
                  <a:pt x="0" y="14310"/>
                  <a:pt x="331" y="15933"/>
                  <a:pt x="1312" y="17084"/>
                </a:cubicBezTo>
                <a:cubicBezTo>
                  <a:pt x="1963" y="17842"/>
                  <a:pt x="2846" y="18360"/>
                  <a:pt x="3783" y="18708"/>
                </a:cubicBezTo>
                <a:cubicBezTo>
                  <a:pt x="4247" y="18877"/>
                  <a:pt x="4720" y="18993"/>
                  <a:pt x="5192" y="19100"/>
                </a:cubicBezTo>
                <a:cubicBezTo>
                  <a:pt x="5549" y="19189"/>
                  <a:pt x="5915" y="19261"/>
                  <a:pt x="6272" y="19350"/>
                </a:cubicBezTo>
                <a:cubicBezTo>
                  <a:pt x="6879" y="19511"/>
                  <a:pt x="7423" y="19957"/>
                  <a:pt x="7878" y="20385"/>
                </a:cubicBezTo>
                <a:cubicBezTo>
                  <a:pt x="8913" y="21339"/>
                  <a:pt x="9671" y="22579"/>
                  <a:pt x="10331" y="23811"/>
                </a:cubicBezTo>
                <a:cubicBezTo>
                  <a:pt x="11009" y="25086"/>
                  <a:pt x="11518" y="26398"/>
                  <a:pt x="12508" y="27468"/>
                </a:cubicBezTo>
                <a:cubicBezTo>
                  <a:pt x="13418" y="28458"/>
                  <a:pt x="14577" y="29217"/>
                  <a:pt x="15871" y="29600"/>
                </a:cubicBezTo>
                <a:cubicBezTo>
                  <a:pt x="16506" y="29788"/>
                  <a:pt x="17169" y="29882"/>
                  <a:pt x="17832" y="29882"/>
                </a:cubicBezTo>
                <a:cubicBezTo>
                  <a:pt x="19368" y="29882"/>
                  <a:pt x="20902" y="29380"/>
                  <a:pt x="22080" y="28396"/>
                </a:cubicBezTo>
                <a:cubicBezTo>
                  <a:pt x="22928" y="27700"/>
                  <a:pt x="23614" y="26665"/>
                  <a:pt x="23498" y="25577"/>
                </a:cubicBezTo>
                <a:cubicBezTo>
                  <a:pt x="23427" y="24836"/>
                  <a:pt x="22990" y="24176"/>
                  <a:pt x="22446" y="23677"/>
                </a:cubicBezTo>
                <a:cubicBezTo>
                  <a:pt x="21732" y="23025"/>
                  <a:pt x="20822" y="22695"/>
                  <a:pt x="20153" y="22000"/>
                </a:cubicBezTo>
                <a:cubicBezTo>
                  <a:pt x="19074" y="20867"/>
                  <a:pt x="18797" y="19038"/>
                  <a:pt x="19502" y="17637"/>
                </a:cubicBezTo>
                <a:cubicBezTo>
                  <a:pt x="20233" y="16192"/>
                  <a:pt x="21625" y="15648"/>
                  <a:pt x="23133" y="15541"/>
                </a:cubicBezTo>
                <a:cubicBezTo>
                  <a:pt x="24623" y="15434"/>
                  <a:pt x="26219" y="14443"/>
                  <a:pt x="27156" y="13302"/>
                </a:cubicBezTo>
                <a:cubicBezTo>
                  <a:pt x="28182" y="12053"/>
                  <a:pt x="28619" y="10277"/>
                  <a:pt x="28075" y="8752"/>
                </a:cubicBezTo>
                <a:cubicBezTo>
                  <a:pt x="27754" y="7851"/>
                  <a:pt x="27058" y="7084"/>
                  <a:pt x="26202" y="6647"/>
                </a:cubicBezTo>
                <a:cubicBezTo>
                  <a:pt x="25635" y="6363"/>
                  <a:pt x="25044" y="6284"/>
                  <a:pt x="24441" y="6284"/>
                </a:cubicBezTo>
                <a:cubicBezTo>
                  <a:pt x="24077" y="6284"/>
                  <a:pt x="23708" y="6313"/>
                  <a:pt x="23338" y="6343"/>
                </a:cubicBezTo>
                <a:cubicBezTo>
                  <a:pt x="22809" y="6381"/>
                  <a:pt x="22275" y="6405"/>
                  <a:pt x="21741" y="6405"/>
                </a:cubicBezTo>
                <a:cubicBezTo>
                  <a:pt x="19781" y="6405"/>
                  <a:pt x="17823" y="6089"/>
                  <a:pt x="16112" y="5023"/>
                </a:cubicBezTo>
                <a:cubicBezTo>
                  <a:pt x="14988" y="4327"/>
                  <a:pt x="14158" y="3274"/>
                  <a:pt x="13293" y="2293"/>
                </a:cubicBezTo>
                <a:cubicBezTo>
                  <a:pt x="12508" y="1401"/>
                  <a:pt x="11607" y="536"/>
                  <a:pt x="10474" y="179"/>
                </a:cubicBezTo>
                <a:cubicBezTo>
                  <a:pt x="10099" y="54"/>
                  <a:pt x="9715" y="0"/>
                  <a:pt x="9332" y="0"/>
                </a:cubicBezTo>
                <a:close/>
              </a:path>
            </a:pathLst>
          </a:custGeom>
          <a:gradFill>
            <a:gsLst>
              <a:gs pos="0">
                <a:schemeClr val="lt1"/>
              </a:gs>
              <a:gs pos="100000">
                <a:srgbClr val="4B6EF8">
                  <a:alpha val="70196"/>
                </a:srgbClr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9" name="Google Shape;29;p4"/>
          <p:cNvGrpSpPr/>
          <p:nvPr/>
        </p:nvGrpSpPr>
        <p:grpSpPr>
          <a:xfrm>
            <a:off x="-54470" y="2967153"/>
            <a:ext cx="774471" cy="1912390"/>
            <a:chOff x="-54470" y="2967153"/>
            <a:chExt cx="774471" cy="1912390"/>
          </a:xfrm>
        </p:grpSpPr>
        <p:sp>
          <p:nvSpPr>
            <p:cNvPr id="30" name="Google Shape;30;p4"/>
            <p:cNvSpPr/>
            <p:nvPr/>
          </p:nvSpPr>
          <p:spPr>
            <a:xfrm>
              <a:off x="59978" y="4219442"/>
              <a:ext cx="660023" cy="660100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4"/>
            <p:cNvSpPr/>
            <p:nvPr/>
          </p:nvSpPr>
          <p:spPr>
            <a:xfrm>
              <a:off x="-54470" y="3474318"/>
              <a:ext cx="468769" cy="468795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4"/>
            <p:cNvSpPr/>
            <p:nvPr/>
          </p:nvSpPr>
          <p:spPr>
            <a:xfrm>
              <a:off x="338511" y="2967153"/>
              <a:ext cx="327012" cy="327044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4"/>
            <p:cNvSpPr/>
            <p:nvPr/>
          </p:nvSpPr>
          <p:spPr>
            <a:xfrm>
              <a:off x="338511" y="3830878"/>
              <a:ext cx="327012" cy="327044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4" name="Google Shape;34;p4"/>
          <p:cNvGrpSpPr/>
          <p:nvPr/>
        </p:nvGrpSpPr>
        <p:grpSpPr>
          <a:xfrm>
            <a:off x="7450103" y="2640103"/>
            <a:ext cx="1597872" cy="2451290"/>
            <a:chOff x="7450103" y="2640103"/>
            <a:chExt cx="1597872" cy="2451290"/>
          </a:xfrm>
        </p:grpSpPr>
        <p:sp>
          <p:nvSpPr>
            <p:cNvPr id="35" name="Google Shape;35;p4"/>
            <p:cNvSpPr/>
            <p:nvPr/>
          </p:nvSpPr>
          <p:spPr>
            <a:xfrm>
              <a:off x="7450103" y="4431292"/>
              <a:ext cx="660023" cy="660100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" name="Google Shape;36;p4"/>
            <p:cNvSpPr/>
            <p:nvPr/>
          </p:nvSpPr>
          <p:spPr>
            <a:xfrm>
              <a:off x="8430905" y="4253568"/>
              <a:ext cx="468769" cy="468795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4"/>
            <p:cNvSpPr/>
            <p:nvPr/>
          </p:nvSpPr>
          <p:spPr>
            <a:xfrm>
              <a:off x="8478061" y="2640103"/>
              <a:ext cx="327012" cy="327044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p4"/>
            <p:cNvSpPr/>
            <p:nvPr/>
          </p:nvSpPr>
          <p:spPr>
            <a:xfrm>
              <a:off x="8478061" y="3759828"/>
              <a:ext cx="327012" cy="327044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" name="Google Shape;39;p4"/>
            <p:cNvSpPr/>
            <p:nvPr/>
          </p:nvSpPr>
          <p:spPr>
            <a:xfrm>
              <a:off x="8579205" y="3307593"/>
              <a:ext cx="468769" cy="468795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5"/>
          <p:cNvSpPr/>
          <p:nvPr/>
        </p:nvSpPr>
        <p:spPr>
          <a:xfrm>
            <a:off x="5052478" y="3569975"/>
            <a:ext cx="5371040" cy="2068243"/>
          </a:xfrm>
          <a:custGeom>
            <a:rect b="b" l="l" r="r" t="t"/>
            <a:pathLst>
              <a:path extrusionOk="0" h="10483" w="22438">
                <a:moveTo>
                  <a:pt x="18307" y="1053"/>
                </a:moveTo>
                <a:cubicBezTo>
                  <a:pt x="17174" y="1740"/>
                  <a:pt x="16505" y="2560"/>
                  <a:pt x="15773" y="3640"/>
                </a:cubicBezTo>
                <a:lnTo>
                  <a:pt x="15773" y="3640"/>
                </a:lnTo>
                <a:cubicBezTo>
                  <a:pt x="15149" y="4550"/>
                  <a:pt x="14658" y="5593"/>
                  <a:pt x="13668" y="6164"/>
                </a:cubicBezTo>
                <a:lnTo>
                  <a:pt x="13668" y="6164"/>
                </a:lnTo>
                <a:cubicBezTo>
                  <a:pt x="12606" y="6762"/>
                  <a:pt x="11009" y="6896"/>
                  <a:pt x="9823" y="6539"/>
                </a:cubicBezTo>
                <a:lnTo>
                  <a:pt x="9823" y="6539"/>
                </a:lnTo>
                <a:cubicBezTo>
                  <a:pt x="8565" y="6156"/>
                  <a:pt x="7049" y="5906"/>
                  <a:pt x="5791" y="6477"/>
                </a:cubicBezTo>
                <a:lnTo>
                  <a:pt x="5791" y="6477"/>
                </a:lnTo>
                <a:cubicBezTo>
                  <a:pt x="4497" y="7057"/>
                  <a:pt x="3293" y="7931"/>
                  <a:pt x="2151" y="8752"/>
                </a:cubicBezTo>
                <a:lnTo>
                  <a:pt x="2151" y="8752"/>
                </a:lnTo>
                <a:cubicBezTo>
                  <a:pt x="1410" y="9296"/>
                  <a:pt x="670" y="9858"/>
                  <a:pt x="1" y="10482"/>
                </a:cubicBezTo>
                <a:lnTo>
                  <a:pt x="1" y="10482"/>
                </a:lnTo>
                <a:lnTo>
                  <a:pt x="22393" y="10482"/>
                </a:lnTo>
                <a:lnTo>
                  <a:pt x="22437" y="98"/>
                </a:lnTo>
                <a:cubicBezTo>
                  <a:pt x="22179" y="27"/>
                  <a:pt x="21902" y="0"/>
                  <a:pt x="21617" y="0"/>
                </a:cubicBezTo>
                <a:lnTo>
                  <a:pt x="21617" y="0"/>
                </a:lnTo>
                <a:cubicBezTo>
                  <a:pt x="20466" y="0"/>
                  <a:pt x="19208" y="517"/>
                  <a:pt x="18307" y="1053"/>
                </a:cubicBezTo>
                <a:close/>
              </a:path>
            </a:pathLst>
          </a:custGeom>
          <a:gradFill>
            <a:gsLst>
              <a:gs pos="0">
                <a:schemeClr val="lt1"/>
              </a:gs>
              <a:gs pos="100000">
                <a:srgbClr val="4B6EF8">
                  <a:alpha val="70196"/>
                </a:srgbClr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5"/>
          <p:cNvSpPr/>
          <p:nvPr/>
        </p:nvSpPr>
        <p:spPr>
          <a:xfrm rot="10644777">
            <a:off x="-1048849" y="-1303280"/>
            <a:ext cx="4634055" cy="2824556"/>
          </a:xfrm>
          <a:custGeom>
            <a:rect b="b" l="l" r="r" t="t"/>
            <a:pathLst>
              <a:path extrusionOk="0" h="19413" w="31849">
                <a:moveTo>
                  <a:pt x="29707" y="1945"/>
                </a:moveTo>
                <a:cubicBezTo>
                  <a:pt x="29279" y="2258"/>
                  <a:pt x="28663" y="2588"/>
                  <a:pt x="28146" y="2695"/>
                </a:cubicBezTo>
                <a:lnTo>
                  <a:pt x="28146" y="2695"/>
                </a:lnTo>
                <a:cubicBezTo>
                  <a:pt x="27334" y="2864"/>
                  <a:pt x="26522" y="2686"/>
                  <a:pt x="25710" y="2516"/>
                </a:cubicBezTo>
                <a:lnTo>
                  <a:pt x="25710" y="2516"/>
                </a:lnTo>
                <a:cubicBezTo>
                  <a:pt x="25131" y="2391"/>
                  <a:pt x="24560" y="2266"/>
                  <a:pt x="23989" y="2266"/>
                </a:cubicBezTo>
                <a:lnTo>
                  <a:pt x="23989" y="2266"/>
                </a:lnTo>
                <a:cubicBezTo>
                  <a:pt x="22552" y="2275"/>
                  <a:pt x="21330" y="2962"/>
                  <a:pt x="20741" y="4274"/>
                </a:cubicBezTo>
                <a:lnTo>
                  <a:pt x="20741" y="4274"/>
                </a:lnTo>
                <a:cubicBezTo>
                  <a:pt x="20135" y="5621"/>
                  <a:pt x="20982" y="7164"/>
                  <a:pt x="20117" y="8493"/>
                </a:cubicBezTo>
                <a:lnTo>
                  <a:pt x="20117" y="8493"/>
                </a:lnTo>
                <a:cubicBezTo>
                  <a:pt x="19162" y="9956"/>
                  <a:pt x="17682" y="8440"/>
                  <a:pt x="16772" y="7726"/>
                </a:cubicBezTo>
                <a:lnTo>
                  <a:pt x="16772" y="7726"/>
                </a:lnTo>
                <a:cubicBezTo>
                  <a:pt x="15737" y="6905"/>
                  <a:pt x="13997" y="6379"/>
                  <a:pt x="12766" y="7111"/>
                </a:cubicBezTo>
                <a:lnTo>
                  <a:pt x="12766" y="7111"/>
                </a:lnTo>
                <a:cubicBezTo>
                  <a:pt x="12186" y="7450"/>
                  <a:pt x="11678" y="8083"/>
                  <a:pt x="11410" y="8698"/>
                </a:cubicBezTo>
                <a:lnTo>
                  <a:pt x="11410" y="8698"/>
                </a:lnTo>
                <a:cubicBezTo>
                  <a:pt x="11107" y="9403"/>
                  <a:pt x="11125" y="10162"/>
                  <a:pt x="10884" y="10857"/>
                </a:cubicBezTo>
                <a:lnTo>
                  <a:pt x="10884" y="10857"/>
                </a:lnTo>
                <a:cubicBezTo>
                  <a:pt x="10661" y="11482"/>
                  <a:pt x="10179" y="12285"/>
                  <a:pt x="9528" y="12561"/>
                </a:cubicBezTo>
                <a:lnTo>
                  <a:pt x="9528" y="12561"/>
                </a:lnTo>
                <a:cubicBezTo>
                  <a:pt x="8832" y="12865"/>
                  <a:pt x="8065" y="12882"/>
                  <a:pt x="7342" y="12989"/>
                </a:cubicBezTo>
                <a:lnTo>
                  <a:pt x="7342" y="12989"/>
                </a:lnTo>
                <a:cubicBezTo>
                  <a:pt x="4371" y="13427"/>
                  <a:pt x="1490" y="15273"/>
                  <a:pt x="330" y="18119"/>
                </a:cubicBezTo>
                <a:lnTo>
                  <a:pt x="330" y="18119"/>
                </a:lnTo>
                <a:cubicBezTo>
                  <a:pt x="187" y="18476"/>
                  <a:pt x="0" y="19020"/>
                  <a:pt x="27" y="19413"/>
                </a:cubicBezTo>
                <a:lnTo>
                  <a:pt x="27" y="19413"/>
                </a:lnTo>
                <a:lnTo>
                  <a:pt x="31848" y="19413"/>
                </a:lnTo>
                <a:lnTo>
                  <a:pt x="31384" y="1"/>
                </a:lnTo>
                <a:cubicBezTo>
                  <a:pt x="31188" y="679"/>
                  <a:pt x="30269" y="1526"/>
                  <a:pt x="29707" y="1945"/>
                </a:cubicBezTo>
              </a:path>
            </a:pathLst>
          </a:custGeom>
          <a:gradFill>
            <a:gsLst>
              <a:gs pos="0">
                <a:schemeClr val="lt1"/>
              </a:gs>
              <a:gs pos="100000">
                <a:srgbClr val="4B6EF8">
                  <a:alpha val="70196"/>
                </a:srgbClr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3" name="Google Shape;43;p5"/>
          <p:cNvGrpSpPr/>
          <p:nvPr/>
        </p:nvGrpSpPr>
        <p:grpSpPr>
          <a:xfrm>
            <a:off x="-62147" y="4"/>
            <a:ext cx="1648457" cy="1491382"/>
            <a:chOff x="-62147" y="4"/>
            <a:chExt cx="1648457" cy="1491382"/>
          </a:xfrm>
        </p:grpSpPr>
        <p:sp>
          <p:nvSpPr>
            <p:cNvPr id="44" name="Google Shape;44;p5"/>
            <p:cNvSpPr/>
            <p:nvPr/>
          </p:nvSpPr>
          <p:spPr>
            <a:xfrm>
              <a:off x="187398" y="836028"/>
              <a:ext cx="327012" cy="327044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" name="Google Shape;45;p5"/>
            <p:cNvSpPr/>
            <p:nvPr/>
          </p:nvSpPr>
          <p:spPr>
            <a:xfrm>
              <a:off x="53072" y="1253015"/>
              <a:ext cx="238346" cy="238372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" name="Google Shape;46;p5"/>
            <p:cNvSpPr/>
            <p:nvPr/>
          </p:nvSpPr>
          <p:spPr>
            <a:xfrm>
              <a:off x="1259298" y="67028"/>
              <a:ext cx="327012" cy="327044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" name="Google Shape;47;p5"/>
            <p:cNvSpPr/>
            <p:nvPr/>
          </p:nvSpPr>
          <p:spPr>
            <a:xfrm>
              <a:off x="-62147" y="4"/>
              <a:ext cx="660023" cy="660100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8" name="Google Shape;48;p5"/>
          <p:cNvGrpSpPr/>
          <p:nvPr/>
        </p:nvGrpSpPr>
        <p:grpSpPr>
          <a:xfrm>
            <a:off x="6635180" y="3519093"/>
            <a:ext cx="2455746" cy="1624395"/>
            <a:chOff x="6635180" y="3519093"/>
            <a:chExt cx="2455746" cy="1624395"/>
          </a:xfrm>
        </p:grpSpPr>
        <p:sp>
          <p:nvSpPr>
            <p:cNvPr id="49" name="Google Shape;49;p5"/>
            <p:cNvSpPr/>
            <p:nvPr/>
          </p:nvSpPr>
          <p:spPr>
            <a:xfrm>
              <a:off x="8430903" y="3943992"/>
              <a:ext cx="660023" cy="660100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" name="Google Shape;50;p5"/>
            <p:cNvSpPr/>
            <p:nvPr/>
          </p:nvSpPr>
          <p:spPr>
            <a:xfrm>
              <a:off x="8622155" y="3519093"/>
              <a:ext cx="468769" cy="468795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5"/>
            <p:cNvSpPr/>
            <p:nvPr/>
          </p:nvSpPr>
          <p:spPr>
            <a:xfrm>
              <a:off x="6635180" y="4674693"/>
              <a:ext cx="468769" cy="468795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" name="Google Shape;52;p5"/>
            <p:cNvSpPr/>
            <p:nvPr/>
          </p:nvSpPr>
          <p:spPr>
            <a:xfrm>
              <a:off x="8185647" y="4789915"/>
              <a:ext cx="238346" cy="238372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3" name="Google Shape;53;p5"/>
          <p:cNvSpPr txBox="1"/>
          <p:nvPr>
            <p:ph type="title"/>
          </p:nvPr>
        </p:nvSpPr>
        <p:spPr>
          <a:xfrm>
            <a:off x="720000" y="5394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4" name="Google Shape;54;p5"/>
          <p:cNvSpPr txBox="1"/>
          <p:nvPr>
            <p:ph idx="1" type="subTitle"/>
          </p:nvPr>
        </p:nvSpPr>
        <p:spPr>
          <a:xfrm>
            <a:off x="5041779" y="2992900"/>
            <a:ext cx="3098400" cy="131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b="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5" name="Google Shape;55;p5"/>
          <p:cNvSpPr txBox="1"/>
          <p:nvPr>
            <p:ph idx="2" type="subTitle"/>
          </p:nvPr>
        </p:nvSpPr>
        <p:spPr>
          <a:xfrm>
            <a:off x="1003675" y="2992900"/>
            <a:ext cx="3098400" cy="131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b="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6" name="Google Shape;56;p5"/>
          <p:cNvSpPr txBox="1"/>
          <p:nvPr>
            <p:ph idx="3" type="subTitle"/>
          </p:nvPr>
        </p:nvSpPr>
        <p:spPr>
          <a:xfrm>
            <a:off x="1003675" y="2674275"/>
            <a:ext cx="3098400" cy="406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solidFill>
                  <a:schemeClr val="dk1"/>
                </a:solidFill>
                <a:latin typeface="Trispace"/>
                <a:ea typeface="Trispace"/>
                <a:cs typeface="Trispace"/>
                <a:sym typeface="Trispac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9pPr>
          </a:lstStyle>
          <a:p/>
        </p:txBody>
      </p:sp>
      <p:sp>
        <p:nvSpPr>
          <p:cNvPr id="57" name="Google Shape;57;p5"/>
          <p:cNvSpPr txBox="1"/>
          <p:nvPr>
            <p:ph idx="4" type="subTitle"/>
          </p:nvPr>
        </p:nvSpPr>
        <p:spPr>
          <a:xfrm>
            <a:off x="5041786" y="2674275"/>
            <a:ext cx="3098400" cy="406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solidFill>
                  <a:schemeClr val="dk1"/>
                </a:solidFill>
                <a:latin typeface="Trispace"/>
                <a:ea typeface="Trispace"/>
                <a:cs typeface="Trispace"/>
                <a:sym typeface="Trispac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6"/>
          <p:cNvSpPr/>
          <p:nvPr/>
        </p:nvSpPr>
        <p:spPr>
          <a:xfrm rot="-6125281">
            <a:off x="6780953" y="-507545"/>
            <a:ext cx="4634067" cy="2824557"/>
          </a:xfrm>
          <a:custGeom>
            <a:rect b="b" l="l" r="r" t="t"/>
            <a:pathLst>
              <a:path extrusionOk="0" h="19413" w="31849">
                <a:moveTo>
                  <a:pt x="29707" y="1945"/>
                </a:moveTo>
                <a:cubicBezTo>
                  <a:pt x="29279" y="2258"/>
                  <a:pt x="28663" y="2588"/>
                  <a:pt x="28146" y="2695"/>
                </a:cubicBezTo>
                <a:lnTo>
                  <a:pt x="28146" y="2695"/>
                </a:lnTo>
                <a:cubicBezTo>
                  <a:pt x="27334" y="2864"/>
                  <a:pt x="26522" y="2686"/>
                  <a:pt x="25710" y="2516"/>
                </a:cubicBezTo>
                <a:lnTo>
                  <a:pt x="25710" y="2516"/>
                </a:lnTo>
                <a:cubicBezTo>
                  <a:pt x="25131" y="2391"/>
                  <a:pt x="24560" y="2266"/>
                  <a:pt x="23989" y="2266"/>
                </a:cubicBezTo>
                <a:lnTo>
                  <a:pt x="23989" y="2266"/>
                </a:lnTo>
                <a:cubicBezTo>
                  <a:pt x="22552" y="2275"/>
                  <a:pt x="21330" y="2962"/>
                  <a:pt x="20741" y="4274"/>
                </a:cubicBezTo>
                <a:lnTo>
                  <a:pt x="20741" y="4274"/>
                </a:lnTo>
                <a:cubicBezTo>
                  <a:pt x="20135" y="5621"/>
                  <a:pt x="20982" y="7164"/>
                  <a:pt x="20117" y="8493"/>
                </a:cubicBezTo>
                <a:lnTo>
                  <a:pt x="20117" y="8493"/>
                </a:lnTo>
                <a:cubicBezTo>
                  <a:pt x="19162" y="9956"/>
                  <a:pt x="17682" y="8440"/>
                  <a:pt x="16772" y="7726"/>
                </a:cubicBezTo>
                <a:lnTo>
                  <a:pt x="16772" y="7726"/>
                </a:lnTo>
                <a:cubicBezTo>
                  <a:pt x="15737" y="6905"/>
                  <a:pt x="13997" y="6379"/>
                  <a:pt x="12766" y="7111"/>
                </a:cubicBezTo>
                <a:lnTo>
                  <a:pt x="12766" y="7111"/>
                </a:lnTo>
                <a:cubicBezTo>
                  <a:pt x="12186" y="7450"/>
                  <a:pt x="11678" y="8083"/>
                  <a:pt x="11410" y="8698"/>
                </a:cubicBezTo>
                <a:lnTo>
                  <a:pt x="11410" y="8698"/>
                </a:lnTo>
                <a:cubicBezTo>
                  <a:pt x="11107" y="9403"/>
                  <a:pt x="11125" y="10162"/>
                  <a:pt x="10884" y="10857"/>
                </a:cubicBezTo>
                <a:lnTo>
                  <a:pt x="10884" y="10857"/>
                </a:lnTo>
                <a:cubicBezTo>
                  <a:pt x="10661" y="11482"/>
                  <a:pt x="10179" y="12285"/>
                  <a:pt x="9528" y="12561"/>
                </a:cubicBezTo>
                <a:lnTo>
                  <a:pt x="9528" y="12561"/>
                </a:lnTo>
                <a:cubicBezTo>
                  <a:pt x="8832" y="12865"/>
                  <a:pt x="8065" y="12882"/>
                  <a:pt x="7342" y="12989"/>
                </a:cubicBezTo>
                <a:lnTo>
                  <a:pt x="7342" y="12989"/>
                </a:lnTo>
                <a:cubicBezTo>
                  <a:pt x="4371" y="13427"/>
                  <a:pt x="1490" y="15273"/>
                  <a:pt x="330" y="18119"/>
                </a:cubicBezTo>
                <a:lnTo>
                  <a:pt x="330" y="18119"/>
                </a:lnTo>
                <a:cubicBezTo>
                  <a:pt x="187" y="18476"/>
                  <a:pt x="0" y="19020"/>
                  <a:pt x="27" y="19413"/>
                </a:cubicBezTo>
                <a:lnTo>
                  <a:pt x="27" y="19413"/>
                </a:lnTo>
                <a:lnTo>
                  <a:pt x="31848" y="19413"/>
                </a:lnTo>
                <a:lnTo>
                  <a:pt x="31384" y="1"/>
                </a:lnTo>
                <a:cubicBezTo>
                  <a:pt x="31188" y="679"/>
                  <a:pt x="30269" y="1526"/>
                  <a:pt x="29707" y="1945"/>
                </a:cubicBezTo>
              </a:path>
            </a:pathLst>
          </a:custGeom>
          <a:gradFill>
            <a:gsLst>
              <a:gs pos="0">
                <a:schemeClr val="lt1"/>
              </a:gs>
              <a:gs pos="100000">
                <a:srgbClr val="4B6EF8">
                  <a:alpha val="70196"/>
                </a:srgbClr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6"/>
          <p:cNvSpPr/>
          <p:nvPr/>
        </p:nvSpPr>
        <p:spPr>
          <a:xfrm flipH="1">
            <a:off x="-1192290" y="3569975"/>
            <a:ext cx="5029983" cy="2068243"/>
          </a:xfrm>
          <a:custGeom>
            <a:rect b="b" l="l" r="r" t="t"/>
            <a:pathLst>
              <a:path extrusionOk="0" h="10483" w="22438">
                <a:moveTo>
                  <a:pt x="18307" y="1053"/>
                </a:moveTo>
                <a:cubicBezTo>
                  <a:pt x="17174" y="1740"/>
                  <a:pt x="16505" y="2560"/>
                  <a:pt x="15773" y="3640"/>
                </a:cubicBezTo>
                <a:lnTo>
                  <a:pt x="15773" y="3640"/>
                </a:lnTo>
                <a:cubicBezTo>
                  <a:pt x="15149" y="4550"/>
                  <a:pt x="14658" y="5593"/>
                  <a:pt x="13668" y="6164"/>
                </a:cubicBezTo>
                <a:lnTo>
                  <a:pt x="13668" y="6164"/>
                </a:lnTo>
                <a:cubicBezTo>
                  <a:pt x="12606" y="6762"/>
                  <a:pt x="11009" y="6896"/>
                  <a:pt x="9823" y="6539"/>
                </a:cubicBezTo>
                <a:lnTo>
                  <a:pt x="9823" y="6539"/>
                </a:lnTo>
                <a:cubicBezTo>
                  <a:pt x="8565" y="6156"/>
                  <a:pt x="7049" y="5906"/>
                  <a:pt x="5791" y="6477"/>
                </a:cubicBezTo>
                <a:lnTo>
                  <a:pt x="5791" y="6477"/>
                </a:lnTo>
                <a:cubicBezTo>
                  <a:pt x="4497" y="7057"/>
                  <a:pt x="3293" y="7931"/>
                  <a:pt x="2151" y="8752"/>
                </a:cubicBezTo>
                <a:lnTo>
                  <a:pt x="2151" y="8752"/>
                </a:lnTo>
                <a:cubicBezTo>
                  <a:pt x="1410" y="9296"/>
                  <a:pt x="670" y="9858"/>
                  <a:pt x="1" y="10482"/>
                </a:cubicBezTo>
                <a:lnTo>
                  <a:pt x="1" y="10482"/>
                </a:lnTo>
                <a:lnTo>
                  <a:pt x="22393" y="10482"/>
                </a:lnTo>
                <a:lnTo>
                  <a:pt x="22437" y="98"/>
                </a:lnTo>
                <a:cubicBezTo>
                  <a:pt x="22179" y="27"/>
                  <a:pt x="21902" y="0"/>
                  <a:pt x="21617" y="0"/>
                </a:cubicBezTo>
                <a:lnTo>
                  <a:pt x="21617" y="0"/>
                </a:lnTo>
                <a:cubicBezTo>
                  <a:pt x="20466" y="0"/>
                  <a:pt x="19208" y="517"/>
                  <a:pt x="18307" y="1053"/>
                </a:cubicBezTo>
                <a:close/>
              </a:path>
            </a:pathLst>
          </a:custGeom>
          <a:gradFill>
            <a:gsLst>
              <a:gs pos="0">
                <a:schemeClr val="lt1"/>
              </a:gs>
              <a:gs pos="100000">
                <a:srgbClr val="4B6EF8">
                  <a:alpha val="70196"/>
                </a:srgbClr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1" name="Google Shape;61;p6"/>
          <p:cNvGrpSpPr/>
          <p:nvPr/>
        </p:nvGrpSpPr>
        <p:grpSpPr>
          <a:xfrm>
            <a:off x="53078" y="3519092"/>
            <a:ext cx="666922" cy="1553796"/>
            <a:chOff x="53078" y="3519092"/>
            <a:chExt cx="666922" cy="1553796"/>
          </a:xfrm>
        </p:grpSpPr>
        <p:sp>
          <p:nvSpPr>
            <p:cNvPr id="62" name="Google Shape;62;p6"/>
            <p:cNvSpPr/>
            <p:nvPr/>
          </p:nvSpPr>
          <p:spPr>
            <a:xfrm>
              <a:off x="53078" y="3519092"/>
              <a:ext cx="660023" cy="660100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" name="Google Shape;63;p6"/>
            <p:cNvSpPr/>
            <p:nvPr/>
          </p:nvSpPr>
          <p:spPr>
            <a:xfrm>
              <a:off x="251230" y="4604093"/>
              <a:ext cx="468769" cy="468795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" name="Google Shape;64;p6"/>
            <p:cNvSpPr/>
            <p:nvPr/>
          </p:nvSpPr>
          <p:spPr>
            <a:xfrm>
              <a:off x="148697" y="4326490"/>
              <a:ext cx="238346" cy="238372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rgbClr val="FFFFFF">
                    <a:alpha val="50196"/>
                  </a:srgbClr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5" name="Google Shape;65;p6"/>
          <p:cNvGrpSpPr/>
          <p:nvPr/>
        </p:nvGrpSpPr>
        <p:grpSpPr>
          <a:xfrm>
            <a:off x="7618822" y="111365"/>
            <a:ext cx="1576005" cy="1123414"/>
            <a:chOff x="7618822" y="111365"/>
            <a:chExt cx="1576005" cy="1123414"/>
          </a:xfrm>
        </p:grpSpPr>
        <p:sp>
          <p:nvSpPr>
            <p:cNvPr id="66" name="Google Shape;66;p6"/>
            <p:cNvSpPr/>
            <p:nvPr/>
          </p:nvSpPr>
          <p:spPr>
            <a:xfrm>
              <a:off x="8267398" y="111378"/>
              <a:ext cx="327012" cy="327044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" name="Google Shape;67;p6"/>
            <p:cNvSpPr/>
            <p:nvPr/>
          </p:nvSpPr>
          <p:spPr>
            <a:xfrm>
              <a:off x="8534803" y="574679"/>
              <a:ext cx="660023" cy="660100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" name="Google Shape;68;p6"/>
            <p:cNvSpPr/>
            <p:nvPr/>
          </p:nvSpPr>
          <p:spPr>
            <a:xfrm>
              <a:off x="7618822" y="111365"/>
              <a:ext cx="238346" cy="238372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rgbClr val="FFFFFF">
                    <a:alpha val="50196"/>
                  </a:srgbClr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9" name="Google Shape;69;p6"/>
          <p:cNvSpPr txBox="1"/>
          <p:nvPr>
            <p:ph type="title"/>
          </p:nvPr>
        </p:nvSpPr>
        <p:spPr>
          <a:xfrm>
            <a:off x="720000" y="5394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7"/>
          <p:cNvSpPr/>
          <p:nvPr/>
        </p:nvSpPr>
        <p:spPr>
          <a:xfrm>
            <a:off x="4182350" y="2075876"/>
            <a:ext cx="5728043" cy="3491380"/>
          </a:xfrm>
          <a:custGeom>
            <a:rect b="b" l="l" r="r" t="t"/>
            <a:pathLst>
              <a:path extrusionOk="0" h="19413" w="31849">
                <a:moveTo>
                  <a:pt x="29707" y="1945"/>
                </a:moveTo>
                <a:cubicBezTo>
                  <a:pt x="29279" y="2258"/>
                  <a:pt x="28663" y="2588"/>
                  <a:pt x="28146" y="2695"/>
                </a:cubicBezTo>
                <a:lnTo>
                  <a:pt x="28146" y="2695"/>
                </a:lnTo>
                <a:cubicBezTo>
                  <a:pt x="27334" y="2864"/>
                  <a:pt x="26522" y="2686"/>
                  <a:pt x="25710" y="2516"/>
                </a:cubicBezTo>
                <a:lnTo>
                  <a:pt x="25710" y="2516"/>
                </a:lnTo>
                <a:cubicBezTo>
                  <a:pt x="25131" y="2391"/>
                  <a:pt x="24560" y="2266"/>
                  <a:pt x="23989" y="2266"/>
                </a:cubicBezTo>
                <a:lnTo>
                  <a:pt x="23989" y="2266"/>
                </a:lnTo>
                <a:cubicBezTo>
                  <a:pt x="22552" y="2275"/>
                  <a:pt x="21330" y="2962"/>
                  <a:pt x="20741" y="4274"/>
                </a:cubicBezTo>
                <a:lnTo>
                  <a:pt x="20741" y="4274"/>
                </a:lnTo>
                <a:cubicBezTo>
                  <a:pt x="20135" y="5621"/>
                  <a:pt x="20982" y="7164"/>
                  <a:pt x="20117" y="8493"/>
                </a:cubicBezTo>
                <a:lnTo>
                  <a:pt x="20117" y="8493"/>
                </a:lnTo>
                <a:cubicBezTo>
                  <a:pt x="19162" y="9956"/>
                  <a:pt x="17682" y="8440"/>
                  <a:pt x="16772" y="7726"/>
                </a:cubicBezTo>
                <a:lnTo>
                  <a:pt x="16772" y="7726"/>
                </a:lnTo>
                <a:cubicBezTo>
                  <a:pt x="15737" y="6905"/>
                  <a:pt x="13997" y="6379"/>
                  <a:pt x="12766" y="7111"/>
                </a:cubicBezTo>
                <a:lnTo>
                  <a:pt x="12766" y="7111"/>
                </a:lnTo>
                <a:cubicBezTo>
                  <a:pt x="12186" y="7450"/>
                  <a:pt x="11678" y="8083"/>
                  <a:pt x="11410" y="8698"/>
                </a:cubicBezTo>
                <a:lnTo>
                  <a:pt x="11410" y="8698"/>
                </a:lnTo>
                <a:cubicBezTo>
                  <a:pt x="11107" y="9403"/>
                  <a:pt x="11125" y="10162"/>
                  <a:pt x="10884" y="10857"/>
                </a:cubicBezTo>
                <a:lnTo>
                  <a:pt x="10884" y="10857"/>
                </a:lnTo>
                <a:cubicBezTo>
                  <a:pt x="10661" y="11482"/>
                  <a:pt x="10179" y="12285"/>
                  <a:pt x="9528" y="12561"/>
                </a:cubicBezTo>
                <a:lnTo>
                  <a:pt x="9528" y="12561"/>
                </a:lnTo>
                <a:cubicBezTo>
                  <a:pt x="8832" y="12865"/>
                  <a:pt x="8065" y="12882"/>
                  <a:pt x="7342" y="12989"/>
                </a:cubicBezTo>
                <a:lnTo>
                  <a:pt x="7342" y="12989"/>
                </a:lnTo>
                <a:cubicBezTo>
                  <a:pt x="4371" y="13427"/>
                  <a:pt x="1490" y="15273"/>
                  <a:pt x="330" y="18119"/>
                </a:cubicBezTo>
                <a:lnTo>
                  <a:pt x="330" y="18119"/>
                </a:lnTo>
                <a:cubicBezTo>
                  <a:pt x="187" y="18476"/>
                  <a:pt x="0" y="19020"/>
                  <a:pt x="27" y="19413"/>
                </a:cubicBezTo>
                <a:lnTo>
                  <a:pt x="27" y="19413"/>
                </a:lnTo>
                <a:lnTo>
                  <a:pt x="31848" y="19413"/>
                </a:lnTo>
                <a:lnTo>
                  <a:pt x="31384" y="1"/>
                </a:lnTo>
                <a:cubicBezTo>
                  <a:pt x="31188" y="679"/>
                  <a:pt x="30269" y="1526"/>
                  <a:pt x="29707" y="1945"/>
                </a:cubicBezTo>
              </a:path>
            </a:pathLst>
          </a:custGeom>
          <a:gradFill>
            <a:gsLst>
              <a:gs pos="0">
                <a:schemeClr val="lt1"/>
              </a:gs>
              <a:gs pos="100000">
                <a:srgbClr val="4B6EF8">
                  <a:alpha val="70196"/>
                </a:srgbClr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7"/>
          <p:cNvSpPr/>
          <p:nvPr/>
        </p:nvSpPr>
        <p:spPr>
          <a:xfrm>
            <a:off x="5816848" y="3347141"/>
            <a:ext cx="4013990" cy="1875356"/>
          </a:xfrm>
          <a:custGeom>
            <a:rect b="b" l="l" r="r" t="t"/>
            <a:pathLst>
              <a:path extrusionOk="0" h="10483" w="22438">
                <a:moveTo>
                  <a:pt x="18307" y="1053"/>
                </a:moveTo>
                <a:cubicBezTo>
                  <a:pt x="17174" y="1740"/>
                  <a:pt x="16505" y="2560"/>
                  <a:pt x="15773" y="3640"/>
                </a:cubicBezTo>
                <a:lnTo>
                  <a:pt x="15773" y="3640"/>
                </a:lnTo>
                <a:cubicBezTo>
                  <a:pt x="15149" y="4550"/>
                  <a:pt x="14658" y="5593"/>
                  <a:pt x="13668" y="6164"/>
                </a:cubicBezTo>
                <a:lnTo>
                  <a:pt x="13668" y="6164"/>
                </a:lnTo>
                <a:cubicBezTo>
                  <a:pt x="12606" y="6762"/>
                  <a:pt x="11009" y="6896"/>
                  <a:pt x="9823" y="6539"/>
                </a:cubicBezTo>
                <a:lnTo>
                  <a:pt x="9823" y="6539"/>
                </a:lnTo>
                <a:cubicBezTo>
                  <a:pt x="8565" y="6156"/>
                  <a:pt x="7049" y="5906"/>
                  <a:pt x="5791" y="6477"/>
                </a:cubicBezTo>
                <a:lnTo>
                  <a:pt x="5791" y="6477"/>
                </a:lnTo>
                <a:cubicBezTo>
                  <a:pt x="4497" y="7057"/>
                  <a:pt x="3293" y="7931"/>
                  <a:pt x="2151" y="8752"/>
                </a:cubicBezTo>
                <a:lnTo>
                  <a:pt x="2151" y="8752"/>
                </a:lnTo>
                <a:cubicBezTo>
                  <a:pt x="1410" y="9296"/>
                  <a:pt x="670" y="9858"/>
                  <a:pt x="1" y="10482"/>
                </a:cubicBezTo>
                <a:lnTo>
                  <a:pt x="1" y="10482"/>
                </a:lnTo>
                <a:lnTo>
                  <a:pt x="22393" y="10482"/>
                </a:lnTo>
                <a:lnTo>
                  <a:pt x="22437" y="98"/>
                </a:lnTo>
                <a:cubicBezTo>
                  <a:pt x="22179" y="27"/>
                  <a:pt x="21902" y="0"/>
                  <a:pt x="21617" y="0"/>
                </a:cubicBezTo>
                <a:lnTo>
                  <a:pt x="21617" y="0"/>
                </a:lnTo>
                <a:cubicBezTo>
                  <a:pt x="20466" y="0"/>
                  <a:pt x="19208" y="517"/>
                  <a:pt x="18307" y="1053"/>
                </a:cubicBezTo>
                <a:close/>
              </a:path>
            </a:pathLst>
          </a:custGeom>
          <a:gradFill>
            <a:gsLst>
              <a:gs pos="0">
                <a:schemeClr val="lt1"/>
              </a:gs>
              <a:gs pos="100000">
                <a:srgbClr val="4B6EF8">
                  <a:alpha val="70196"/>
                </a:srgbClr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7"/>
          <p:cNvSpPr/>
          <p:nvPr/>
        </p:nvSpPr>
        <p:spPr>
          <a:xfrm rot="-9720741">
            <a:off x="-717073" y="-1675999"/>
            <a:ext cx="5728060" cy="3491392"/>
          </a:xfrm>
          <a:custGeom>
            <a:rect b="b" l="l" r="r" t="t"/>
            <a:pathLst>
              <a:path extrusionOk="0" h="19413" w="31849">
                <a:moveTo>
                  <a:pt x="29707" y="1945"/>
                </a:moveTo>
                <a:cubicBezTo>
                  <a:pt x="29279" y="2258"/>
                  <a:pt x="28663" y="2588"/>
                  <a:pt x="28146" y="2695"/>
                </a:cubicBezTo>
                <a:lnTo>
                  <a:pt x="28146" y="2695"/>
                </a:lnTo>
                <a:cubicBezTo>
                  <a:pt x="27334" y="2864"/>
                  <a:pt x="26522" y="2686"/>
                  <a:pt x="25710" y="2516"/>
                </a:cubicBezTo>
                <a:lnTo>
                  <a:pt x="25710" y="2516"/>
                </a:lnTo>
                <a:cubicBezTo>
                  <a:pt x="25131" y="2391"/>
                  <a:pt x="24560" y="2266"/>
                  <a:pt x="23989" y="2266"/>
                </a:cubicBezTo>
                <a:lnTo>
                  <a:pt x="23989" y="2266"/>
                </a:lnTo>
                <a:cubicBezTo>
                  <a:pt x="22552" y="2275"/>
                  <a:pt x="21330" y="2962"/>
                  <a:pt x="20741" y="4274"/>
                </a:cubicBezTo>
                <a:lnTo>
                  <a:pt x="20741" y="4274"/>
                </a:lnTo>
                <a:cubicBezTo>
                  <a:pt x="20135" y="5621"/>
                  <a:pt x="20982" y="7164"/>
                  <a:pt x="20117" y="8493"/>
                </a:cubicBezTo>
                <a:lnTo>
                  <a:pt x="20117" y="8493"/>
                </a:lnTo>
                <a:cubicBezTo>
                  <a:pt x="19162" y="9956"/>
                  <a:pt x="17682" y="8440"/>
                  <a:pt x="16772" y="7726"/>
                </a:cubicBezTo>
                <a:lnTo>
                  <a:pt x="16772" y="7726"/>
                </a:lnTo>
                <a:cubicBezTo>
                  <a:pt x="15737" y="6905"/>
                  <a:pt x="13997" y="6379"/>
                  <a:pt x="12766" y="7111"/>
                </a:cubicBezTo>
                <a:lnTo>
                  <a:pt x="12766" y="7111"/>
                </a:lnTo>
                <a:cubicBezTo>
                  <a:pt x="12186" y="7450"/>
                  <a:pt x="11678" y="8083"/>
                  <a:pt x="11410" y="8698"/>
                </a:cubicBezTo>
                <a:lnTo>
                  <a:pt x="11410" y="8698"/>
                </a:lnTo>
                <a:cubicBezTo>
                  <a:pt x="11107" y="9403"/>
                  <a:pt x="11125" y="10162"/>
                  <a:pt x="10884" y="10857"/>
                </a:cubicBezTo>
                <a:lnTo>
                  <a:pt x="10884" y="10857"/>
                </a:lnTo>
                <a:cubicBezTo>
                  <a:pt x="10661" y="11482"/>
                  <a:pt x="10179" y="12285"/>
                  <a:pt x="9528" y="12561"/>
                </a:cubicBezTo>
                <a:lnTo>
                  <a:pt x="9528" y="12561"/>
                </a:lnTo>
                <a:cubicBezTo>
                  <a:pt x="8832" y="12865"/>
                  <a:pt x="8065" y="12882"/>
                  <a:pt x="7342" y="12989"/>
                </a:cubicBezTo>
                <a:lnTo>
                  <a:pt x="7342" y="12989"/>
                </a:lnTo>
                <a:cubicBezTo>
                  <a:pt x="4371" y="13427"/>
                  <a:pt x="1490" y="15273"/>
                  <a:pt x="330" y="18119"/>
                </a:cubicBezTo>
                <a:lnTo>
                  <a:pt x="330" y="18119"/>
                </a:lnTo>
                <a:cubicBezTo>
                  <a:pt x="187" y="18476"/>
                  <a:pt x="0" y="19020"/>
                  <a:pt x="27" y="19413"/>
                </a:cubicBezTo>
                <a:lnTo>
                  <a:pt x="27" y="19413"/>
                </a:lnTo>
                <a:lnTo>
                  <a:pt x="31848" y="19413"/>
                </a:lnTo>
                <a:lnTo>
                  <a:pt x="31384" y="1"/>
                </a:lnTo>
                <a:cubicBezTo>
                  <a:pt x="31188" y="679"/>
                  <a:pt x="30269" y="1526"/>
                  <a:pt x="29707" y="1945"/>
                </a:cubicBezTo>
              </a:path>
            </a:pathLst>
          </a:custGeom>
          <a:gradFill>
            <a:gsLst>
              <a:gs pos="0">
                <a:schemeClr val="lt1"/>
              </a:gs>
              <a:gs pos="100000">
                <a:srgbClr val="4B6EF8">
                  <a:alpha val="70196"/>
                </a:srgbClr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74" name="Google Shape;74;p7"/>
          <p:cNvGrpSpPr/>
          <p:nvPr/>
        </p:nvGrpSpPr>
        <p:grpSpPr>
          <a:xfrm>
            <a:off x="531953" y="54192"/>
            <a:ext cx="2525032" cy="660100"/>
            <a:chOff x="531953" y="54192"/>
            <a:chExt cx="2525032" cy="660100"/>
          </a:xfrm>
        </p:grpSpPr>
        <p:sp>
          <p:nvSpPr>
            <p:cNvPr id="75" name="Google Shape;75;p7"/>
            <p:cNvSpPr/>
            <p:nvPr/>
          </p:nvSpPr>
          <p:spPr>
            <a:xfrm>
              <a:off x="531953" y="54192"/>
              <a:ext cx="660023" cy="660100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7"/>
            <p:cNvSpPr/>
            <p:nvPr/>
          </p:nvSpPr>
          <p:spPr>
            <a:xfrm>
              <a:off x="2311280" y="245493"/>
              <a:ext cx="468769" cy="468795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7"/>
            <p:cNvSpPr/>
            <p:nvPr/>
          </p:nvSpPr>
          <p:spPr>
            <a:xfrm>
              <a:off x="1841797" y="164290"/>
              <a:ext cx="238346" cy="238372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rgbClr val="FFFFFF">
                    <a:alpha val="50196"/>
                  </a:srgbClr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7"/>
            <p:cNvSpPr/>
            <p:nvPr/>
          </p:nvSpPr>
          <p:spPr>
            <a:xfrm>
              <a:off x="2729973" y="54203"/>
              <a:ext cx="327012" cy="327044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9" name="Google Shape;79;p7"/>
          <p:cNvSpPr txBox="1"/>
          <p:nvPr>
            <p:ph idx="1" type="body"/>
          </p:nvPr>
        </p:nvSpPr>
        <p:spPr>
          <a:xfrm>
            <a:off x="713100" y="1850100"/>
            <a:ext cx="5135400" cy="204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048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0" name="Google Shape;80;p7"/>
          <p:cNvSpPr txBox="1"/>
          <p:nvPr>
            <p:ph type="title"/>
          </p:nvPr>
        </p:nvSpPr>
        <p:spPr>
          <a:xfrm>
            <a:off x="713100" y="1244700"/>
            <a:ext cx="5135400" cy="605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8"/>
          <p:cNvSpPr/>
          <p:nvPr/>
        </p:nvSpPr>
        <p:spPr>
          <a:xfrm rot="-6419074">
            <a:off x="4830466" y="-402088"/>
            <a:ext cx="7138425" cy="3491376"/>
          </a:xfrm>
          <a:custGeom>
            <a:rect b="b" l="l" r="r" t="t"/>
            <a:pathLst>
              <a:path extrusionOk="0" h="19413" w="31849">
                <a:moveTo>
                  <a:pt x="29707" y="1945"/>
                </a:moveTo>
                <a:cubicBezTo>
                  <a:pt x="29279" y="2258"/>
                  <a:pt x="28663" y="2588"/>
                  <a:pt x="28146" y="2695"/>
                </a:cubicBezTo>
                <a:lnTo>
                  <a:pt x="28146" y="2695"/>
                </a:lnTo>
                <a:cubicBezTo>
                  <a:pt x="27334" y="2864"/>
                  <a:pt x="26522" y="2686"/>
                  <a:pt x="25710" y="2516"/>
                </a:cubicBezTo>
                <a:lnTo>
                  <a:pt x="25710" y="2516"/>
                </a:lnTo>
                <a:cubicBezTo>
                  <a:pt x="25131" y="2391"/>
                  <a:pt x="24560" y="2266"/>
                  <a:pt x="23989" y="2266"/>
                </a:cubicBezTo>
                <a:lnTo>
                  <a:pt x="23989" y="2266"/>
                </a:lnTo>
                <a:cubicBezTo>
                  <a:pt x="22552" y="2275"/>
                  <a:pt x="21330" y="2962"/>
                  <a:pt x="20741" y="4274"/>
                </a:cubicBezTo>
                <a:lnTo>
                  <a:pt x="20741" y="4274"/>
                </a:lnTo>
                <a:cubicBezTo>
                  <a:pt x="20135" y="5621"/>
                  <a:pt x="20982" y="7164"/>
                  <a:pt x="20117" y="8493"/>
                </a:cubicBezTo>
                <a:lnTo>
                  <a:pt x="20117" y="8493"/>
                </a:lnTo>
                <a:cubicBezTo>
                  <a:pt x="19162" y="9956"/>
                  <a:pt x="17682" y="8440"/>
                  <a:pt x="16772" y="7726"/>
                </a:cubicBezTo>
                <a:lnTo>
                  <a:pt x="16772" y="7726"/>
                </a:lnTo>
                <a:cubicBezTo>
                  <a:pt x="15737" y="6905"/>
                  <a:pt x="13997" y="6379"/>
                  <a:pt x="12766" y="7111"/>
                </a:cubicBezTo>
                <a:lnTo>
                  <a:pt x="12766" y="7111"/>
                </a:lnTo>
                <a:cubicBezTo>
                  <a:pt x="12186" y="7450"/>
                  <a:pt x="11678" y="8083"/>
                  <a:pt x="11410" y="8698"/>
                </a:cubicBezTo>
                <a:lnTo>
                  <a:pt x="11410" y="8698"/>
                </a:lnTo>
                <a:cubicBezTo>
                  <a:pt x="11107" y="9403"/>
                  <a:pt x="11125" y="10162"/>
                  <a:pt x="10884" y="10857"/>
                </a:cubicBezTo>
                <a:lnTo>
                  <a:pt x="10884" y="10857"/>
                </a:lnTo>
                <a:cubicBezTo>
                  <a:pt x="10661" y="11482"/>
                  <a:pt x="10179" y="12285"/>
                  <a:pt x="9528" y="12561"/>
                </a:cubicBezTo>
                <a:lnTo>
                  <a:pt x="9528" y="12561"/>
                </a:lnTo>
                <a:cubicBezTo>
                  <a:pt x="8832" y="12865"/>
                  <a:pt x="8065" y="12882"/>
                  <a:pt x="7342" y="12989"/>
                </a:cubicBezTo>
                <a:lnTo>
                  <a:pt x="7342" y="12989"/>
                </a:lnTo>
                <a:cubicBezTo>
                  <a:pt x="4371" y="13427"/>
                  <a:pt x="1490" y="15273"/>
                  <a:pt x="330" y="18119"/>
                </a:cubicBezTo>
                <a:lnTo>
                  <a:pt x="330" y="18119"/>
                </a:lnTo>
                <a:cubicBezTo>
                  <a:pt x="187" y="18476"/>
                  <a:pt x="0" y="19020"/>
                  <a:pt x="27" y="19413"/>
                </a:cubicBezTo>
                <a:lnTo>
                  <a:pt x="27" y="19413"/>
                </a:lnTo>
                <a:lnTo>
                  <a:pt x="31848" y="19413"/>
                </a:lnTo>
                <a:lnTo>
                  <a:pt x="31384" y="1"/>
                </a:lnTo>
                <a:cubicBezTo>
                  <a:pt x="31188" y="679"/>
                  <a:pt x="30269" y="1526"/>
                  <a:pt x="29707" y="1945"/>
                </a:cubicBezTo>
              </a:path>
            </a:pathLst>
          </a:custGeom>
          <a:gradFill>
            <a:gsLst>
              <a:gs pos="0">
                <a:schemeClr val="lt1"/>
              </a:gs>
              <a:gs pos="100000">
                <a:srgbClr val="4B6EF8">
                  <a:alpha val="70196"/>
                </a:srgbClr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8"/>
          <p:cNvSpPr/>
          <p:nvPr/>
        </p:nvSpPr>
        <p:spPr>
          <a:xfrm rot="5868956">
            <a:off x="-2972528" y="1025449"/>
            <a:ext cx="7138386" cy="3491394"/>
          </a:xfrm>
          <a:custGeom>
            <a:rect b="b" l="l" r="r" t="t"/>
            <a:pathLst>
              <a:path extrusionOk="0" h="19413" w="31849">
                <a:moveTo>
                  <a:pt x="29707" y="1945"/>
                </a:moveTo>
                <a:cubicBezTo>
                  <a:pt x="29279" y="2258"/>
                  <a:pt x="28663" y="2588"/>
                  <a:pt x="28146" y="2695"/>
                </a:cubicBezTo>
                <a:lnTo>
                  <a:pt x="28146" y="2695"/>
                </a:lnTo>
                <a:cubicBezTo>
                  <a:pt x="27334" y="2864"/>
                  <a:pt x="26522" y="2686"/>
                  <a:pt x="25710" y="2516"/>
                </a:cubicBezTo>
                <a:lnTo>
                  <a:pt x="25710" y="2516"/>
                </a:lnTo>
                <a:cubicBezTo>
                  <a:pt x="25131" y="2391"/>
                  <a:pt x="24560" y="2266"/>
                  <a:pt x="23989" y="2266"/>
                </a:cubicBezTo>
                <a:lnTo>
                  <a:pt x="23989" y="2266"/>
                </a:lnTo>
                <a:cubicBezTo>
                  <a:pt x="22552" y="2275"/>
                  <a:pt x="21330" y="2962"/>
                  <a:pt x="20741" y="4274"/>
                </a:cubicBezTo>
                <a:lnTo>
                  <a:pt x="20741" y="4274"/>
                </a:lnTo>
                <a:cubicBezTo>
                  <a:pt x="20135" y="5621"/>
                  <a:pt x="20982" y="7164"/>
                  <a:pt x="20117" y="8493"/>
                </a:cubicBezTo>
                <a:lnTo>
                  <a:pt x="20117" y="8493"/>
                </a:lnTo>
                <a:cubicBezTo>
                  <a:pt x="19162" y="9956"/>
                  <a:pt x="17682" y="8440"/>
                  <a:pt x="16772" y="7726"/>
                </a:cubicBezTo>
                <a:lnTo>
                  <a:pt x="16772" y="7726"/>
                </a:lnTo>
                <a:cubicBezTo>
                  <a:pt x="15737" y="6905"/>
                  <a:pt x="13997" y="6379"/>
                  <a:pt x="12766" y="7111"/>
                </a:cubicBezTo>
                <a:lnTo>
                  <a:pt x="12766" y="7111"/>
                </a:lnTo>
                <a:cubicBezTo>
                  <a:pt x="12186" y="7450"/>
                  <a:pt x="11678" y="8083"/>
                  <a:pt x="11410" y="8698"/>
                </a:cubicBezTo>
                <a:lnTo>
                  <a:pt x="11410" y="8698"/>
                </a:lnTo>
                <a:cubicBezTo>
                  <a:pt x="11107" y="9403"/>
                  <a:pt x="11125" y="10162"/>
                  <a:pt x="10884" y="10857"/>
                </a:cubicBezTo>
                <a:lnTo>
                  <a:pt x="10884" y="10857"/>
                </a:lnTo>
                <a:cubicBezTo>
                  <a:pt x="10661" y="11482"/>
                  <a:pt x="10179" y="12285"/>
                  <a:pt x="9528" y="12561"/>
                </a:cubicBezTo>
                <a:lnTo>
                  <a:pt x="9528" y="12561"/>
                </a:lnTo>
                <a:cubicBezTo>
                  <a:pt x="8832" y="12865"/>
                  <a:pt x="8065" y="12882"/>
                  <a:pt x="7342" y="12989"/>
                </a:cubicBezTo>
                <a:lnTo>
                  <a:pt x="7342" y="12989"/>
                </a:lnTo>
                <a:cubicBezTo>
                  <a:pt x="4371" y="13427"/>
                  <a:pt x="1490" y="15273"/>
                  <a:pt x="330" y="18119"/>
                </a:cubicBezTo>
                <a:lnTo>
                  <a:pt x="330" y="18119"/>
                </a:lnTo>
                <a:cubicBezTo>
                  <a:pt x="187" y="18476"/>
                  <a:pt x="0" y="19020"/>
                  <a:pt x="27" y="19413"/>
                </a:cubicBezTo>
                <a:lnTo>
                  <a:pt x="27" y="19413"/>
                </a:lnTo>
                <a:lnTo>
                  <a:pt x="31848" y="19413"/>
                </a:lnTo>
                <a:lnTo>
                  <a:pt x="31384" y="1"/>
                </a:lnTo>
                <a:cubicBezTo>
                  <a:pt x="31188" y="679"/>
                  <a:pt x="30269" y="1526"/>
                  <a:pt x="29707" y="1945"/>
                </a:cubicBezTo>
              </a:path>
            </a:pathLst>
          </a:custGeom>
          <a:gradFill>
            <a:gsLst>
              <a:gs pos="0">
                <a:schemeClr val="lt1"/>
              </a:gs>
              <a:gs pos="100000">
                <a:srgbClr val="4B6EF8">
                  <a:alpha val="70196"/>
                </a:srgbClr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4" name="Google Shape;84;p8"/>
          <p:cNvGrpSpPr/>
          <p:nvPr/>
        </p:nvGrpSpPr>
        <p:grpSpPr>
          <a:xfrm>
            <a:off x="8030823" y="254364"/>
            <a:ext cx="1324311" cy="1655928"/>
            <a:chOff x="8030823" y="254364"/>
            <a:chExt cx="1324311" cy="1655928"/>
          </a:xfrm>
        </p:grpSpPr>
        <p:sp>
          <p:nvSpPr>
            <p:cNvPr id="85" name="Google Shape;85;p8"/>
            <p:cNvSpPr/>
            <p:nvPr/>
          </p:nvSpPr>
          <p:spPr>
            <a:xfrm>
              <a:off x="8409504" y="254378"/>
              <a:ext cx="945630" cy="945730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8"/>
            <p:cNvSpPr/>
            <p:nvPr/>
          </p:nvSpPr>
          <p:spPr>
            <a:xfrm>
              <a:off x="8107053" y="1250192"/>
              <a:ext cx="660023" cy="660100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>
              <a:off x="8030823" y="254364"/>
              <a:ext cx="327012" cy="327044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8" name="Google Shape;88;p8"/>
          <p:cNvGrpSpPr/>
          <p:nvPr/>
        </p:nvGrpSpPr>
        <p:grpSpPr>
          <a:xfrm>
            <a:off x="-137271" y="2581792"/>
            <a:ext cx="1510384" cy="2479841"/>
            <a:chOff x="-137271" y="2581792"/>
            <a:chExt cx="1510384" cy="2479841"/>
          </a:xfrm>
        </p:grpSpPr>
        <p:sp>
          <p:nvSpPr>
            <p:cNvPr id="89" name="Google Shape;89;p8"/>
            <p:cNvSpPr/>
            <p:nvPr/>
          </p:nvSpPr>
          <p:spPr>
            <a:xfrm>
              <a:off x="266653" y="2581792"/>
              <a:ext cx="660023" cy="660100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" name="Google Shape;90;p8"/>
            <p:cNvSpPr/>
            <p:nvPr/>
          </p:nvSpPr>
          <p:spPr>
            <a:xfrm>
              <a:off x="713090" y="3958292"/>
              <a:ext cx="660023" cy="660100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" name="Google Shape;91;p8"/>
            <p:cNvSpPr/>
            <p:nvPr/>
          </p:nvSpPr>
          <p:spPr>
            <a:xfrm>
              <a:off x="262648" y="3515377"/>
              <a:ext cx="327012" cy="327044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" name="Google Shape;92;p8"/>
            <p:cNvSpPr/>
            <p:nvPr/>
          </p:nvSpPr>
          <p:spPr>
            <a:xfrm>
              <a:off x="-137271" y="4115903"/>
              <a:ext cx="945630" cy="945730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3" name="Google Shape;93;p8"/>
          <p:cNvSpPr txBox="1"/>
          <p:nvPr>
            <p:ph type="title"/>
          </p:nvPr>
        </p:nvSpPr>
        <p:spPr>
          <a:xfrm>
            <a:off x="2317950" y="1307100"/>
            <a:ext cx="4508100" cy="252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72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9"/>
          <p:cNvSpPr txBox="1"/>
          <p:nvPr>
            <p:ph type="title"/>
          </p:nvPr>
        </p:nvSpPr>
        <p:spPr>
          <a:xfrm>
            <a:off x="2241450" y="1520250"/>
            <a:ext cx="4661100" cy="841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5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96" name="Google Shape;96;p9"/>
          <p:cNvSpPr txBox="1"/>
          <p:nvPr>
            <p:ph idx="1" type="subTitle"/>
          </p:nvPr>
        </p:nvSpPr>
        <p:spPr>
          <a:xfrm>
            <a:off x="2241550" y="2362050"/>
            <a:ext cx="4661100" cy="12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400"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400"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400"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400"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400"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97" name="Google Shape;97;p9"/>
          <p:cNvSpPr/>
          <p:nvPr/>
        </p:nvSpPr>
        <p:spPr>
          <a:xfrm>
            <a:off x="4182350" y="2075876"/>
            <a:ext cx="5728043" cy="3491380"/>
          </a:xfrm>
          <a:custGeom>
            <a:rect b="b" l="l" r="r" t="t"/>
            <a:pathLst>
              <a:path extrusionOk="0" h="19413" w="31849">
                <a:moveTo>
                  <a:pt x="29707" y="1945"/>
                </a:moveTo>
                <a:cubicBezTo>
                  <a:pt x="29279" y="2258"/>
                  <a:pt x="28663" y="2588"/>
                  <a:pt x="28146" y="2695"/>
                </a:cubicBezTo>
                <a:lnTo>
                  <a:pt x="28146" y="2695"/>
                </a:lnTo>
                <a:cubicBezTo>
                  <a:pt x="27334" y="2864"/>
                  <a:pt x="26522" y="2686"/>
                  <a:pt x="25710" y="2516"/>
                </a:cubicBezTo>
                <a:lnTo>
                  <a:pt x="25710" y="2516"/>
                </a:lnTo>
                <a:cubicBezTo>
                  <a:pt x="25131" y="2391"/>
                  <a:pt x="24560" y="2266"/>
                  <a:pt x="23989" y="2266"/>
                </a:cubicBezTo>
                <a:lnTo>
                  <a:pt x="23989" y="2266"/>
                </a:lnTo>
                <a:cubicBezTo>
                  <a:pt x="22552" y="2275"/>
                  <a:pt x="21330" y="2962"/>
                  <a:pt x="20741" y="4274"/>
                </a:cubicBezTo>
                <a:lnTo>
                  <a:pt x="20741" y="4274"/>
                </a:lnTo>
                <a:cubicBezTo>
                  <a:pt x="20135" y="5621"/>
                  <a:pt x="20982" y="7164"/>
                  <a:pt x="20117" y="8493"/>
                </a:cubicBezTo>
                <a:lnTo>
                  <a:pt x="20117" y="8493"/>
                </a:lnTo>
                <a:cubicBezTo>
                  <a:pt x="19162" y="9956"/>
                  <a:pt x="17682" y="8440"/>
                  <a:pt x="16772" y="7726"/>
                </a:cubicBezTo>
                <a:lnTo>
                  <a:pt x="16772" y="7726"/>
                </a:lnTo>
                <a:cubicBezTo>
                  <a:pt x="15737" y="6905"/>
                  <a:pt x="13997" y="6379"/>
                  <a:pt x="12766" y="7111"/>
                </a:cubicBezTo>
                <a:lnTo>
                  <a:pt x="12766" y="7111"/>
                </a:lnTo>
                <a:cubicBezTo>
                  <a:pt x="12186" y="7450"/>
                  <a:pt x="11678" y="8083"/>
                  <a:pt x="11410" y="8698"/>
                </a:cubicBezTo>
                <a:lnTo>
                  <a:pt x="11410" y="8698"/>
                </a:lnTo>
                <a:cubicBezTo>
                  <a:pt x="11107" y="9403"/>
                  <a:pt x="11125" y="10162"/>
                  <a:pt x="10884" y="10857"/>
                </a:cubicBezTo>
                <a:lnTo>
                  <a:pt x="10884" y="10857"/>
                </a:lnTo>
                <a:cubicBezTo>
                  <a:pt x="10661" y="11482"/>
                  <a:pt x="10179" y="12285"/>
                  <a:pt x="9528" y="12561"/>
                </a:cubicBezTo>
                <a:lnTo>
                  <a:pt x="9528" y="12561"/>
                </a:lnTo>
                <a:cubicBezTo>
                  <a:pt x="8832" y="12865"/>
                  <a:pt x="8065" y="12882"/>
                  <a:pt x="7342" y="12989"/>
                </a:cubicBezTo>
                <a:lnTo>
                  <a:pt x="7342" y="12989"/>
                </a:lnTo>
                <a:cubicBezTo>
                  <a:pt x="4371" y="13427"/>
                  <a:pt x="1490" y="15273"/>
                  <a:pt x="330" y="18119"/>
                </a:cubicBezTo>
                <a:lnTo>
                  <a:pt x="330" y="18119"/>
                </a:lnTo>
                <a:cubicBezTo>
                  <a:pt x="187" y="18476"/>
                  <a:pt x="0" y="19020"/>
                  <a:pt x="27" y="19413"/>
                </a:cubicBezTo>
                <a:lnTo>
                  <a:pt x="27" y="19413"/>
                </a:lnTo>
                <a:lnTo>
                  <a:pt x="31848" y="19413"/>
                </a:lnTo>
                <a:lnTo>
                  <a:pt x="31384" y="1"/>
                </a:lnTo>
                <a:cubicBezTo>
                  <a:pt x="31188" y="679"/>
                  <a:pt x="30269" y="1526"/>
                  <a:pt x="29707" y="1945"/>
                </a:cubicBezTo>
              </a:path>
            </a:pathLst>
          </a:custGeom>
          <a:gradFill>
            <a:gsLst>
              <a:gs pos="0">
                <a:schemeClr val="lt1"/>
              </a:gs>
              <a:gs pos="100000">
                <a:srgbClr val="4B6EF8">
                  <a:alpha val="70196"/>
                </a:srgbClr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9"/>
          <p:cNvSpPr/>
          <p:nvPr/>
        </p:nvSpPr>
        <p:spPr>
          <a:xfrm>
            <a:off x="5816848" y="3347141"/>
            <a:ext cx="4013990" cy="1875356"/>
          </a:xfrm>
          <a:custGeom>
            <a:rect b="b" l="l" r="r" t="t"/>
            <a:pathLst>
              <a:path extrusionOk="0" h="10483" w="22438">
                <a:moveTo>
                  <a:pt x="18307" y="1053"/>
                </a:moveTo>
                <a:cubicBezTo>
                  <a:pt x="17174" y="1740"/>
                  <a:pt x="16505" y="2560"/>
                  <a:pt x="15773" y="3640"/>
                </a:cubicBezTo>
                <a:lnTo>
                  <a:pt x="15773" y="3640"/>
                </a:lnTo>
                <a:cubicBezTo>
                  <a:pt x="15149" y="4550"/>
                  <a:pt x="14658" y="5593"/>
                  <a:pt x="13668" y="6164"/>
                </a:cubicBezTo>
                <a:lnTo>
                  <a:pt x="13668" y="6164"/>
                </a:lnTo>
                <a:cubicBezTo>
                  <a:pt x="12606" y="6762"/>
                  <a:pt x="11009" y="6896"/>
                  <a:pt x="9823" y="6539"/>
                </a:cubicBezTo>
                <a:lnTo>
                  <a:pt x="9823" y="6539"/>
                </a:lnTo>
                <a:cubicBezTo>
                  <a:pt x="8565" y="6156"/>
                  <a:pt x="7049" y="5906"/>
                  <a:pt x="5791" y="6477"/>
                </a:cubicBezTo>
                <a:lnTo>
                  <a:pt x="5791" y="6477"/>
                </a:lnTo>
                <a:cubicBezTo>
                  <a:pt x="4497" y="7057"/>
                  <a:pt x="3293" y="7931"/>
                  <a:pt x="2151" y="8752"/>
                </a:cubicBezTo>
                <a:lnTo>
                  <a:pt x="2151" y="8752"/>
                </a:lnTo>
                <a:cubicBezTo>
                  <a:pt x="1410" y="9296"/>
                  <a:pt x="670" y="9858"/>
                  <a:pt x="1" y="10482"/>
                </a:cubicBezTo>
                <a:lnTo>
                  <a:pt x="1" y="10482"/>
                </a:lnTo>
                <a:lnTo>
                  <a:pt x="22393" y="10482"/>
                </a:lnTo>
                <a:lnTo>
                  <a:pt x="22437" y="98"/>
                </a:lnTo>
                <a:cubicBezTo>
                  <a:pt x="22179" y="27"/>
                  <a:pt x="21902" y="0"/>
                  <a:pt x="21617" y="0"/>
                </a:cubicBezTo>
                <a:lnTo>
                  <a:pt x="21617" y="0"/>
                </a:lnTo>
                <a:cubicBezTo>
                  <a:pt x="20466" y="0"/>
                  <a:pt x="19208" y="517"/>
                  <a:pt x="18307" y="1053"/>
                </a:cubicBezTo>
                <a:close/>
              </a:path>
            </a:pathLst>
          </a:custGeom>
          <a:gradFill>
            <a:gsLst>
              <a:gs pos="0">
                <a:schemeClr val="lt1"/>
              </a:gs>
              <a:gs pos="100000">
                <a:srgbClr val="4B6EF8">
                  <a:alpha val="70196"/>
                </a:srgbClr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9"/>
          <p:cNvSpPr/>
          <p:nvPr/>
        </p:nvSpPr>
        <p:spPr>
          <a:xfrm rot="-9720741">
            <a:off x="-717073" y="-1675999"/>
            <a:ext cx="5728060" cy="3491392"/>
          </a:xfrm>
          <a:custGeom>
            <a:rect b="b" l="l" r="r" t="t"/>
            <a:pathLst>
              <a:path extrusionOk="0" h="19413" w="31849">
                <a:moveTo>
                  <a:pt x="29707" y="1945"/>
                </a:moveTo>
                <a:cubicBezTo>
                  <a:pt x="29279" y="2258"/>
                  <a:pt x="28663" y="2588"/>
                  <a:pt x="28146" y="2695"/>
                </a:cubicBezTo>
                <a:lnTo>
                  <a:pt x="28146" y="2695"/>
                </a:lnTo>
                <a:cubicBezTo>
                  <a:pt x="27334" y="2864"/>
                  <a:pt x="26522" y="2686"/>
                  <a:pt x="25710" y="2516"/>
                </a:cubicBezTo>
                <a:lnTo>
                  <a:pt x="25710" y="2516"/>
                </a:lnTo>
                <a:cubicBezTo>
                  <a:pt x="25131" y="2391"/>
                  <a:pt x="24560" y="2266"/>
                  <a:pt x="23989" y="2266"/>
                </a:cubicBezTo>
                <a:lnTo>
                  <a:pt x="23989" y="2266"/>
                </a:lnTo>
                <a:cubicBezTo>
                  <a:pt x="22552" y="2275"/>
                  <a:pt x="21330" y="2962"/>
                  <a:pt x="20741" y="4274"/>
                </a:cubicBezTo>
                <a:lnTo>
                  <a:pt x="20741" y="4274"/>
                </a:lnTo>
                <a:cubicBezTo>
                  <a:pt x="20135" y="5621"/>
                  <a:pt x="20982" y="7164"/>
                  <a:pt x="20117" y="8493"/>
                </a:cubicBezTo>
                <a:lnTo>
                  <a:pt x="20117" y="8493"/>
                </a:lnTo>
                <a:cubicBezTo>
                  <a:pt x="19162" y="9956"/>
                  <a:pt x="17682" y="8440"/>
                  <a:pt x="16772" y="7726"/>
                </a:cubicBezTo>
                <a:lnTo>
                  <a:pt x="16772" y="7726"/>
                </a:lnTo>
                <a:cubicBezTo>
                  <a:pt x="15737" y="6905"/>
                  <a:pt x="13997" y="6379"/>
                  <a:pt x="12766" y="7111"/>
                </a:cubicBezTo>
                <a:lnTo>
                  <a:pt x="12766" y="7111"/>
                </a:lnTo>
                <a:cubicBezTo>
                  <a:pt x="12186" y="7450"/>
                  <a:pt x="11678" y="8083"/>
                  <a:pt x="11410" y="8698"/>
                </a:cubicBezTo>
                <a:lnTo>
                  <a:pt x="11410" y="8698"/>
                </a:lnTo>
                <a:cubicBezTo>
                  <a:pt x="11107" y="9403"/>
                  <a:pt x="11125" y="10162"/>
                  <a:pt x="10884" y="10857"/>
                </a:cubicBezTo>
                <a:lnTo>
                  <a:pt x="10884" y="10857"/>
                </a:lnTo>
                <a:cubicBezTo>
                  <a:pt x="10661" y="11482"/>
                  <a:pt x="10179" y="12285"/>
                  <a:pt x="9528" y="12561"/>
                </a:cubicBezTo>
                <a:lnTo>
                  <a:pt x="9528" y="12561"/>
                </a:lnTo>
                <a:cubicBezTo>
                  <a:pt x="8832" y="12865"/>
                  <a:pt x="8065" y="12882"/>
                  <a:pt x="7342" y="12989"/>
                </a:cubicBezTo>
                <a:lnTo>
                  <a:pt x="7342" y="12989"/>
                </a:lnTo>
                <a:cubicBezTo>
                  <a:pt x="4371" y="13427"/>
                  <a:pt x="1490" y="15273"/>
                  <a:pt x="330" y="18119"/>
                </a:cubicBezTo>
                <a:lnTo>
                  <a:pt x="330" y="18119"/>
                </a:lnTo>
                <a:cubicBezTo>
                  <a:pt x="187" y="18476"/>
                  <a:pt x="0" y="19020"/>
                  <a:pt x="27" y="19413"/>
                </a:cubicBezTo>
                <a:lnTo>
                  <a:pt x="27" y="19413"/>
                </a:lnTo>
                <a:lnTo>
                  <a:pt x="31848" y="19413"/>
                </a:lnTo>
                <a:lnTo>
                  <a:pt x="31384" y="1"/>
                </a:lnTo>
                <a:cubicBezTo>
                  <a:pt x="31188" y="679"/>
                  <a:pt x="30269" y="1526"/>
                  <a:pt x="29707" y="1945"/>
                </a:cubicBezTo>
              </a:path>
            </a:pathLst>
          </a:custGeom>
          <a:gradFill>
            <a:gsLst>
              <a:gs pos="0">
                <a:schemeClr val="lt1"/>
              </a:gs>
              <a:gs pos="100000">
                <a:srgbClr val="4B6EF8">
                  <a:alpha val="70196"/>
                </a:srgbClr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00" name="Google Shape;100;p9"/>
          <p:cNvGrpSpPr/>
          <p:nvPr/>
        </p:nvGrpSpPr>
        <p:grpSpPr>
          <a:xfrm>
            <a:off x="531953" y="54192"/>
            <a:ext cx="2525032" cy="660100"/>
            <a:chOff x="531953" y="54192"/>
            <a:chExt cx="2525032" cy="660100"/>
          </a:xfrm>
        </p:grpSpPr>
        <p:sp>
          <p:nvSpPr>
            <p:cNvPr id="101" name="Google Shape;101;p9"/>
            <p:cNvSpPr/>
            <p:nvPr/>
          </p:nvSpPr>
          <p:spPr>
            <a:xfrm>
              <a:off x="531953" y="54192"/>
              <a:ext cx="660023" cy="660100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9"/>
            <p:cNvSpPr/>
            <p:nvPr/>
          </p:nvSpPr>
          <p:spPr>
            <a:xfrm>
              <a:off x="2311280" y="245493"/>
              <a:ext cx="468769" cy="468795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" name="Google Shape;103;p9"/>
            <p:cNvSpPr/>
            <p:nvPr/>
          </p:nvSpPr>
          <p:spPr>
            <a:xfrm>
              <a:off x="1841797" y="164290"/>
              <a:ext cx="238346" cy="238372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rgbClr val="FFFFFF">
                    <a:alpha val="50196"/>
                  </a:srgbClr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" name="Google Shape;104;p9"/>
            <p:cNvSpPr/>
            <p:nvPr/>
          </p:nvSpPr>
          <p:spPr>
            <a:xfrm>
              <a:off x="2729973" y="54203"/>
              <a:ext cx="327012" cy="327044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0"/>
          <p:cNvSpPr/>
          <p:nvPr>
            <p:ph idx="2" type="pic"/>
          </p:nvPr>
        </p:nvSpPr>
        <p:spPr>
          <a:xfrm>
            <a:off x="10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107" name="Google Shape;107;p10"/>
          <p:cNvSpPr txBox="1"/>
          <p:nvPr>
            <p:ph type="title"/>
          </p:nvPr>
        </p:nvSpPr>
        <p:spPr>
          <a:xfrm>
            <a:off x="720000" y="386205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1"/>
          <p:cNvSpPr/>
          <p:nvPr/>
        </p:nvSpPr>
        <p:spPr>
          <a:xfrm rot="-6419074">
            <a:off x="4830466" y="-402088"/>
            <a:ext cx="7138425" cy="3491376"/>
          </a:xfrm>
          <a:custGeom>
            <a:rect b="b" l="l" r="r" t="t"/>
            <a:pathLst>
              <a:path extrusionOk="0" h="19413" w="31849">
                <a:moveTo>
                  <a:pt x="29707" y="1945"/>
                </a:moveTo>
                <a:cubicBezTo>
                  <a:pt x="29279" y="2258"/>
                  <a:pt x="28663" y="2588"/>
                  <a:pt x="28146" y="2695"/>
                </a:cubicBezTo>
                <a:lnTo>
                  <a:pt x="28146" y="2695"/>
                </a:lnTo>
                <a:cubicBezTo>
                  <a:pt x="27334" y="2864"/>
                  <a:pt x="26522" y="2686"/>
                  <a:pt x="25710" y="2516"/>
                </a:cubicBezTo>
                <a:lnTo>
                  <a:pt x="25710" y="2516"/>
                </a:lnTo>
                <a:cubicBezTo>
                  <a:pt x="25131" y="2391"/>
                  <a:pt x="24560" y="2266"/>
                  <a:pt x="23989" y="2266"/>
                </a:cubicBezTo>
                <a:lnTo>
                  <a:pt x="23989" y="2266"/>
                </a:lnTo>
                <a:cubicBezTo>
                  <a:pt x="22552" y="2275"/>
                  <a:pt x="21330" y="2962"/>
                  <a:pt x="20741" y="4274"/>
                </a:cubicBezTo>
                <a:lnTo>
                  <a:pt x="20741" y="4274"/>
                </a:lnTo>
                <a:cubicBezTo>
                  <a:pt x="20135" y="5621"/>
                  <a:pt x="20982" y="7164"/>
                  <a:pt x="20117" y="8493"/>
                </a:cubicBezTo>
                <a:lnTo>
                  <a:pt x="20117" y="8493"/>
                </a:lnTo>
                <a:cubicBezTo>
                  <a:pt x="19162" y="9956"/>
                  <a:pt x="17682" y="8440"/>
                  <a:pt x="16772" y="7726"/>
                </a:cubicBezTo>
                <a:lnTo>
                  <a:pt x="16772" y="7726"/>
                </a:lnTo>
                <a:cubicBezTo>
                  <a:pt x="15737" y="6905"/>
                  <a:pt x="13997" y="6379"/>
                  <a:pt x="12766" y="7111"/>
                </a:cubicBezTo>
                <a:lnTo>
                  <a:pt x="12766" y="7111"/>
                </a:lnTo>
                <a:cubicBezTo>
                  <a:pt x="12186" y="7450"/>
                  <a:pt x="11678" y="8083"/>
                  <a:pt x="11410" y="8698"/>
                </a:cubicBezTo>
                <a:lnTo>
                  <a:pt x="11410" y="8698"/>
                </a:lnTo>
                <a:cubicBezTo>
                  <a:pt x="11107" y="9403"/>
                  <a:pt x="11125" y="10162"/>
                  <a:pt x="10884" y="10857"/>
                </a:cubicBezTo>
                <a:lnTo>
                  <a:pt x="10884" y="10857"/>
                </a:lnTo>
                <a:cubicBezTo>
                  <a:pt x="10661" y="11482"/>
                  <a:pt x="10179" y="12285"/>
                  <a:pt x="9528" y="12561"/>
                </a:cubicBezTo>
                <a:lnTo>
                  <a:pt x="9528" y="12561"/>
                </a:lnTo>
                <a:cubicBezTo>
                  <a:pt x="8832" y="12865"/>
                  <a:pt x="8065" y="12882"/>
                  <a:pt x="7342" y="12989"/>
                </a:cubicBezTo>
                <a:lnTo>
                  <a:pt x="7342" y="12989"/>
                </a:lnTo>
                <a:cubicBezTo>
                  <a:pt x="4371" y="13427"/>
                  <a:pt x="1490" y="15273"/>
                  <a:pt x="330" y="18119"/>
                </a:cubicBezTo>
                <a:lnTo>
                  <a:pt x="330" y="18119"/>
                </a:lnTo>
                <a:cubicBezTo>
                  <a:pt x="187" y="18476"/>
                  <a:pt x="0" y="19020"/>
                  <a:pt x="27" y="19413"/>
                </a:cubicBezTo>
                <a:lnTo>
                  <a:pt x="27" y="19413"/>
                </a:lnTo>
                <a:lnTo>
                  <a:pt x="31848" y="19413"/>
                </a:lnTo>
                <a:lnTo>
                  <a:pt x="31384" y="1"/>
                </a:lnTo>
                <a:cubicBezTo>
                  <a:pt x="31188" y="679"/>
                  <a:pt x="30269" y="1526"/>
                  <a:pt x="29707" y="1945"/>
                </a:cubicBezTo>
              </a:path>
            </a:pathLst>
          </a:custGeom>
          <a:gradFill>
            <a:gsLst>
              <a:gs pos="0">
                <a:schemeClr val="lt1"/>
              </a:gs>
              <a:gs pos="100000">
                <a:srgbClr val="4B6EF8">
                  <a:alpha val="70196"/>
                </a:srgbClr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11"/>
          <p:cNvSpPr/>
          <p:nvPr/>
        </p:nvSpPr>
        <p:spPr>
          <a:xfrm rot="5868956">
            <a:off x="-2972528" y="1025449"/>
            <a:ext cx="7138386" cy="3491394"/>
          </a:xfrm>
          <a:custGeom>
            <a:rect b="b" l="l" r="r" t="t"/>
            <a:pathLst>
              <a:path extrusionOk="0" h="19413" w="31849">
                <a:moveTo>
                  <a:pt x="29707" y="1945"/>
                </a:moveTo>
                <a:cubicBezTo>
                  <a:pt x="29279" y="2258"/>
                  <a:pt x="28663" y="2588"/>
                  <a:pt x="28146" y="2695"/>
                </a:cubicBezTo>
                <a:lnTo>
                  <a:pt x="28146" y="2695"/>
                </a:lnTo>
                <a:cubicBezTo>
                  <a:pt x="27334" y="2864"/>
                  <a:pt x="26522" y="2686"/>
                  <a:pt x="25710" y="2516"/>
                </a:cubicBezTo>
                <a:lnTo>
                  <a:pt x="25710" y="2516"/>
                </a:lnTo>
                <a:cubicBezTo>
                  <a:pt x="25131" y="2391"/>
                  <a:pt x="24560" y="2266"/>
                  <a:pt x="23989" y="2266"/>
                </a:cubicBezTo>
                <a:lnTo>
                  <a:pt x="23989" y="2266"/>
                </a:lnTo>
                <a:cubicBezTo>
                  <a:pt x="22552" y="2275"/>
                  <a:pt x="21330" y="2962"/>
                  <a:pt x="20741" y="4274"/>
                </a:cubicBezTo>
                <a:lnTo>
                  <a:pt x="20741" y="4274"/>
                </a:lnTo>
                <a:cubicBezTo>
                  <a:pt x="20135" y="5621"/>
                  <a:pt x="20982" y="7164"/>
                  <a:pt x="20117" y="8493"/>
                </a:cubicBezTo>
                <a:lnTo>
                  <a:pt x="20117" y="8493"/>
                </a:lnTo>
                <a:cubicBezTo>
                  <a:pt x="19162" y="9956"/>
                  <a:pt x="17682" y="8440"/>
                  <a:pt x="16772" y="7726"/>
                </a:cubicBezTo>
                <a:lnTo>
                  <a:pt x="16772" y="7726"/>
                </a:lnTo>
                <a:cubicBezTo>
                  <a:pt x="15737" y="6905"/>
                  <a:pt x="13997" y="6379"/>
                  <a:pt x="12766" y="7111"/>
                </a:cubicBezTo>
                <a:lnTo>
                  <a:pt x="12766" y="7111"/>
                </a:lnTo>
                <a:cubicBezTo>
                  <a:pt x="12186" y="7450"/>
                  <a:pt x="11678" y="8083"/>
                  <a:pt x="11410" y="8698"/>
                </a:cubicBezTo>
                <a:lnTo>
                  <a:pt x="11410" y="8698"/>
                </a:lnTo>
                <a:cubicBezTo>
                  <a:pt x="11107" y="9403"/>
                  <a:pt x="11125" y="10162"/>
                  <a:pt x="10884" y="10857"/>
                </a:cubicBezTo>
                <a:lnTo>
                  <a:pt x="10884" y="10857"/>
                </a:lnTo>
                <a:cubicBezTo>
                  <a:pt x="10661" y="11482"/>
                  <a:pt x="10179" y="12285"/>
                  <a:pt x="9528" y="12561"/>
                </a:cubicBezTo>
                <a:lnTo>
                  <a:pt x="9528" y="12561"/>
                </a:lnTo>
                <a:cubicBezTo>
                  <a:pt x="8832" y="12865"/>
                  <a:pt x="8065" y="12882"/>
                  <a:pt x="7342" y="12989"/>
                </a:cubicBezTo>
                <a:lnTo>
                  <a:pt x="7342" y="12989"/>
                </a:lnTo>
                <a:cubicBezTo>
                  <a:pt x="4371" y="13427"/>
                  <a:pt x="1490" y="15273"/>
                  <a:pt x="330" y="18119"/>
                </a:cubicBezTo>
                <a:lnTo>
                  <a:pt x="330" y="18119"/>
                </a:lnTo>
                <a:cubicBezTo>
                  <a:pt x="187" y="18476"/>
                  <a:pt x="0" y="19020"/>
                  <a:pt x="27" y="19413"/>
                </a:cubicBezTo>
                <a:lnTo>
                  <a:pt x="27" y="19413"/>
                </a:lnTo>
                <a:lnTo>
                  <a:pt x="31848" y="19413"/>
                </a:lnTo>
                <a:lnTo>
                  <a:pt x="31384" y="1"/>
                </a:lnTo>
                <a:cubicBezTo>
                  <a:pt x="31188" y="679"/>
                  <a:pt x="30269" y="1526"/>
                  <a:pt x="29707" y="1945"/>
                </a:cubicBezTo>
              </a:path>
            </a:pathLst>
          </a:custGeom>
          <a:gradFill>
            <a:gsLst>
              <a:gs pos="0">
                <a:schemeClr val="lt1"/>
              </a:gs>
              <a:gs pos="100000">
                <a:srgbClr val="4B6EF8">
                  <a:alpha val="70196"/>
                </a:srgbClr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1" name="Google Shape;111;p11"/>
          <p:cNvGrpSpPr/>
          <p:nvPr/>
        </p:nvGrpSpPr>
        <p:grpSpPr>
          <a:xfrm>
            <a:off x="8030823" y="254364"/>
            <a:ext cx="1324311" cy="1655928"/>
            <a:chOff x="8030823" y="254364"/>
            <a:chExt cx="1324311" cy="1655928"/>
          </a:xfrm>
        </p:grpSpPr>
        <p:sp>
          <p:nvSpPr>
            <p:cNvPr id="112" name="Google Shape;112;p11"/>
            <p:cNvSpPr/>
            <p:nvPr/>
          </p:nvSpPr>
          <p:spPr>
            <a:xfrm>
              <a:off x="8409504" y="254378"/>
              <a:ext cx="945630" cy="945730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>
              <a:off x="8107053" y="1250192"/>
              <a:ext cx="660023" cy="660100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>
              <a:off x="8030823" y="254364"/>
              <a:ext cx="327012" cy="327044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5" name="Google Shape;115;p11"/>
          <p:cNvGrpSpPr/>
          <p:nvPr/>
        </p:nvGrpSpPr>
        <p:grpSpPr>
          <a:xfrm>
            <a:off x="-137271" y="2581792"/>
            <a:ext cx="1510384" cy="2479841"/>
            <a:chOff x="-137271" y="2581792"/>
            <a:chExt cx="1510384" cy="2479841"/>
          </a:xfrm>
        </p:grpSpPr>
        <p:sp>
          <p:nvSpPr>
            <p:cNvPr id="116" name="Google Shape;116;p11"/>
            <p:cNvSpPr/>
            <p:nvPr/>
          </p:nvSpPr>
          <p:spPr>
            <a:xfrm>
              <a:off x="266653" y="2581792"/>
              <a:ext cx="660023" cy="660100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>
              <a:off x="713090" y="3958292"/>
              <a:ext cx="660023" cy="660100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>
              <a:off x="262648" y="3515377"/>
              <a:ext cx="327012" cy="327044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11"/>
            <p:cNvSpPr/>
            <p:nvPr/>
          </p:nvSpPr>
          <p:spPr>
            <a:xfrm>
              <a:off x="-137271" y="4115903"/>
              <a:ext cx="945630" cy="945730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0" name="Google Shape;120;p11"/>
          <p:cNvSpPr txBox="1"/>
          <p:nvPr>
            <p:ph hasCustomPrompt="1" type="title"/>
          </p:nvPr>
        </p:nvSpPr>
        <p:spPr>
          <a:xfrm>
            <a:off x="1373900" y="2994097"/>
            <a:ext cx="6396600" cy="978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121" name="Google Shape;121;p11"/>
          <p:cNvSpPr txBox="1"/>
          <p:nvPr>
            <p:ph idx="1" type="subTitle"/>
          </p:nvPr>
        </p:nvSpPr>
        <p:spPr>
          <a:xfrm>
            <a:off x="3180375" y="3972588"/>
            <a:ext cx="2783700" cy="63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4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600"/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chemeClr val="dk1"/>
        </a:solidFill>
      </p:bgPr>
    </p:bg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BLANK_1_1_1_1_1_1"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3"/>
          <p:cNvSpPr/>
          <p:nvPr/>
        </p:nvSpPr>
        <p:spPr>
          <a:xfrm>
            <a:off x="4176175" y="2967151"/>
            <a:ext cx="5728043" cy="3491380"/>
          </a:xfrm>
          <a:custGeom>
            <a:rect b="b" l="l" r="r" t="t"/>
            <a:pathLst>
              <a:path extrusionOk="0" h="19413" w="31849">
                <a:moveTo>
                  <a:pt x="29707" y="1945"/>
                </a:moveTo>
                <a:cubicBezTo>
                  <a:pt x="29279" y="2258"/>
                  <a:pt x="28663" y="2588"/>
                  <a:pt x="28146" y="2695"/>
                </a:cubicBezTo>
                <a:lnTo>
                  <a:pt x="28146" y="2695"/>
                </a:lnTo>
                <a:cubicBezTo>
                  <a:pt x="27334" y="2864"/>
                  <a:pt x="26522" y="2686"/>
                  <a:pt x="25710" y="2516"/>
                </a:cubicBezTo>
                <a:lnTo>
                  <a:pt x="25710" y="2516"/>
                </a:lnTo>
                <a:cubicBezTo>
                  <a:pt x="25131" y="2391"/>
                  <a:pt x="24560" y="2266"/>
                  <a:pt x="23989" y="2266"/>
                </a:cubicBezTo>
                <a:lnTo>
                  <a:pt x="23989" y="2266"/>
                </a:lnTo>
                <a:cubicBezTo>
                  <a:pt x="22552" y="2275"/>
                  <a:pt x="21330" y="2962"/>
                  <a:pt x="20741" y="4274"/>
                </a:cubicBezTo>
                <a:lnTo>
                  <a:pt x="20741" y="4274"/>
                </a:lnTo>
                <a:cubicBezTo>
                  <a:pt x="20135" y="5621"/>
                  <a:pt x="20982" y="7164"/>
                  <a:pt x="20117" y="8493"/>
                </a:cubicBezTo>
                <a:lnTo>
                  <a:pt x="20117" y="8493"/>
                </a:lnTo>
                <a:cubicBezTo>
                  <a:pt x="19162" y="9956"/>
                  <a:pt x="17682" y="8440"/>
                  <a:pt x="16772" y="7726"/>
                </a:cubicBezTo>
                <a:lnTo>
                  <a:pt x="16772" y="7726"/>
                </a:lnTo>
                <a:cubicBezTo>
                  <a:pt x="15737" y="6905"/>
                  <a:pt x="13997" y="6379"/>
                  <a:pt x="12766" y="7111"/>
                </a:cubicBezTo>
                <a:lnTo>
                  <a:pt x="12766" y="7111"/>
                </a:lnTo>
                <a:cubicBezTo>
                  <a:pt x="12186" y="7450"/>
                  <a:pt x="11678" y="8083"/>
                  <a:pt x="11410" y="8698"/>
                </a:cubicBezTo>
                <a:lnTo>
                  <a:pt x="11410" y="8698"/>
                </a:lnTo>
                <a:cubicBezTo>
                  <a:pt x="11107" y="9403"/>
                  <a:pt x="11125" y="10162"/>
                  <a:pt x="10884" y="10857"/>
                </a:cubicBezTo>
                <a:lnTo>
                  <a:pt x="10884" y="10857"/>
                </a:lnTo>
                <a:cubicBezTo>
                  <a:pt x="10661" y="11482"/>
                  <a:pt x="10179" y="12285"/>
                  <a:pt x="9528" y="12561"/>
                </a:cubicBezTo>
                <a:lnTo>
                  <a:pt x="9528" y="12561"/>
                </a:lnTo>
                <a:cubicBezTo>
                  <a:pt x="8832" y="12865"/>
                  <a:pt x="8065" y="12882"/>
                  <a:pt x="7342" y="12989"/>
                </a:cubicBezTo>
                <a:lnTo>
                  <a:pt x="7342" y="12989"/>
                </a:lnTo>
                <a:cubicBezTo>
                  <a:pt x="4371" y="13427"/>
                  <a:pt x="1490" y="15273"/>
                  <a:pt x="330" y="18119"/>
                </a:cubicBezTo>
                <a:lnTo>
                  <a:pt x="330" y="18119"/>
                </a:lnTo>
                <a:cubicBezTo>
                  <a:pt x="187" y="18476"/>
                  <a:pt x="0" y="19020"/>
                  <a:pt x="27" y="19413"/>
                </a:cubicBezTo>
                <a:lnTo>
                  <a:pt x="27" y="19413"/>
                </a:lnTo>
                <a:lnTo>
                  <a:pt x="31848" y="19413"/>
                </a:lnTo>
                <a:lnTo>
                  <a:pt x="31384" y="1"/>
                </a:lnTo>
                <a:cubicBezTo>
                  <a:pt x="31188" y="679"/>
                  <a:pt x="30269" y="1526"/>
                  <a:pt x="29707" y="1945"/>
                </a:cubicBezTo>
              </a:path>
            </a:pathLst>
          </a:custGeom>
          <a:gradFill>
            <a:gsLst>
              <a:gs pos="0">
                <a:schemeClr val="lt1"/>
              </a:gs>
              <a:gs pos="100000">
                <a:srgbClr val="4B6EF8">
                  <a:alpha val="70196"/>
                </a:srgbClr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13"/>
          <p:cNvSpPr/>
          <p:nvPr/>
        </p:nvSpPr>
        <p:spPr>
          <a:xfrm rot="-10492926">
            <a:off x="-1478272" y="3333183"/>
            <a:ext cx="3817099" cy="3985333"/>
          </a:xfrm>
          <a:custGeom>
            <a:rect b="b" l="l" r="r" t="t"/>
            <a:pathLst>
              <a:path extrusionOk="0" h="29882" w="28620">
                <a:moveTo>
                  <a:pt x="9332" y="0"/>
                </a:moveTo>
                <a:cubicBezTo>
                  <a:pt x="8101" y="0"/>
                  <a:pt x="6861" y="562"/>
                  <a:pt x="5978" y="1437"/>
                </a:cubicBezTo>
                <a:cubicBezTo>
                  <a:pt x="5210" y="2195"/>
                  <a:pt x="4693" y="3149"/>
                  <a:pt x="4363" y="4166"/>
                </a:cubicBezTo>
                <a:cubicBezTo>
                  <a:pt x="4042" y="5192"/>
                  <a:pt x="3961" y="6272"/>
                  <a:pt x="3560" y="7280"/>
                </a:cubicBezTo>
                <a:cubicBezTo>
                  <a:pt x="2721" y="9341"/>
                  <a:pt x="750" y="10554"/>
                  <a:pt x="295" y="12829"/>
                </a:cubicBezTo>
                <a:cubicBezTo>
                  <a:pt x="0" y="14310"/>
                  <a:pt x="331" y="15933"/>
                  <a:pt x="1312" y="17084"/>
                </a:cubicBezTo>
                <a:cubicBezTo>
                  <a:pt x="1963" y="17842"/>
                  <a:pt x="2846" y="18360"/>
                  <a:pt x="3783" y="18708"/>
                </a:cubicBezTo>
                <a:cubicBezTo>
                  <a:pt x="4247" y="18877"/>
                  <a:pt x="4720" y="18993"/>
                  <a:pt x="5192" y="19100"/>
                </a:cubicBezTo>
                <a:cubicBezTo>
                  <a:pt x="5549" y="19189"/>
                  <a:pt x="5915" y="19261"/>
                  <a:pt x="6272" y="19350"/>
                </a:cubicBezTo>
                <a:cubicBezTo>
                  <a:pt x="6879" y="19511"/>
                  <a:pt x="7423" y="19957"/>
                  <a:pt x="7878" y="20385"/>
                </a:cubicBezTo>
                <a:cubicBezTo>
                  <a:pt x="8913" y="21339"/>
                  <a:pt x="9671" y="22579"/>
                  <a:pt x="10331" y="23811"/>
                </a:cubicBezTo>
                <a:cubicBezTo>
                  <a:pt x="11009" y="25086"/>
                  <a:pt x="11518" y="26398"/>
                  <a:pt x="12508" y="27468"/>
                </a:cubicBezTo>
                <a:cubicBezTo>
                  <a:pt x="13418" y="28458"/>
                  <a:pt x="14577" y="29217"/>
                  <a:pt x="15871" y="29600"/>
                </a:cubicBezTo>
                <a:cubicBezTo>
                  <a:pt x="16506" y="29788"/>
                  <a:pt x="17169" y="29882"/>
                  <a:pt x="17832" y="29882"/>
                </a:cubicBezTo>
                <a:cubicBezTo>
                  <a:pt x="19368" y="29882"/>
                  <a:pt x="20902" y="29380"/>
                  <a:pt x="22080" y="28396"/>
                </a:cubicBezTo>
                <a:cubicBezTo>
                  <a:pt x="22928" y="27700"/>
                  <a:pt x="23614" y="26665"/>
                  <a:pt x="23498" y="25577"/>
                </a:cubicBezTo>
                <a:cubicBezTo>
                  <a:pt x="23427" y="24836"/>
                  <a:pt x="22990" y="24176"/>
                  <a:pt x="22446" y="23677"/>
                </a:cubicBezTo>
                <a:cubicBezTo>
                  <a:pt x="21732" y="23025"/>
                  <a:pt x="20822" y="22695"/>
                  <a:pt x="20153" y="22000"/>
                </a:cubicBezTo>
                <a:cubicBezTo>
                  <a:pt x="19074" y="20867"/>
                  <a:pt x="18797" y="19038"/>
                  <a:pt x="19502" y="17637"/>
                </a:cubicBezTo>
                <a:cubicBezTo>
                  <a:pt x="20233" y="16192"/>
                  <a:pt x="21625" y="15648"/>
                  <a:pt x="23133" y="15541"/>
                </a:cubicBezTo>
                <a:cubicBezTo>
                  <a:pt x="24623" y="15434"/>
                  <a:pt x="26219" y="14443"/>
                  <a:pt x="27156" y="13302"/>
                </a:cubicBezTo>
                <a:cubicBezTo>
                  <a:pt x="28182" y="12053"/>
                  <a:pt x="28619" y="10277"/>
                  <a:pt x="28075" y="8752"/>
                </a:cubicBezTo>
                <a:cubicBezTo>
                  <a:pt x="27754" y="7851"/>
                  <a:pt x="27058" y="7084"/>
                  <a:pt x="26202" y="6647"/>
                </a:cubicBezTo>
                <a:cubicBezTo>
                  <a:pt x="25635" y="6363"/>
                  <a:pt x="25044" y="6284"/>
                  <a:pt x="24441" y="6284"/>
                </a:cubicBezTo>
                <a:cubicBezTo>
                  <a:pt x="24077" y="6284"/>
                  <a:pt x="23708" y="6313"/>
                  <a:pt x="23338" y="6343"/>
                </a:cubicBezTo>
                <a:cubicBezTo>
                  <a:pt x="22809" y="6381"/>
                  <a:pt x="22275" y="6405"/>
                  <a:pt x="21741" y="6405"/>
                </a:cubicBezTo>
                <a:cubicBezTo>
                  <a:pt x="19781" y="6405"/>
                  <a:pt x="17823" y="6089"/>
                  <a:pt x="16112" y="5023"/>
                </a:cubicBezTo>
                <a:cubicBezTo>
                  <a:pt x="14988" y="4327"/>
                  <a:pt x="14158" y="3274"/>
                  <a:pt x="13293" y="2293"/>
                </a:cubicBezTo>
                <a:cubicBezTo>
                  <a:pt x="12508" y="1401"/>
                  <a:pt x="11607" y="536"/>
                  <a:pt x="10474" y="179"/>
                </a:cubicBezTo>
                <a:cubicBezTo>
                  <a:pt x="10099" y="54"/>
                  <a:pt x="9715" y="0"/>
                  <a:pt x="9332" y="0"/>
                </a:cubicBezTo>
                <a:close/>
              </a:path>
            </a:pathLst>
          </a:custGeom>
          <a:gradFill>
            <a:gsLst>
              <a:gs pos="0">
                <a:schemeClr val="lt1"/>
              </a:gs>
              <a:gs pos="100000">
                <a:srgbClr val="4B6EF8">
                  <a:alpha val="70196"/>
                </a:srgbClr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26" name="Google Shape;126;p13"/>
          <p:cNvGrpSpPr/>
          <p:nvPr/>
        </p:nvGrpSpPr>
        <p:grpSpPr>
          <a:xfrm>
            <a:off x="-54470" y="2967153"/>
            <a:ext cx="774471" cy="1912390"/>
            <a:chOff x="-54470" y="2967153"/>
            <a:chExt cx="774471" cy="1912390"/>
          </a:xfrm>
        </p:grpSpPr>
        <p:sp>
          <p:nvSpPr>
            <p:cNvPr id="127" name="Google Shape;127;p13"/>
            <p:cNvSpPr/>
            <p:nvPr/>
          </p:nvSpPr>
          <p:spPr>
            <a:xfrm>
              <a:off x="59978" y="4219442"/>
              <a:ext cx="660023" cy="660100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" name="Google Shape;128;p13"/>
            <p:cNvSpPr/>
            <p:nvPr/>
          </p:nvSpPr>
          <p:spPr>
            <a:xfrm>
              <a:off x="-54470" y="3474318"/>
              <a:ext cx="468769" cy="468795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" name="Google Shape;129;p13"/>
            <p:cNvSpPr/>
            <p:nvPr/>
          </p:nvSpPr>
          <p:spPr>
            <a:xfrm>
              <a:off x="338511" y="2967153"/>
              <a:ext cx="327012" cy="327044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" name="Google Shape;130;p13"/>
            <p:cNvSpPr/>
            <p:nvPr/>
          </p:nvSpPr>
          <p:spPr>
            <a:xfrm>
              <a:off x="338511" y="3830878"/>
              <a:ext cx="327012" cy="327044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1" name="Google Shape;131;p13"/>
          <p:cNvGrpSpPr/>
          <p:nvPr/>
        </p:nvGrpSpPr>
        <p:grpSpPr>
          <a:xfrm>
            <a:off x="7524578" y="2640103"/>
            <a:ext cx="1523397" cy="2294040"/>
            <a:chOff x="7524578" y="2640103"/>
            <a:chExt cx="1523397" cy="2294040"/>
          </a:xfrm>
        </p:grpSpPr>
        <p:sp>
          <p:nvSpPr>
            <p:cNvPr id="132" name="Google Shape;132;p13"/>
            <p:cNvSpPr/>
            <p:nvPr/>
          </p:nvSpPr>
          <p:spPr>
            <a:xfrm>
              <a:off x="7524578" y="4274042"/>
              <a:ext cx="660023" cy="660100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" name="Google Shape;133;p13"/>
            <p:cNvSpPr/>
            <p:nvPr/>
          </p:nvSpPr>
          <p:spPr>
            <a:xfrm>
              <a:off x="8430905" y="4253568"/>
              <a:ext cx="468769" cy="468795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" name="Google Shape;134;p13"/>
            <p:cNvSpPr/>
            <p:nvPr/>
          </p:nvSpPr>
          <p:spPr>
            <a:xfrm>
              <a:off x="8478061" y="2640103"/>
              <a:ext cx="327012" cy="327044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" name="Google Shape;135;p13"/>
            <p:cNvSpPr/>
            <p:nvPr/>
          </p:nvSpPr>
          <p:spPr>
            <a:xfrm>
              <a:off x="8151036" y="3776403"/>
              <a:ext cx="327012" cy="327044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" name="Google Shape;136;p13"/>
            <p:cNvSpPr/>
            <p:nvPr/>
          </p:nvSpPr>
          <p:spPr>
            <a:xfrm>
              <a:off x="8579205" y="3307593"/>
              <a:ext cx="468769" cy="468795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7" name="Google Shape;137;p13"/>
          <p:cNvSpPr txBox="1"/>
          <p:nvPr>
            <p:ph type="title"/>
          </p:nvPr>
        </p:nvSpPr>
        <p:spPr>
          <a:xfrm>
            <a:off x="720000" y="5394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8" name="Google Shape;138;p13"/>
          <p:cNvSpPr txBox="1"/>
          <p:nvPr>
            <p:ph hasCustomPrompt="1" idx="2" type="title"/>
          </p:nvPr>
        </p:nvSpPr>
        <p:spPr>
          <a:xfrm>
            <a:off x="1255644" y="1753825"/>
            <a:ext cx="1044900" cy="65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b="0" sz="3600">
                <a:solidFill>
                  <a:schemeClr val="dk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t>xx%</a:t>
            </a:r>
          </a:p>
        </p:txBody>
      </p:sp>
      <p:sp>
        <p:nvSpPr>
          <p:cNvPr id="139" name="Google Shape;139;p13"/>
          <p:cNvSpPr txBox="1"/>
          <p:nvPr>
            <p:ph hasCustomPrompt="1" idx="3" type="title"/>
          </p:nvPr>
        </p:nvSpPr>
        <p:spPr>
          <a:xfrm>
            <a:off x="1255644" y="3258829"/>
            <a:ext cx="1044900" cy="65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b="0" sz="3600">
                <a:solidFill>
                  <a:schemeClr val="dk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t>xx%</a:t>
            </a:r>
          </a:p>
        </p:txBody>
      </p:sp>
      <p:sp>
        <p:nvSpPr>
          <p:cNvPr id="140" name="Google Shape;140;p13"/>
          <p:cNvSpPr txBox="1"/>
          <p:nvPr>
            <p:ph hasCustomPrompt="1" idx="4" type="title"/>
          </p:nvPr>
        </p:nvSpPr>
        <p:spPr>
          <a:xfrm>
            <a:off x="4684638" y="1753829"/>
            <a:ext cx="1044900" cy="65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b="0" sz="3600">
                <a:solidFill>
                  <a:schemeClr val="dk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t>xx%</a:t>
            </a:r>
          </a:p>
        </p:txBody>
      </p:sp>
      <p:sp>
        <p:nvSpPr>
          <p:cNvPr id="141" name="Google Shape;141;p13"/>
          <p:cNvSpPr txBox="1"/>
          <p:nvPr>
            <p:ph hasCustomPrompt="1" idx="5" type="title"/>
          </p:nvPr>
        </p:nvSpPr>
        <p:spPr>
          <a:xfrm>
            <a:off x="4684638" y="3258829"/>
            <a:ext cx="1044900" cy="65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b="0" sz="3600">
                <a:solidFill>
                  <a:schemeClr val="dk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t>xx%</a:t>
            </a:r>
          </a:p>
        </p:txBody>
      </p:sp>
      <p:sp>
        <p:nvSpPr>
          <p:cNvPr id="142" name="Google Shape;142;p13"/>
          <p:cNvSpPr txBox="1"/>
          <p:nvPr>
            <p:ph idx="1" type="subTitle"/>
          </p:nvPr>
        </p:nvSpPr>
        <p:spPr>
          <a:xfrm>
            <a:off x="2307450" y="1753825"/>
            <a:ext cx="2151900" cy="65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Trispace"/>
                <a:ea typeface="Trispace"/>
                <a:cs typeface="Trispace"/>
                <a:sym typeface="Trispac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0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0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0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0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0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0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0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0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43" name="Google Shape;143;p13"/>
          <p:cNvSpPr txBox="1"/>
          <p:nvPr>
            <p:ph idx="6" type="subTitle"/>
          </p:nvPr>
        </p:nvSpPr>
        <p:spPr>
          <a:xfrm>
            <a:off x="5736450" y="1753825"/>
            <a:ext cx="2151900" cy="65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Trispace"/>
                <a:ea typeface="Trispace"/>
                <a:cs typeface="Trispace"/>
                <a:sym typeface="Trispac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0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0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0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0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0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0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0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0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44" name="Google Shape;144;p13"/>
          <p:cNvSpPr txBox="1"/>
          <p:nvPr>
            <p:ph idx="7" type="subTitle"/>
          </p:nvPr>
        </p:nvSpPr>
        <p:spPr>
          <a:xfrm>
            <a:off x="2307450" y="3258824"/>
            <a:ext cx="2151900" cy="65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Trispace"/>
                <a:ea typeface="Trispace"/>
                <a:cs typeface="Trispace"/>
                <a:sym typeface="Trispac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0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0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0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0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0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0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0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0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45" name="Google Shape;145;p13"/>
          <p:cNvSpPr txBox="1"/>
          <p:nvPr>
            <p:ph idx="8" type="subTitle"/>
          </p:nvPr>
        </p:nvSpPr>
        <p:spPr>
          <a:xfrm>
            <a:off x="5736450" y="3258824"/>
            <a:ext cx="2151900" cy="65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Trispace"/>
                <a:ea typeface="Trispace"/>
                <a:cs typeface="Trispace"/>
                <a:sym typeface="Trispac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0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0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0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0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0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0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0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0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">
  <p:cSld name="CUSTOM_4_1_1_2"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4"/>
          <p:cNvSpPr/>
          <p:nvPr/>
        </p:nvSpPr>
        <p:spPr>
          <a:xfrm flipH="1" rot="1292342">
            <a:off x="-3321456" y="1927346"/>
            <a:ext cx="6095930" cy="3491359"/>
          </a:xfrm>
          <a:custGeom>
            <a:rect b="b" l="l" r="r" t="t"/>
            <a:pathLst>
              <a:path extrusionOk="0" h="19413" w="31849">
                <a:moveTo>
                  <a:pt x="29707" y="1945"/>
                </a:moveTo>
                <a:cubicBezTo>
                  <a:pt x="29279" y="2258"/>
                  <a:pt x="28663" y="2588"/>
                  <a:pt x="28146" y="2695"/>
                </a:cubicBezTo>
                <a:lnTo>
                  <a:pt x="28146" y="2695"/>
                </a:lnTo>
                <a:cubicBezTo>
                  <a:pt x="27334" y="2864"/>
                  <a:pt x="26522" y="2686"/>
                  <a:pt x="25710" y="2516"/>
                </a:cubicBezTo>
                <a:lnTo>
                  <a:pt x="25710" y="2516"/>
                </a:lnTo>
                <a:cubicBezTo>
                  <a:pt x="25131" y="2391"/>
                  <a:pt x="24560" y="2266"/>
                  <a:pt x="23989" y="2266"/>
                </a:cubicBezTo>
                <a:lnTo>
                  <a:pt x="23989" y="2266"/>
                </a:lnTo>
                <a:cubicBezTo>
                  <a:pt x="22552" y="2275"/>
                  <a:pt x="21330" y="2962"/>
                  <a:pt x="20741" y="4274"/>
                </a:cubicBezTo>
                <a:lnTo>
                  <a:pt x="20741" y="4274"/>
                </a:lnTo>
                <a:cubicBezTo>
                  <a:pt x="20135" y="5621"/>
                  <a:pt x="20982" y="7164"/>
                  <a:pt x="20117" y="8493"/>
                </a:cubicBezTo>
                <a:lnTo>
                  <a:pt x="20117" y="8493"/>
                </a:lnTo>
                <a:cubicBezTo>
                  <a:pt x="19162" y="9956"/>
                  <a:pt x="17682" y="8440"/>
                  <a:pt x="16772" y="7726"/>
                </a:cubicBezTo>
                <a:lnTo>
                  <a:pt x="16772" y="7726"/>
                </a:lnTo>
                <a:cubicBezTo>
                  <a:pt x="15737" y="6905"/>
                  <a:pt x="13997" y="6379"/>
                  <a:pt x="12766" y="7111"/>
                </a:cubicBezTo>
                <a:lnTo>
                  <a:pt x="12766" y="7111"/>
                </a:lnTo>
                <a:cubicBezTo>
                  <a:pt x="12186" y="7450"/>
                  <a:pt x="11678" y="8083"/>
                  <a:pt x="11410" y="8698"/>
                </a:cubicBezTo>
                <a:lnTo>
                  <a:pt x="11410" y="8698"/>
                </a:lnTo>
                <a:cubicBezTo>
                  <a:pt x="11107" y="9403"/>
                  <a:pt x="11125" y="10162"/>
                  <a:pt x="10884" y="10857"/>
                </a:cubicBezTo>
                <a:lnTo>
                  <a:pt x="10884" y="10857"/>
                </a:lnTo>
                <a:cubicBezTo>
                  <a:pt x="10661" y="11482"/>
                  <a:pt x="10179" y="12285"/>
                  <a:pt x="9528" y="12561"/>
                </a:cubicBezTo>
                <a:lnTo>
                  <a:pt x="9528" y="12561"/>
                </a:lnTo>
                <a:cubicBezTo>
                  <a:pt x="8832" y="12865"/>
                  <a:pt x="8065" y="12882"/>
                  <a:pt x="7342" y="12989"/>
                </a:cubicBezTo>
                <a:lnTo>
                  <a:pt x="7342" y="12989"/>
                </a:lnTo>
                <a:cubicBezTo>
                  <a:pt x="4371" y="13427"/>
                  <a:pt x="1490" y="15273"/>
                  <a:pt x="330" y="18119"/>
                </a:cubicBezTo>
                <a:lnTo>
                  <a:pt x="330" y="18119"/>
                </a:lnTo>
                <a:cubicBezTo>
                  <a:pt x="187" y="18476"/>
                  <a:pt x="0" y="19020"/>
                  <a:pt x="27" y="19413"/>
                </a:cubicBezTo>
                <a:lnTo>
                  <a:pt x="27" y="19413"/>
                </a:lnTo>
                <a:lnTo>
                  <a:pt x="31848" y="19413"/>
                </a:lnTo>
                <a:lnTo>
                  <a:pt x="31384" y="1"/>
                </a:lnTo>
                <a:cubicBezTo>
                  <a:pt x="31188" y="679"/>
                  <a:pt x="30269" y="1526"/>
                  <a:pt x="29707" y="1945"/>
                </a:cubicBezTo>
              </a:path>
            </a:pathLst>
          </a:custGeom>
          <a:gradFill>
            <a:gsLst>
              <a:gs pos="0">
                <a:schemeClr val="lt1"/>
              </a:gs>
              <a:gs pos="100000">
                <a:srgbClr val="4B6EF8">
                  <a:alpha val="70196"/>
                </a:srgbClr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14"/>
          <p:cNvSpPr/>
          <p:nvPr/>
        </p:nvSpPr>
        <p:spPr>
          <a:xfrm rot="4535783">
            <a:off x="6914450" y="2837966"/>
            <a:ext cx="3524110" cy="2396771"/>
          </a:xfrm>
          <a:custGeom>
            <a:rect b="b" l="l" r="r" t="t"/>
            <a:pathLst>
              <a:path extrusionOk="0" h="14034" w="20635">
                <a:moveTo>
                  <a:pt x="20635" y="687"/>
                </a:moveTo>
                <a:cubicBezTo>
                  <a:pt x="18637" y="687"/>
                  <a:pt x="16638" y="768"/>
                  <a:pt x="14649" y="643"/>
                </a:cubicBezTo>
                <a:cubicBezTo>
                  <a:pt x="12552" y="509"/>
                  <a:pt x="10492" y="224"/>
                  <a:pt x="8377" y="224"/>
                </a:cubicBezTo>
                <a:cubicBezTo>
                  <a:pt x="6879" y="224"/>
                  <a:pt x="5380" y="313"/>
                  <a:pt x="3899" y="313"/>
                </a:cubicBezTo>
                <a:cubicBezTo>
                  <a:pt x="3132" y="313"/>
                  <a:pt x="955" y="0"/>
                  <a:pt x="509" y="875"/>
                </a:cubicBezTo>
                <a:cubicBezTo>
                  <a:pt x="1" y="1883"/>
                  <a:pt x="2329" y="3792"/>
                  <a:pt x="2989" y="4300"/>
                </a:cubicBezTo>
                <a:cubicBezTo>
                  <a:pt x="4185" y="5228"/>
                  <a:pt x="5433" y="5335"/>
                  <a:pt x="6879" y="5549"/>
                </a:cubicBezTo>
                <a:cubicBezTo>
                  <a:pt x="8422" y="5781"/>
                  <a:pt x="9832" y="5995"/>
                  <a:pt x="11107" y="6941"/>
                </a:cubicBezTo>
                <a:cubicBezTo>
                  <a:pt x="12196" y="7762"/>
                  <a:pt x="12829" y="8966"/>
                  <a:pt x="13516" y="10099"/>
                </a:cubicBezTo>
                <a:cubicBezTo>
                  <a:pt x="14230" y="11268"/>
                  <a:pt x="15291" y="12151"/>
                  <a:pt x="16496" y="12775"/>
                </a:cubicBezTo>
                <a:cubicBezTo>
                  <a:pt x="17566" y="13320"/>
                  <a:pt x="19074" y="13998"/>
                  <a:pt x="20278" y="14033"/>
                </a:cubicBezTo>
                <a:cubicBezTo>
                  <a:pt x="20421" y="13221"/>
                  <a:pt x="20314" y="12383"/>
                  <a:pt x="20332" y="11562"/>
                </a:cubicBezTo>
                <a:cubicBezTo>
                  <a:pt x="20349" y="10732"/>
                  <a:pt x="20635" y="9930"/>
                  <a:pt x="20635" y="9109"/>
                </a:cubicBezTo>
                <a:cubicBezTo>
                  <a:pt x="20635" y="8252"/>
                  <a:pt x="20635" y="7387"/>
                  <a:pt x="20635" y="6531"/>
                </a:cubicBezTo>
                <a:lnTo>
                  <a:pt x="20635" y="1713"/>
                </a:lnTo>
                <a:close/>
              </a:path>
            </a:pathLst>
          </a:custGeom>
          <a:gradFill>
            <a:gsLst>
              <a:gs pos="0">
                <a:srgbClr val="4B6EF8">
                  <a:alpha val="70196"/>
                </a:srgbClr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49" name="Google Shape;149;p14"/>
          <p:cNvGrpSpPr/>
          <p:nvPr/>
        </p:nvGrpSpPr>
        <p:grpSpPr>
          <a:xfrm rot="10800000">
            <a:off x="8514859" y="2937143"/>
            <a:ext cx="511267" cy="2017916"/>
            <a:chOff x="8552930" y="2910118"/>
            <a:chExt cx="511267" cy="2017916"/>
          </a:xfrm>
        </p:grpSpPr>
        <p:sp>
          <p:nvSpPr>
            <p:cNvPr id="150" name="Google Shape;150;p14"/>
            <p:cNvSpPr/>
            <p:nvPr/>
          </p:nvSpPr>
          <p:spPr>
            <a:xfrm>
              <a:off x="8737186" y="3350603"/>
              <a:ext cx="327012" cy="327044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" name="Google Shape;151;p14"/>
            <p:cNvSpPr/>
            <p:nvPr/>
          </p:nvSpPr>
          <p:spPr>
            <a:xfrm>
              <a:off x="8601061" y="4600990"/>
              <a:ext cx="327012" cy="327044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" name="Google Shape;152;p14"/>
            <p:cNvSpPr/>
            <p:nvPr/>
          </p:nvSpPr>
          <p:spPr>
            <a:xfrm>
              <a:off x="8552930" y="2910118"/>
              <a:ext cx="468769" cy="468795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53" name="Google Shape;153;p14"/>
          <p:cNvGrpSpPr/>
          <p:nvPr/>
        </p:nvGrpSpPr>
        <p:grpSpPr>
          <a:xfrm rot="7347507">
            <a:off x="134581" y="3888252"/>
            <a:ext cx="912282" cy="1615081"/>
            <a:chOff x="133086" y="3408328"/>
            <a:chExt cx="912262" cy="1615044"/>
          </a:xfrm>
        </p:grpSpPr>
        <p:sp>
          <p:nvSpPr>
            <p:cNvPr id="154" name="Google Shape;154;p14"/>
            <p:cNvSpPr/>
            <p:nvPr/>
          </p:nvSpPr>
          <p:spPr>
            <a:xfrm>
              <a:off x="265110" y="3408328"/>
              <a:ext cx="468769" cy="468795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" name="Google Shape;155;p14"/>
            <p:cNvSpPr/>
            <p:nvPr/>
          </p:nvSpPr>
          <p:spPr>
            <a:xfrm>
              <a:off x="385324" y="4098816"/>
              <a:ext cx="660023" cy="660064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" name="Google Shape;156;p14"/>
            <p:cNvSpPr/>
            <p:nvPr/>
          </p:nvSpPr>
          <p:spPr>
            <a:xfrm>
              <a:off x="133086" y="4696328"/>
              <a:ext cx="327012" cy="327044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57" name="Google Shape;157;p14"/>
          <p:cNvSpPr txBox="1"/>
          <p:nvPr>
            <p:ph type="title"/>
          </p:nvPr>
        </p:nvSpPr>
        <p:spPr>
          <a:xfrm>
            <a:off x="720000" y="5394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8" name="Google Shape;158;p14"/>
          <p:cNvSpPr txBox="1"/>
          <p:nvPr>
            <p:ph idx="1" type="body"/>
          </p:nvPr>
        </p:nvSpPr>
        <p:spPr>
          <a:xfrm>
            <a:off x="720000" y="1215750"/>
            <a:ext cx="7704000" cy="114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 sz="1200">
                <a:solidFill>
                  <a:schemeClr val="dk1"/>
                </a:solidFill>
              </a:defRPr>
            </a:lvl1pPr>
            <a:lvl2pPr indent="-304800" lvl="1" marL="914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 Condensed Light"/>
              <a:buChar char="○"/>
              <a:defRPr>
                <a:solidFill>
                  <a:schemeClr val="dk1"/>
                </a:solidFill>
              </a:defRPr>
            </a:lvl2pPr>
            <a:lvl3pPr indent="-304800" lvl="2" marL="1371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 Condensed Light"/>
              <a:buChar char="■"/>
              <a:defRPr>
                <a:solidFill>
                  <a:schemeClr val="dk1"/>
                </a:solidFill>
              </a:defRPr>
            </a:lvl3pPr>
            <a:lvl4pPr indent="-304800" lvl="3" marL="1828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 Condensed Light"/>
              <a:buChar char="●"/>
              <a:defRPr>
                <a:solidFill>
                  <a:schemeClr val="dk1"/>
                </a:solidFill>
              </a:defRPr>
            </a:lvl4pPr>
            <a:lvl5pPr indent="-30480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 Condensed Light"/>
              <a:buChar char="○"/>
              <a:defRPr>
                <a:solidFill>
                  <a:schemeClr val="dk1"/>
                </a:solidFill>
              </a:defRPr>
            </a:lvl5pPr>
            <a:lvl6pPr indent="-30480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 Condensed Light"/>
              <a:buChar char="■"/>
              <a:defRPr>
                <a:solidFill>
                  <a:schemeClr val="dk1"/>
                </a:solidFill>
              </a:defRPr>
            </a:lvl6pPr>
            <a:lvl7pPr indent="-30480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 Condensed Light"/>
              <a:buChar char="●"/>
              <a:defRPr>
                <a:solidFill>
                  <a:schemeClr val="dk1"/>
                </a:solidFill>
              </a:defRPr>
            </a:lvl7pPr>
            <a:lvl8pPr indent="-30480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 Condensed Light"/>
              <a:buChar char="○"/>
              <a:defRPr>
                <a:solidFill>
                  <a:schemeClr val="dk1"/>
                </a:solidFill>
              </a:defRPr>
            </a:lvl8pPr>
            <a:lvl9pPr indent="-30480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200"/>
              <a:buFont typeface="Roboto Condensed Light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CUSTOM_6_3"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5"/>
          <p:cNvSpPr/>
          <p:nvPr/>
        </p:nvSpPr>
        <p:spPr>
          <a:xfrm flipH="1">
            <a:off x="-3429082" y="2598063"/>
            <a:ext cx="6095899" cy="3491380"/>
          </a:xfrm>
          <a:custGeom>
            <a:rect b="b" l="l" r="r" t="t"/>
            <a:pathLst>
              <a:path extrusionOk="0" h="19413" w="31849">
                <a:moveTo>
                  <a:pt x="29707" y="1945"/>
                </a:moveTo>
                <a:cubicBezTo>
                  <a:pt x="29279" y="2258"/>
                  <a:pt x="28663" y="2588"/>
                  <a:pt x="28146" y="2695"/>
                </a:cubicBezTo>
                <a:lnTo>
                  <a:pt x="28146" y="2695"/>
                </a:lnTo>
                <a:cubicBezTo>
                  <a:pt x="27334" y="2864"/>
                  <a:pt x="26522" y="2686"/>
                  <a:pt x="25710" y="2516"/>
                </a:cubicBezTo>
                <a:lnTo>
                  <a:pt x="25710" y="2516"/>
                </a:lnTo>
                <a:cubicBezTo>
                  <a:pt x="25131" y="2391"/>
                  <a:pt x="24560" y="2266"/>
                  <a:pt x="23989" y="2266"/>
                </a:cubicBezTo>
                <a:lnTo>
                  <a:pt x="23989" y="2266"/>
                </a:lnTo>
                <a:cubicBezTo>
                  <a:pt x="22552" y="2275"/>
                  <a:pt x="21330" y="2962"/>
                  <a:pt x="20741" y="4274"/>
                </a:cubicBezTo>
                <a:lnTo>
                  <a:pt x="20741" y="4274"/>
                </a:lnTo>
                <a:cubicBezTo>
                  <a:pt x="20135" y="5621"/>
                  <a:pt x="20982" y="7164"/>
                  <a:pt x="20117" y="8493"/>
                </a:cubicBezTo>
                <a:lnTo>
                  <a:pt x="20117" y="8493"/>
                </a:lnTo>
                <a:cubicBezTo>
                  <a:pt x="19162" y="9956"/>
                  <a:pt x="17682" y="8440"/>
                  <a:pt x="16772" y="7726"/>
                </a:cubicBezTo>
                <a:lnTo>
                  <a:pt x="16772" y="7726"/>
                </a:lnTo>
                <a:cubicBezTo>
                  <a:pt x="15737" y="6905"/>
                  <a:pt x="13997" y="6379"/>
                  <a:pt x="12766" y="7111"/>
                </a:cubicBezTo>
                <a:lnTo>
                  <a:pt x="12766" y="7111"/>
                </a:lnTo>
                <a:cubicBezTo>
                  <a:pt x="12186" y="7450"/>
                  <a:pt x="11678" y="8083"/>
                  <a:pt x="11410" y="8698"/>
                </a:cubicBezTo>
                <a:lnTo>
                  <a:pt x="11410" y="8698"/>
                </a:lnTo>
                <a:cubicBezTo>
                  <a:pt x="11107" y="9403"/>
                  <a:pt x="11125" y="10162"/>
                  <a:pt x="10884" y="10857"/>
                </a:cubicBezTo>
                <a:lnTo>
                  <a:pt x="10884" y="10857"/>
                </a:lnTo>
                <a:cubicBezTo>
                  <a:pt x="10661" y="11482"/>
                  <a:pt x="10179" y="12285"/>
                  <a:pt x="9528" y="12561"/>
                </a:cubicBezTo>
                <a:lnTo>
                  <a:pt x="9528" y="12561"/>
                </a:lnTo>
                <a:cubicBezTo>
                  <a:pt x="8832" y="12865"/>
                  <a:pt x="8065" y="12882"/>
                  <a:pt x="7342" y="12989"/>
                </a:cubicBezTo>
                <a:lnTo>
                  <a:pt x="7342" y="12989"/>
                </a:lnTo>
                <a:cubicBezTo>
                  <a:pt x="4371" y="13427"/>
                  <a:pt x="1490" y="15273"/>
                  <a:pt x="330" y="18119"/>
                </a:cubicBezTo>
                <a:lnTo>
                  <a:pt x="330" y="18119"/>
                </a:lnTo>
                <a:cubicBezTo>
                  <a:pt x="187" y="18476"/>
                  <a:pt x="0" y="19020"/>
                  <a:pt x="27" y="19413"/>
                </a:cubicBezTo>
                <a:lnTo>
                  <a:pt x="27" y="19413"/>
                </a:lnTo>
                <a:lnTo>
                  <a:pt x="31848" y="19413"/>
                </a:lnTo>
                <a:lnTo>
                  <a:pt x="31384" y="1"/>
                </a:lnTo>
                <a:cubicBezTo>
                  <a:pt x="31188" y="679"/>
                  <a:pt x="30269" y="1526"/>
                  <a:pt x="29707" y="1945"/>
                </a:cubicBezTo>
              </a:path>
            </a:pathLst>
          </a:custGeom>
          <a:gradFill>
            <a:gsLst>
              <a:gs pos="0">
                <a:schemeClr val="lt1"/>
              </a:gs>
              <a:gs pos="100000">
                <a:srgbClr val="4B6EF8">
                  <a:alpha val="70196"/>
                </a:srgbClr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15"/>
          <p:cNvSpPr/>
          <p:nvPr/>
        </p:nvSpPr>
        <p:spPr>
          <a:xfrm rot="-542519">
            <a:off x="6823253" y="-353355"/>
            <a:ext cx="2625360" cy="1785525"/>
          </a:xfrm>
          <a:custGeom>
            <a:rect b="b" l="l" r="r" t="t"/>
            <a:pathLst>
              <a:path extrusionOk="0" h="14034" w="20635">
                <a:moveTo>
                  <a:pt x="20635" y="687"/>
                </a:moveTo>
                <a:cubicBezTo>
                  <a:pt x="18637" y="687"/>
                  <a:pt x="16638" y="768"/>
                  <a:pt x="14649" y="643"/>
                </a:cubicBezTo>
                <a:cubicBezTo>
                  <a:pt x="12552" y="509"/>
                  <a:pt x="10492" y="224"/>
                  <a:pt x="8377" y="224"/>
                </a:cubicBezTo>
                <a:cubicBezTo>
                  <a:pt x="6879" y="224"/>
                  <a:pt x="5380" y="313"/>
                  <a:pt x="3899" y="313"/>
                </a:cubicBezTo>
                <a:cubicBezTo>
                  <a:pt x="3132" y="313"/>
                  <a:pt x="955" y="0"/>
                  <a:pt x="509" y="875"/>
                </a:cubicBezTo>
                <a:cubicBezTo>
                  <a:pt x="1" y="1883"/>
                  <a:pt x="2329" y="3792"/>
                  <a:pt x="2989" y="4300"/>
                </a:cubicBezTo>
                <a:cubicBezTo>
                  <a:pt x="4185" y="5228"/>
                  <a:pt x="5433" y="5335"/>
                  <a:pt x="6879" y="5549"/>
                </a:cubicBezTo>
                <a:cubicBezTo>
                  <a:pt x="8422" y="5781"/>
                  <a:pt x="9832" y="5995"/>
                  <a:pt x="11107" y="6941"/>
                </a:cubicBezTo>
                <a:cubicBezTo>
                  <a:pt x="12196" y="7762"/>
                  <a:pt x="12829" y="8966"/>
                  <a:pt x="13516" y="10099"/>
                </a:cubicBezTo>
                <a:cubicBezTo>
                  <a:pt x="14230" y="11268"/>
                  <a:pt x="15291" y="12151"/>
                  <a:pt x="16496" y="12775"/>
                </a:cubicBezTo>
                <a:cubicBezTo>
                  <a:pt x="17566" y="13320"/>
                  <a:pt x="19074" y="13998"/>
                  <a:pt x="20278" y="14033"/>
                </a:cubicBezTo>
                <a:cubicBezTo>
                  <a:pt x="20421" y="13221"/>
                  <a:pt x="20314" y="12383"/>
                  <a:pt x="20332" y="11562"/>
                </a:cubicBezTo>
                <a:cubicBezTo>
                  <a:pt x="20349" y="10732"/>
                  <a:pt x="20635" y="9930"/>
                  <a:pt x="20635" y="9109"/>
                </a:cubicBezTo>
                <a:cubicBezTo>
                  <a:pt x="20635" y="8252"/>
                  <a:pt x="20635" y="7387"/>
                  <a:pt x="20635" y="6531"/>
                </a:cubicBezTo>
                <a:lnTo>
                  <a:pt x="20635" y="1713"/>
                </a:lnTo>
                <a:close/>
              </a:path>
            </a:pathLst>
          </a:custGeom>
          <a:gradFill>
            <a:gsLst>
              <a:gs pos="0">
                <a:srgbClr val="4B6EF8">
                  <a:alpha val="70196"/>
                </a:srgbClr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62" name="Google Shape;162;p15"/>
          <p:cNvGrpSpPr/>
          <p:nvPr/>
        </p:nvGrpSpPr>
        <p:grpSpPr>
          <a:xfrm>
            <a:off x="7560023" y="54840"/>
            <a:ext cx="1504175" cy="1244157"/>
            <a:chOff x="7560023" y="2814490"/>
            <a:chExt cx="1504175" cy="1244157"/>
          </a:xfrm>
        </p:grpSpPr>
        <p:sp>
          <p:nvSpPr>
            <p:cNvPr id="163" name="Google Shape;163;p15"/>
            <p:cNvSpPr/>
            <p:nvPr/>
          </p:nvSpPr>
          <p:spPr>
            <a:xfrm>
              <a:off x="7560023" y="2814490"/>
              <a:ext cx="660023" cy="660064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" name="Google Shape;164;p15"/>
            <p:cNvSpPr/>
            <p:nvPr/>
          </p:nvSpPr>
          <p:spPr>
            <a:xfrm>
              <a:off x="8737186" y="3731603"/>
              <a:ext cx="327012" cy="327044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" name="Google Shape;165;p15"/>
            <p:cNvSpPr/>
            <p:nvPr/>
          </p:nvSpPr>
          <p:spPr>
            <a:xfrm>
              <a:off x="8552936" y="3421878"/>
              <a:ext cx="327012" cy="327044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" name="Google Shape;166;p15"/>
            <p:cNvSpPr/>
            <p:nvPr/>
          </p:nvSpPr>
          <p:spPr>
            <a:xfrm>
              <a:off x="8552930" y="2910118"/>
              <a:ext cx="468769" cy="468795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67" name="Google Shape;167;p15"/>
          <p:cNvGrpSpPr/>
          <p:nvPr/>
        </p:nvGrpSpPr>
        <p:grpSpPr>
          <a:xfrm>
            <a:off x="-33427" y="3476090"/>
            <a:ext cx="682702" cy="1547282"/>
            <a:chOff x="-33427" y="3476090"/>
            <a:chExt cx="682702" cy="1547282"/>
          </a:xfrm>
        </p:grpSpPr>
        <p:sp>
          <p:nvSpPr>
            <p:cNvPr id="168" name="Google Shape;168;p15"/>
            <p:cNvSpPr/>
            <p:nvPr/>
          </p:nvSpPr>
          <p:spPr>
            <a:xfrm>
              <a:off x="180505" y="4256493"/>
              <a:ext cx="468769" cy="468795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" name="Google Shape;169;p15"/>
            <p:cNvSpPr/>
            <p:nvPr/>
          </p:nvSpPr>
          <p:spPr>
            <a:xfrm>
              <a:off x="-33427" y="3476090"/>
              <a:ext cx="660023" cy="660064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" name="Google Shape;170;p15"/>
            <p:cNvSpPr/>
            <p:nvPr/>
          </p:nvSpPr>
          <p:spPr>
            <a:xfrm>
              <a:off x="133086" y="4696328"/>
              <a:ext cx="327012" cy="327044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71" name="Google Shape;171;p15"/>
          <p:cNvSpPr txBox="1"/>
          <p:nvPr>
            <p:ph type="title"/>
          </p:nvPr>
        </p:nvSpPr>
        <p:spPr>
          <a:xfrm>
            <a:off x="720075" y="5394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2" name="Google Shape;172;p15"/>
          <p:cNvSpPr txBox="1"/>
          <p:nvPr>
            <p:ph idx="1" type="subTitle"/>
          </p:nvPr>
        </p:nvSpPr>
        <p:spPr>
          <a:xfrm>
            <a:off x="814550" y="2992900"/>
            <a:ext cx="2394900" cy="145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3" name="Google Shape;173;p15"/>
          <p:cNvSpPr txBox="1"/>
          <p:nvPr>
            <p:ph idx="2" type="subTitle"/>
          </p:nvPr>
        </p:nvSpPr>
        <p:spPr>
          <a:xfrm>
            <a:off x="3374720" y="2992900"/>
            <a:ext cx="2394900" cy="145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4" name="Google Shape;174;p15"/>
          <p:cNvSpPr txBox="1"/>
          <p:nvPr>
            <p:ph idx="3" type="subTitle"/>
          </p:nvPr>
        </p:nvSpPr>
        <p:spPr>
          <a:xfrm>
            <a:off x="5934871" y="2992900"/>
            <a:ext cx="2394900" cy="145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5" name="Google Shape;175;p15"/>
          <p:cNvSpPr txBox="1"/>
          <p:nvPr>
            <p:ph idx="4" type="subTitle"/>
          </p:nvPr>
        </p:nvSpPr>
        <p:spPr>
          <a:xfrm>
            <a:off x="814550" y="2674275"/>
            <a:ext cx="2394900" cy="406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solidFill>
                  <a:schemeClr val="dk1"/>
                </a:solidFill>
                <a:latin typeface="Trispace"/>
                <a:ea typeface="Trispace"/>
                <a:cs typeface="Trispace"/>
                <a:sym typeface="Trispac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9pPr>
          </a:lstStyle>
          <a:p/>
        </p:txBody>
      </p:sp>
      <p:sp>
        <p:nvSpPr>
          <p:cNvPr id="176" name="Google Shape;176;p15"/>
          <p:cNvSpPr txBox="1"/>
          <p:nvPr>
            <p:ph idx="5" type="subTitle"/>
          </p:nvPr>
        </p:nvSpPr>
        <p:spPr>
          <a:xfrm>
            <a:off x="3374721" y="2674275"/>
            <a:ext cx="2394900" cy="406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solidFill>
                  <a:schemeClr val="dk1"/>
                </a:solidFill>
                <a:latin typeface="Trispace"/>
                <a:ea typeface="Trispace"/>
                <a:cs typeface="Trispace"/>
                <a:sym typeface="Trispac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9pPr>
          </a:lstStyle>
          <a:p/>
        </p:txBody>
      </p:sp>
      <p:sp>
        <p:nvSpPr>
          <p:cNvPr id="177" name="Google Shape;177;p15"/>
          <p:cNvSpPr txBox="1"/>
          <p:nvPr>
            <p:ph idx="6" type="subTitle"/>
          </p:nvPr>
        </p:nvSpPr>
        <p:spPr>
          <a:xfrm>
            <a:off x="5934864" y="2674275"/>
            <a:ext cx="2394900" cy="406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solidFill>
                  <a:schemeClr val="dk1"/>
                </a:solidFill>
                <a:latin typeface="Trispace"/>
                <a:ea typeface="Trispace"/>
                <a:cs typeface="Trispace"/>
                <a:sym typeface="Trispac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CUSTOM_5"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6"/>
          <p:cNvSpPr/>
          <p:nvPr/>
        </p:nvSpPr>
        <p:spPr>
          <a:xfrm flipH="1" rot="4372063">
            <a:off x="-3257636" y="1228893"/>
            <a:ext cx="6095914" cy="3491344"/>
          </a:xfrm>
          <a:custGeom>
            <a:rect b="b" l="l" r="r" t="t"/>
            <a:pathLst>
              <a:path extrusionOk="0" h="19413" w="31849">
                <a:moveTo>
                  <a:pt x="29707" y="1945"/>
                </a:moveTo>
                <a:cubicBezTo>
                  <a:pt x="29279" y="2258"/>
                  <a:pt x="28663" y="2588"/>
                  <a:pt x="28146" y="2695"/>
                </a:cubicBezTo>
                <a:lnTo>
                  <a:pt x="28146" y="2695"/>
                </a:lnTo>
                <a:cubicBezTo>
                  <a:pt x="27334" y="2864"/>
                  <a:pt x="26522" y="2686"/>
                  <a:pt x="25710" y="2516"/>
                </a:cubicBezTo>
                <a:lnTo>
                  <a:pt x="25710" y="2516"/>
                </a:lnTo>
                <a:cubicBezTo>
                  <a:pt x="25131" y="2391"/>
                  <a:pt x="24560" y="2266"/>
                  <a:pt x="23989" y="2266"/>
                </a:cubicBezTo>
                <a:lnTo>
                  <a:pt x="23989" y="2266"/>
                </a:lnTo>
                <a:cubicBezTo>
                  <a:pt x="22552" y="2275"/>
                  <a:pt x="21330" y="2962"/>
                  <a:pt x="20741" y="4274"/>
                </a:cubicBezTo>
                <a:lnTo>
                  <a:pt x="20741" y="4274"/>
                </a:lnTo>
                <a:cubicBezTo>
                  <a:pt x="20135" y="5621"/>
                  <a:pt x="20982" y="7164"/>
                  <a:pt x="20117" y="8493"/>
                </a:cubicBezTo>
                <a:lnTo>
                  <a:pt x="20117" y="8493"/>
                </a:lnTo>
                <a:cubicBezTo>
                  <a:pt x="19162" y="9956"/>
                  <a:pt x="17682" y="8440"/>
                  <a:pt x="16772" y="7726"/>
                </a:cubicBezTo>
                <a:lnTo>
                  <a:pt x="16772" y="7726"/>
                </a:lnTo>
                <a:cubicBezTo>
                  <a:pt x="15737" y="6905"/>
                  <a:pt x="13997" y="6379"/>
                  <a:pt x="12766" y="7111"/>
                </a:cubicBezTo>
                <a:lnTo>
                  <a:pt x="12766" y="7111"/>
                </a:lnTo>
                <a:cubicBezTo>
                  <a:pt x="12186" y="7450"/>
                  <a:pt x="11678" y="8083"/>
                  <a:pt x="11410" y="8698"/>
                </a:cubicBezTo>
                <a:lnTo>
                  <a:pt x="11410" y="8698"/>
                </a:lnTo>
                <a:cubicBezTo>
                  <a:pt x="11107" y="9403"/>
                  <a:pt x="11125" y="10162"/>
                  <a:pt x="10884" y="10857"/>
                </a:cubicBezTo>
                <a:lnTo>
                  <a:pt x="10884" y="10857"/>
                </a:lnTo>
                <a:cubicBezTo>
                  <a:pt x="10661" y="11482"/>
                  <a:pt x="10179" y="12285"/>
                  <a:pt x="9528" y="12561"/>
                </a:cubicBezTo>
                <a:lnTo>
                  <a:pt x="9528" y="12561"/>
                </a:lnTo>
                <a:cubicBezTo>
                  <a:pt x="8832" y="12865"/>
                  <a:pt x="8065" y="12882"/>
                  <a:pt x="7342" y="12989"/>
                </a:cubicBezTo>
                <a:lnTo>
                  <a:pt x="7342" y="12989"/>
                </a:lnTo>
                <a:cubicBezTo>
                  <a:pt x="4371" y="13427"/>
                  <a:pt x="1490" y="15273"/>
                  <a:pt x="330" y="18119"/>
                </a:cubicBezTo>
                <a:lnTo>
                  <a:pt x="330" y="18119"/>
                </a:lnTo>
                <a:cubicBezTo>
                  <a:pt x="187" y="18476"/>
                  <a:pt x="0" y="19020"/>
                  <a:pt x="27" y="19413"/>
                </a:cubicBezTo>
                <a:lnTo>
                  <a:pt x="27" y="19413"/>
                </a:lnTo>
                <a:lnTo>
                  <a:pt x="31848" y="19413"/>
                </a:lnTo>
                <a:lnTo>
                  <a:pt x="31384" y="1"/>
                </a:lnTo>
                <a:cubicBezTo>
                  <a:pt x="31188" y="679"/>
                  <a:pt x="30269" y="1526"/>
                  <a:pt x="29707" y="1945"/>
                </a:cubicBezTo>
              </a:path>
            </a:pathLst>
          </a:custGeom>
          <a:gradFill>
            <a:gsLst>
              <a:gs pos="0">
                <a:schemeClr val="lt1"/>
              </a:gs>
              <a:gs pos="100000">
                <a:srgbClr val="4B6EF8">
                  <a:alpha val="70196"/>
                </a:srgbClr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16"/>
          <p:cNvSpPr/>
          <p:nvPr/>
        </p:nvSpPr>
        <p:spPr>
          <a:xfrm rot="5400000">
            <a:off x="6668857" y="3202942"/>
            <a:ext cx="3524097" cy="2396762"/>
          </a:xfrm>
          <a:custGeom>
            <a:rect b="b" l="l" r="r" t="t"/>
            <a:pathLst>
              <a:path extrusionOk="0" h="14034" w="20635">
                <a:moveTo>
                  <a:pt x="20635" y="687"/>
                </a:moveTo>
                <a:cubicBezTo>
                  <a:pt x="18637" y="687"/>
                  <a:pt x="16638" y="768"/>
                  <a:pt x="14649" y="643"/>
                </a:cubicBezTo>
                <a:cubicBezTo>
                  <a:pt x="12552" y="509"/>
                  <a:pt x="10492" y="224"/>
                  <a:pt x="8377" y="224"/>
                </a:cubicBezTo>
                <a:cubicBezTo>
                  <a:pt x="6879" y="224"/>
                  <a:pt x="5380" y="313"/>
                  <a:pt x="3899" y="313"/>
                </a:cubicBezTo>
                <a:cubicBezTo>
                  <a:pt x="3132" y="313"/>
                  <a:pt x="955" y="0"/>
                  <a:pt x="509" y="875"/>
                </a:cubicBezTo>
                <a:cubicBezTo>
                  <a:pt x="1" y="1883"/>
                  <a:pt x="2329" y="3792"/>
                  <a:pt x="2989" y="4300"/>
                </a:cubicBezTo>
                <a:cubicBezTo>
                  <a:pt x="4185" y="5228"/>
                  <a:pt x="5433" y="5335"/>
                  <a:pt x="6879" y="5549"/>
                </a:cubicBezTo>
                <a:cubicBezTo>
                  <a:pt x="8422" y="5781"/>
                  <a:pt x="9832" y="5995"/>
                  <a:pt x="11107" y="6941"/>
                </a:cubicBezTo>
                <a:cubicBezTo>
                  <a:pt x="12196" y="7762"/>
                  <a:pt x="12829" y="8966"/>
                  <a:pt x="13516" y="10099"/>
                </a:cubicBezTo>
                <a:cubicBezTo>
                  <a:pt x="14230" y="11268"/>
                  <a:pt x="15291" y="12151"/>
                  <a:pt x="16496" y="12775"/>
                </a:cubicBezTo>
                <a:cubicBezTo>
                  <a:pt x="17566" y="13320"/>
                  <a:pt x="19074" y="13998"/>
                  <a:pt x="20278" y="14033"/>
                </a:cubicBezTo>
                <a:cubicBezTo>
                  <a:pt x="20421" y="13221"/>
                  <a:pt x="20314" y="12383"/>
                  <a:pt x="20332" y="11562"/>
                </a:cubicBezTo>
                <a:cubicBezTo>
                  <a:pt x="20349" y="10732"/>
                  <a:pt x="20635" y="9930"/>
                  <a:pt x="20635" y="9109"/>
                </a:cubicBezTo>
                <a:cubicBezTo>
                  <a:pt x="20635" y="8252"/>
                  <a:pt x="20635" y="7387"/>
                  <a:pt x="20635" y="6531"/>
                </a:cubicBezTo>
                <a:lnTo>
                  <a:pt x="20635" y="1713"/>
                </a:lnTo>
                <a:close/>
              </a:path>
            </a:pathLst>
          </a:custGeom>
          <a:gradFill>
            <a:gsLst>
              <a:gs pos="0">
                <a:srgbClr val="4B6EF8">
                  <a:alpha val="70196"/>
                </a:srgbClr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81" name="Google Shape;181;p16"/>
          <p:cNvGrpSpPr/>
          <p:nvPr/>
        </p:nvGrpSpPr>
        <p:grpSpPr>
          <a:xfrm>
            <a:off x="8496523" y="2763543"/>
            <a:ext cx="660023" cy="2167591"/>
            <a:chOff x="8457298" y="2910118"/>
            <a:chExt cx="660023" cy="2167591"/>
          </a:xfrm>
        </p:grpSpPr>
        <p:sp>
          <p:nvSpPr>
            <p:cNvPr id="182" name="Google Shape;182;p16"/>
            <p:cNvSpPr/>
            <p:nvPr/>
          </p:nvSpPr>
          <p:spPr>
            <a:xfrm>
              <a:off x="8457298" y="4052540"/>
              <a:ext cx="660023" cy="660064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" name="Google Shape;183;p16"/>
            <p:cNvSpPr/>
            <p:nvPr/>
          </p:nvSpPr>
          <p:spPr>
            <a:xfrm>
              <a:off x="8737186" y="3731603"/>
              <a:ext cx="327012" cy="327044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" name="Google Shape;184;p16"/>
            <p:cNvSpPr/>
            <p:nvPr/>
          </p:nvSpPr>
          <p:spPr>
            <a:xfrm>
              <a:off x="8505186" y="4750665"/>
              <a:ext cx="327012" cy="327044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" name="Google Shape;185;p16"/>
            <p:cNvSpPr/>
            <p:nvPr/>
          </p:nvSpPr>
          <p:spPr>
            <a:xfrm>
              <a:off x="8552930" y="2910118"/>
              <a:ext cx="468769" cy="468795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86" name="Google Shape;186;p16"/>
          <p:cNvGrpSpPr/>
          <p:nvPr/>
        </p:nvGrpSpPr>
        <p:grpSpPr>
          <a:xfrm rot="-10548838">
            <a:off x="-121196" y="1001518"/>
            <a:ext cx="682748" cy="1547387"/>
            <a:chOff x="-33427" y="3476090"/>
            <a:chExt cx="682702" cy="1547282"/>
          </a:xfrm>
        </p:grpSpPr>
        <p:sp>
          <p:nvSpPr>
            <p:cNvPr id="187" name="Google Shape;187;p16"/>
            <p:cNvSpPr/>
            <p:nvPr/>
          </p:nvSpPr>
          <p:spPr>
            <a:xfrm>
              <a:off x="180505" y="4256493"/>
              <a:ext cx="468769" cy="468795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" name="Google Shape;188;p16"/>
            <p:cNvSpPr/>
            <p:nvPr/>
          </p:nvSpPr>
          <p:spPr>
            <a:xfrm>
              <a:off x="-33427" y="3476090"/>
              <a:ext cx="660023" cy="660064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" name="Google Shape;189;p16"/>
            <p:cNvSpPr/>
            <p:nvPr/>
          </p:nvSpPr>
          <p:spPr>
            <a:xfrm>
              <a:off x="133086" y="4696328"/>
              <a:ext cx="327012" cy="327044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90" name="Google Shape;190;p16"/>
          <p:cNvSpPr txBox="1"/>
          <p:nvPr>
            <p:ph type="title"/>
          </p:nvPr>
        </p:nvSpPr>
        <p:spPr>
          <a:xfrm>
            <a:off x="720000" y="5394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1" name="Google Shape;191;p16"/>
          <p:cNvSpPr txBox="1"/>
          <p:nvPr>
            <p:ph idx="1" type="subTitle"/>
          </p:nvPr>
        </p:nvSpPr>
        <p:spPr>
          <a:xfrm>
            <a:off x="3815975" y="1241705"/>
            <a:ext cx="4443300" cy="628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/>
        </p:txBody>
      </p:sp>
      <p:sp>
        <p:nvSpPr>
          <p:cNvPr id="192" name="Google Shape;192;p16"/>
          <p:cNvSpPr txBox="1"/>
          <p:nvPr>
            <p:ph idx="2" type="subTitle"/>
          </p:nvPr>
        </p:nvSpPr>
        <p:spPr>
          <a:xfrm>
            <a:off x="3815984" y="2135039"/>
            <a:ext cx="4443300" cy="628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/>
        </p:txBody>
      </p:sp>
      <p:sp>
        <p:nvSpPr>
          <p:cNvPr id="193" name="Google Shape;193;p16"/>
          <p:cNvSpPr txBox="1"/>
          <p:nvPr>
            <p:ph idx="3" type="subTitle"/>
          </p:nvPr>
        </p:nvSpPr>
        <p:spPr>
          <a:xfrm>
            <a:off x="3815984" y="3028372"/>
            <a:ext cx="4443300" cy="628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/>
        </p:txBody>
      </p:sp>
      <p:sp>
        <p:nvSpPr>
          <p:cNvPr id="194" name="Google Shape;194;p16"/>
          <p:cNvSpPr txBox="1"/>
          <p:nvPr>
            <p:ph idx="4" type="subTitle"/>
          </p:nvPr>
        </p:nvSpPr>
        <p:spPr>
          <a:xfrm>
            <a:off x="3815984" y="3921705"/>
            <a:ext cx="4443300" cy="628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/>
        </p:txBody>
      </p:sp>
      <p:sp>
        <p:nvSpPr>
          <p:cNvPr id="195" name="Google Shape;195;p16"/>
          <p:cNvSpPr txBox="1"/>
          <p:nvPr>
            <p:ph idx="5" type="subTitle"/>
          </p:nvPr>
        </p:nvSpPr>
        <p:spPr>
          <a:xfrm>
            <a:off x="1697075" y="1241705"/>
            <a:ext cx="2118900" cy="628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solidFill>
                  <a:schemeClr val="dk1"/>
                </a:solidFill>
                <a:latin typeface="Trispace"/>
                <a:ea typeface="Trispace"/>
                <a:cs typeface="Trispace"/>
                <a:sym typeface="Trispac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9pPr>
          </a:lstStyle>
          <a:p/>
        </p:txBody>
      </p:sp>
      <p:sp>
        <p:nvSpPr>
          <p:cNvPr id="196" name="Google Shape;196;p16"/>
          <p:cNvSpPr txBox="1"/>
          <p:nvPr>
            <p:ph idx="6" type="subTitle"/>
          </p:nvPr>
        </p:nvSpPr>
        <p:spPr>
          <a:xfrm>
            <a:off x="1697075" y="2135039"/>
            <a:ext cx="2118900" cy="628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solidFill>
                  <a:schemeClr val="dk1"/>
                </a:solidFill>
                <a:latin typeface="Trispace"/>
                <a:ea typeface="Trispace"/>
                <a:cs typeface="Trispace"/>
                <a:sym typeface="Trispac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9pPr>
          </a:lstStyle>
          <a:p/>
        </p:txBody>
      </p:sp>
      <p:sp>
        <p:nvSpPr>
          <p:cNvPr id="197" name="Google Shape;197;p16"/>
          <p:cNvSpPr txBox="1"/>
          <p:nvPr>
            <p:ph idx="7" type="subTitle"/>
          </p:nvPr>
        </p:nvSpPr>
        <p:spPr>
          <a:xfrm>
            <a:off x="1697075" y="3028372"/>
            <a:ext cx="2118900" cy="628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solidFill>
                  <a:schemeClr val="dk1"/>
                </a:solidFill>
                <a:latin typeface="Trispace"/>
                <a:ea typeface="Trispace"/>
                <a:cs typeface="Trispace"/>
                <a:sym typeface="Trispac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9pPr>
          </a:lstStyle>
          <a:p/>
        </p:txBody>
      </p:sp>
      <p:sp>
        <p:nvSpPr>
          <p:cNvPr id="198" name="Google Shape;198;p16"/>
          <p:cNvSpPr txBox="1"/>
          <p:nvPr>
            <p:ph idx="8" type="subTitle"/>
          </p:nvPr>
        </p:nvSpPr>
        <p:spPr>
          <a:xfrm>
            <a:off x="1697075" y="3921705"/>
            <a:ext cx="2118900" cy="628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solidFill>
                  <a:schemeClr val="dk1"/>
                </a:solidFill>
                <a:latin typeface="Trispace"/>
                <a:ea typeface="Trispace"/>
                <a:cs typeface="Trispace"/>
                <a:sym typeface="Trispac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CUSTOM_7"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7"/>
          <p:cNvSpPr/>
          <p:nvPr/>
        </p:nvSpPr>
        <p:spPr>
          <a:xfrm rot="-6125281">
            <a:off x="6780953" y="-507545"/>
            <a:ext cx="4634067" cy="2824557"/>
          </a:xfrm>
          <a:custGeom>
            <a:rect b="b" l="l" r="r" t="t"/>
            <a:pathLst>
              <a:path extrusionOk="0" h="19413" w="31849">
                <a:moveTo>
                  <a:pt x="29707" y="1945"/>
                </a:moveTo>
                <a:cubicBezTo>
                  <a:pt x="29279" y="2258"/>
                  <a:pt x="28663" y="2588"/>
                  <a:pt x="28146" y="2695"/>
                </a:cubicBezTo>
                <a:lnTo>
                  <a:pt x="28146" y="2695"/>
                </a:lnTo>
                <a:cubicBezTo>
                  <a:pt x="27334" y="2864"/>
                  <a:pt x="26522" y="2686"/>
                  <a:pt x="25710" y="2516"/>
                </a:cubicBezTo>
                <a:lnTo>
                  <a:pt x="25710" y="2516"/>
                </a:lnTo>
                <a:cubicBezTo>
                  <a:pt x="25131" y="2391"/>
                  <a:pt x="24560" y="2266"/>
                  <a:pt x="23989" y="2266"/>
                </a:cubicBezTo>
                <a:lnTo>
                  <a:pt x="23989" y="2266"/>
                </a:lnTo>
                <a:cubicBezTo>
                  <a:pt x="22552" y="2275"/>
                  <a:pt x="21330" y="2962"/>
                  <a:pt x="20741" y="4274"/>
                </a:cubicBezTo>
                <a:lnTo>
                  <a:pt x="20741" y="4274"/>
                </a:lnTo>
                <a:cubicBezTo>
                  <a:pt x="20135" y="5621"/>
                  <a:pt x="20982" y="7164"/>
                  <a:pt x="20117" y="8493"/>
                </a:cubicBezTo>
                <a:lnTo>
                  <a:pt x="20117" y="8493"/>
                </a:lnTo>
                <a:cubicBezTo>
                  <a:pt x="19162" y="9956"/>
                  <a:pt x="17682" y="8440"/>
                  <a:pt x="16772" y="7726"/>
                </a:cubicBezTo>
                <a:lnTo>
                  <a:pt x="16772" y="7726"/>
                </a:lnTo>
                <a:cubicBezTo>
                  <a:pt x="15737" y="6905"/>
                  <a:pt x="13997" y="6379"/>
                  <a:pt x="12766" y="7111"/>
                </a:cubicBezTo>
                <a:lnTo>
                  <a:pt x="12766" y="7111"/>
                </a:lnTo>
                <a:cubicBezTo>
                  <a:pt x="12186" y="7450"/>
                  <a:pt x="11678" y="8083"/>
                  <a:pt x="11410" y="8698"/>
                </a:cubicBezTo>
                <a:lnTo>
                  <a:pt x="11410" y="8698"/>
                </a:lnTo>
                <a:cubicBezTo>
                  <a:pt x="11107" y="9403"/>
                  <a:pt x="11125" y="10162"/>
                  <a:pt x="10884" y="10857"/>
                </a:cubicBezTo>
                <a:lnTo>
                  <a:pt x="10884" y="10857"/>
                </a:lnTo>
                <a:cubicBezTo>
                  <a:pt x="10661" y="11482"/>
                  <a:pt x="10179" y="12285"/>
                  <a:pt x="9528" y="12561"/>
                </a:cubicBezTo>
                <a:lnTo>
                  <a:pt x="9528" y="12561"/>
                </a:lnTo>
                <a:cubicBezTo>
                  <a:pt x="8832" y="12865"/>
                  <a:pt x="8065" y="12882"/>
                  <a:pt x="7342" y="12989"/>
                </a:cubicBezTo>
                <a:lnTo>
                  <a:pt x="7342" y="12989"/>
                </a:lnTo>
                <a:cubicBezTo>
                  <a:pt x="4371" y="13427"/>
                  <a:pt x="1490" y="15273"/>
                  <a:pt x="330" y="18119"/>
                </a:cubicBezTo>
                <a:lnTo>
                  <a:pt x="330" y="18119"/>
                </a:lnTo>
                <a:cubicBezTo>
                  <a:pt x="187" y="18476"/>
                  <a:pt x="0" y="19020"/>
                  <a:pt x="27" y="19413"/>
                </a:cubicBezTo>
                <a:lnTo>
                  <a:pt x="27" y="19413"/>
                </a:lnTo>
                <a:lnTo>
                  <a:pt x="31848" y="19413"/>
                </a:lnTo>
                <a:lnTo>
                  <a:pt x="31384" y="1"/>
                </a:lnTo>
                <a:cubicBezTo>
                  <a:pt x="31188" y="679"/>
                  <a:pt x="30269" y="1526"/>
                  <a:pt x="29707" y="1945"/>
                </a:cubicBezTo>
              </a:path>
            </a:pathLst>
          </a:custGeom>
          <a:gradFill>
            <a:gsLst>
              <a:gs pos="0">
                <a:schemeClr val="lt1"/>
              </a:gs>
              <a:gs pos="100000">
                <a:srgbClr val="4B6EF8">
                  <a:alpha val="70196"/>
                </a:srgbClr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17"/>
          <p:cNvSpPr/>
          <p:nvPr/>
        </p:nvSpPr>
        <p:spPr>
          <a:xfrm flipH="1">
            <a:off x="-1192290" y="3569975"/>
            <a:ext cx="5029983" cy="2068243"/>
          </a:xfrm>
          <a:custGeom>
            <a:rect b="b" l="l" r="r" t="t"/>
            <a:pathLst>
              <a:path extrusionOk="0" h="10483" w="22438">
                <a:moveTo>
                  <a:pt x="18307" y="1053"/>
                </a:moveTo>
                <a:cubicBezTo>
                  <a:pt x="17174" y="1740"/>
                  <a:pt x="16505" y="2560"/>
                  <a:pt x="15773" y="3640"/>
                </a:cubicBezTo>
                <a:lnTo>
                  <a:pt x="15773" y="3640"/>
                </a:lnTo>
                <a:cubicBezTo>
                  <a:pt x="15149" y="4550"/>
                  <a:pt x="14658" y="5593"/>
                  <a:pt x="13668" y="6164"/>
                </a:cubicBezTo>
                <a:lnTo>
                  <a:pt x="13668" y="6164"/>
                </a:lnTo>
                <a:cubicBezTo>
                  <a:pt x="12606" y="6762"/>
                  <a:pt x="11009" y="6896"/>
                  <a:pt x="9823" y="6539"/>
                </a:cubicBezTo>
                <a:lnTo>
                  <a:pt x="9823" y="6539"/>
                </a:lnTo>
                <a:cubicBezTo>
                  <a:pt x="8565" y="6156"/>
                  <a:pt x="7049" y="5906"/>
                  <a:pt x="5791" y="6477"/>
                </a:cubicBezTo>
                <a:lnTo>
                  <a:pt x="5791" y="6477"/>
                </a:lnTo>
                <a:cubicBezTo>
                  <a:pt x="4497" y="7057"/>
                  <a:pt x="3293" y="7931"/>
                  <a:pt x="2151" y="8752"/>
                </a:cubicBezTo>
                <a:lnTo>
                  <a:pt x="2151" y="8752"/>
                </a:lnTo>
                <a:cubicBezTo>
                  <a:pt x="1410" y="9296"/>
                  <a:pt x="670" y="9858"/>
                  <a:pt x="1" y="10482"/>
                </a:cubicBezTo>
                <a:lnTo>
                  <a:pt x="1" y="10482"/>
                </a:lnTo>
                <a:lnTo>
                  <a:pt x="22393" y="10482"/>
                </a:lnTo>
                <a:lnTo>
                  <a:pt x="22437" y="98"/>
                </a:lnTo>
                <a:cubicBezTo>
                  <a:pt x="22179" y="27"/>
                  <a:pt x="21902" y="0"/>
                  <a:pt x="21617" y="0"/>
                </a:cubicBezTo>
                <a:lnTo>
                  <a:pt x="21617" y="0"/>
                </a:lnTo>
                <a:cubicBezTo>
                  <a:pt x="20466" y="0"/>
                  <a:pt x="19208" y="517"/>
                  <a:pt x="18307" y="1053"/>
                </a:cubicBezTo>
                <a:close/>
              </a:path>
            </a:pathLst>
          </a:custGeom>
          <a:gradFill>
            <a:gsLst>
              <a:gs pos="0">
                <a:schemeClr val="lt1"/>
              </a:gs>
              <a:gs pos="100000">
                <a:srgbClr val="4B6EF8">
                  <a:alpha val="70196"/>
                </a:srgbClr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02" name="Google Shape;202;p17"/>
          <p:cNvGrpSpPr/>
          <p:nvPr/>
        </p:nvGrpSpPr>
        <p:grpSpPr>
          <a:xfrm>
            <a:off x="53078" y="3519092"/>
            <a:ext cx="666922" cy="1553796"/>
            <a:chOff x="53078" y="3519092"/>
            <a:chExt cx="666922" cy="1553796"/>
          </a:xfrm>
        </p:grpSpPr>
        <p:sp>
          <p:nvSpPr>
            <p:cNvPr id="203" name="Google Shape;203;p17"/>
            <p:cNvSpPr/>
            <p:nvPr/>
          </p:nvSpPr>
          <p:spPr>
            <a:xfrm>
              <a:off x="53078" y="3519092"/>
              <a:ext cx="660023" cy="660100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" name="Google Shape;204;p17"/>
            <p:cNvSpPr/>
            <p:nvPr/>
          </p:nvSpPr>
          <p:spPr>
            <a:xfrm>
              <a:off x="251230" y="4604093"/>
              <a:ext cx="468769" cy="468795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" name="Google Shape;205;p17"/>
            <p:cNvSpPr/>
            <p:nvPr/>
          </p:nvSpPr>
          <p:spPr>
            <a:xfrm>
              <a:off x="148697" y="4326490"/>
              <a:ext cx="238346" cy="238372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rgbClr val="FFFFFF">
                    <a:alpha val="50196"/>
                  </a:srgbClr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06" name="Google Shape;206;p17"/>
          <p:cNvGrpSpPr/>
          <p:nvPr/>
        </p:nvGrpSpPr>
        <p:grpSpPr>
          <a:xfrm>
            <a:off x="7618822" y="111365"/>
            <a:ext cx="1576005" cy="1123414"/>
            <a:chOff x="7618822" y="111365"/>
            <a:chExt cx="1576005" cy="1123414"/>
          </a:xfrm>
        </p:grpSpPr>
        <p:sp>
          <p:nvSpPr>
            <p:cNvPr id="207" name="Google Shape;207;p17"/>
            <p:cNvSpPr/>
            <p:nvPr/>
          </p:nvSpPr>
          <p:spPr>
            <a:xfrm>
              <a:off x="8267398" y="111378"/>
              <a:ext cx="327012" cy="327044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" name="Google Shape;208;p17"/>
            <p:cNvSpPr/>
            <p:nvPr/>
          </p:nvSpPr>
          <p:spPr>
            <a:xfrm>
              <a:off x="8534803" y="574679"/>
              <a:ext cx="660023" cy="660100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" name="Google Shape;209;p17"/>
            <p:cNvSpPr/>
            <p:nvPr/>
          </p:nvSpPr>
          <p:spPr>
            <a:xfrm>
              <a:off x="7618822" y="111365"/>
              <a:ext cx="238346" cy="238372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rgbClr val="FFFFFF">
                    <a:alpha val="50196"/>
                  </a:srgbClr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0" name="Google Shape;210;p17"/>
          <p:cNvSpPr txBox="1"/>
          <p:nvPr>
            <p:ph type="title"/>
          </p:nvPr>
        </p:nvSpPr>
        <p:spPr>
          <a:xfrm>
            <a:off x="720000" y="5394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11" name="Google Shape;211;p17"/>
          <p:cNvSpPr txBox="1"/>
          <p:nvPr>
            <p:ph idx="1" type="subTitle"/>
          </p:nvPr>
        </p:nvSpPr>
        <p:spPr>
          <a:xfrm>
            <a:off x="835000" y="1713901"/>
            <a:ext cx="2155500" cy="105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/>
        </p:txBody>
      </p:sp>
      <p:sp>
        <p:nvSpPr>
          <p:cNvPr id="212" name="Google Shape;212;p17"/>
          <p:cNvSpPr txBox="1"/>
          <p:nvPr>
            <p:ph idx="2" type="subTitle"/>
          </p:nvPr>
        </p:nvSpPr>
        <p:spPr>
          <a:xfrm>
            <a:off x="3494193" y="1713901"/>
            <a:ext cx="2155500" cy="105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/>
        </p:txBody>
      </p:sp>
      <p:sp>
        <p:nvSpPr>
          <p:cNvPr id="213" name="Google Shape;213;p17"/>
          <p:cNvSpPr txBox="1"/>
          <p:nvPr>
            <p:ph idx="3" type="subTitle"/>
          </p:nvPr>
        </p:nvSpPr>
        <p:spPr>
          <a:xfrm>
            <a:off x="835000" y="3551699"/>
            <a:ext cx="2155500" cy="105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/>
        </p:txBody>
      </p:sp>
      <p:sp>
        <p:nvSpPr>
          <p:cNvPr id="214" name="Google Shape;214;p17"/>
          <p:cNvSpPr txBox="1"/>
          <p:nvPr>
            <p:ph idx="4" type="subTitle"/>
          </p:nvPr>
        </p:nvSpPr>
        <p:spPr>
          <a:xfrm>
            <a:off x="3494250" y="3551699"/>
            <a:ext cx="2155500" cy="105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/>
        </p:txBody>
      </p:sp>
      <p:sp>
        <p:nvSpPr>
          <p:cNvPr id="215" name="Google Shape;215;p17"/>
          <p:cNvSpPr txBox="1"/>
          <p:nvPr>
            <p:ph idx="5" type="subTitle"/>
          </p:nvPr>
        </p:nvSpPr>
        <p:spPr>
          <a:xfrm>
            <a:off x="6153328" y="1713901"/>
            <a:ext cx="2155500" cy="105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/>
        </p:txBody>
      </p:sp>
      <p:sp>
        <p:nvSpPr>
          <p:cNvPr id="216" name="Google Shape;216;p17"/>
          <p:cNvSpPr txBox="1"/>
          <p:nvPr>
            <p:ph idx="6" type="subTitle"/>
          </p:nvPr>
        </p:nvSpPr>
        <p:spPr>
          <a:xfrm>
            <a:off x="6153449" y="3551699"/>
            <a:ext cx="2155500" cy="105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/>
        </p:txBody>
      </p:sp>
      <p:sp>
        <p:nvSpPr>
          <p:cNvPr id="217" name="Google Shape;217;p17"/>
          <p:cNvSpPr txBox="1"/>
          <p:nvPr>
            <p:ph idx="7" type="subTitle"/>
          </p:nvPr>
        </p:nvSpPr>
        <p:spPr>
          <a:xfrm>
            <a:off x="3494172" y="1112100"/>
            <a:ext cx="2155500" cy="689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9pPr>
          </a:lstStyle>
          <a:p/>
        </p:txBody>
      </p:sp>
      <p:sp>
        <p:nvSpPr>
          <p:cNvPr id="218" name="Google Shape;218;p17"/>
          <p:cNvSpPr txBox="1"/>
          <p:nvPr>
            <p:ph idx="8" type="subTitle"/>
          </p:nvPr>
        </p:nvSpPr>
        <p:spPr>
          <a:xfrm>
            <a:off x="3494172" y="2949898"/>
            <a:ext cx="2155500" cy="689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9pPr>
          </a:lstStyle>
          <a:p/>
        </p:txBody>
      </p:sp>
      <p:sp>
        <p:nvSpPr>
          <p:cNvPr id="219" name="Google Shape;219;p17"/>
          <p:cNvSpPr txBox="1"/>
          <p:nvPr>
            <p:ph idx="9" type="subTitle"/>
          </p:nvPr>
        </p:nvSpPr>
        <p:spPr>
          <a:xfrm>
            <a:off x="6153497" y="1112100"/>
            <a:ext cx="2155500" cy="689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9pPr>
          </a:lstStyle>
          <a:p/>
        </p:txBody>
      </p:sp>
      <p:sp>
        <p:nvSpPr>
          <p:cNvPr id="220" name="Google Shape;220;p17"/>
          <p:cNvSpPr txBox="1"/>
          <p:nvPr>
            <p:ph idx="13" type="subTitle"/>
          </p:nvPr>
        </p:nvSpPr>
        <p:spPr>
          <a:xfrm>
            <a:off x="6153497" y="2949898"/>
            <a:ext cx="2155500" cy="689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9pPr>
          </a:lstStyle>
          <a:p/>
        </p:txBody>
      </p:sp>
      <p:sp>
        <p:nvSpPr>
          <p:cNvPr id="221" name="Google Shape;221;p17"/>
          <p:cNvSpPr txBox="1"/>
          <p:nvPr>
            <p:ph idx="14" type="subTitle"/>
          </p:nvPr>
        </p:nvSpPr>
        <p:spPr>
          <a:xfrm>
            <a:off x="835000" y="1112100"/>
            <a:ext cx="2155500" cy="689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9pPr>
          </a:lstStyle>
          <a:p/>
        </p:txBody>
      </p:sp>
      <p:sp>
        <p:nvSpPr>
          <p:cNvPr id="222" name="Google Shape;222;p17"/>
          <p:cNvSpPr txBox="1"/>
          <p:nvPr>
            <p:ph idx="15" type="subTitle"/>
          </p:nvPr>
        </p:nvSpPr>
        <p:spPr>
          <a:xfrm>
            <a:off x="835000" y="2949898"/>
            <a:ext cx="2155500" cy="689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CUSTOM_8"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8"/>
          <p:cNvSpPr/>
          <p:nvPr/>
        </p:nvSpPr>
        <p:spPr>
          <a:xfrm flipH="1" rot="1292342">
            <a:off x="-2419456" y="2200421"/>
            <a:ext cx="6095930" cy="3491359"/>
          </a:xfrm>
          <a:custGeom>
            <a:rect b="b" l="l" r="r" t="t"/>
            <a:pathLst>
              <a:path extrusionOk="0" h="19413" w="31849">
                <a:moveTo>
                  <a:pt x="29707" y="1945"/>
                </a:moveTo>
                <a:cubicBezTo>
                  <a:pt x="29279" y="2258"/>
                  <a:pt x="28663" y="2588"/>
                  <a:pt x="28146" y="2695"/>
                </a:cubicBezTo>
                <a:lnTo>
                  <a:pt x="28146" y="2695"/>
                </a:lnTo>
                <a:cubicBezTo>
                  <a:pt x="27334" y="2864"/>
                  <a:pt x="26522" y="2686"/>
                  <a:pt x="25710" y="2516"/>
                </a:cubicBezTo>
                <a:lnTo>
                  <a:pt x="25710" y="2516"/>
                </a:lnTo>
                <a:cubicBezTo>
                  <a:pt x="25131" y="2391"/>
                  <a:pt x="24560" y="2266"/>
                  <a:pt x="23989" y="2266"/>
                </a:cubicBezTo>
                <a:lnTo>
                  <a:pt x="23989" y="2266"/>
                </a:lnTo>
                <a:cubicBezTo>
                  <a:pt x="22552" y="2275"/>
                  <a:pt x="21330" y="2962"/>
                  <a:pt x="20741" y="4274"/>
                </a:cubicBezTo>
                <a:lnTo>
                  <a:pt x="20741" y="4274"/>
                </a:lnTo>
                <a:cubicBezTo>
                  <a:pt x="20135" y="5621"/>
                  <a:pt x="20982" y="7164"/>
                  <a:pt x="20117" y="8493"/>
                </a:cubicBezTo>
                <a:lnTo>
                  <a:pt x="20117" y="8493"/>
                </a:lnTo>
                <a:cubicBezTo>
                  <a:pt x="19162" y="9956"/>
                  <a:pt x="17682" y="8440"/>
                  <a:pt x="16772" y="7726"/>
                </a:cubicBezTo>
                <a:lnTo>
                  <a:pt x="16772" y="7726"/>
                </a:lnTo>
                <a:cubicBezTo>
                  <a:pt x="15737" y="6905"/>
                  <a:pt x="13997" y="6379"/>
                  <a:pt x="12766" y="7111"/>
                </a:cubicBezTo>
                <a:lnTo>
                  <a:pt x="12766" y="7111"/>
                </a:lnTo>
                <a:cubicBezTo>
                  <a:pt x="12186" y="7450"/>
                  <a:pt x="11678" y="8083"/>
                  <a:pt x="11410" y="8698"/>
                </a:cubicBezTo>
                <a:lnTo>
                  <a:pt x="11410" y="8698"/>
                </a:lnTo>
                <a:cubicBezTo>
                  <a:pt x="11107" y="9403"/>
                  <a:pt x="11125" y="10162"/>
                  <a:pt x="10884" y="10857"/>
                </a:cubicBezTo>
                <a:lnTo>
                  <a:pt x="10884" y="10857"/>
                </a:lnTo>
                <a:cubicBezTo>
                  <a:pt x="10661" y="11482"/>
                  <a:pt x="10179" y="12285"/>
                  <a:pt x="9528" y="12561"/>
                </a:cubicBezTo>
                <a:lnTo>
                  <a:pt x="9528" y="12561"/>
                </a:lnTo>
                <a:cubicBezTo>
                  <a:pt x="8832" y="12865"/>
                  <a:pt x="8065" y="12882"/>
                  <a:pt x="7342" y="12989"/>
                </a:cubicBezTo>
                <a:lnTo>
                  <a:pt x="7342" y="12989"/>
                </a:lnTo>
                <a:cubicBezTo>
                  <a:pt x="4371" y="13427"/>
                  <a:pt x="1490" y="15273"/>
                  <a:pt x="330" y="18119"/>
                </a:cubicBezTo>
                <a:lnTo>
                  <a:pt x="330" y="18119"/>
                </a:lnTo>
                <a:cubicBezTo>
                  <a:pt x="187" y="18476"/>
                  <a:pt x="0" y="19020"/>
                  <a:pt x="27" y="19413"/>
                </a:cubicBezTo>
                <a:lnTo>
                  <a:pt x="27" y="19413"/>
                </a:lnTo>
                <a:lnTo>
                  <a:pt x="31848" y="19413"/>
                </a:lnTo>
                <a:lnTo>
                  <a:pt x="31384" y="1"/>
                </a:lnTo>
                <a:cubicBezTo>
                  <a:pt x="31188" y="679"/>
                  <a:pt x="30269" y="1526"/>
                  <a:pt x="29707" y="1945"/>
                </a:cubicBezTo>
              </a:path>
            </a:pathLst>
          </a:custGeom>
          <a:gradFill>
            <a:gsLst>
              <a:gs pos="0">
                <a:schemeClr val="lt1"/>
              </a:gs>
              <a:gs pos="100000">
                <a:srgbClr val="4B6EF8">
                  <a:alpha val="70196"/>
                </a:srgbClr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18"/>
          <p:cNvSpPr/>
          <p:nvPr/>
        </p:nvSpPr>
        <p:spPr>
          <a:xfrm rot="5400000">
            <a:off x="6537482" y="2747717"/>
            <a:ext cx="3524097" cy="2396762"/>
          </a:xfrm>
          <a:custGeom>
            <a:rect b="b" l="l" r="r" t="t"/>
            <a:pathLst>
              <a:path extrusionOk="0" h="14034" w="20635">
                <a:moveTo>
                  <a:pt x="20635" y="687"/>
                </a:moveTo>
                <a:cubicBezTo>
                  <a:pt x="18637" y="687"/>
                  <a:pt x="16638" y="768"/>
                  <a:pt x="14649" y="643"/>
                </a:cubicBezTo>
                <a:cubicBezTo>
                  <a:pt x="12552" y="509"/>
                  <a:pt x="10492" y="224"/>
                  <a:pt x="8377" y="224"/>
                </a:cubicBezTo>
                <a:cubicBezTo>
                  <a:pt x="6879" y="224"/>
                  <a:pt x="5380" y="313"/>
                  <a:pt x="3899" y="313"/>
                </a:cubicBezTo>
                <a:cubicBezTo>
                  <a:pt x="3132" y="313"/>
                  <a:pt x="955" y="0"/>
                  <a:pt x="509" y="875"/>
                </a:cubicBezTo>
                <a:cubicBezTo>
                  <a:pt x="1" y="1883"/>
                  <a:pt x="2329" y="3792"/>
                  <a:pt x="2989" y="4300"/>
                </a:cubicBezTo>
                <a:cubicBezTo>
                  <a:pt x="4185" y="5228"/>
                  <a:pt x="5433" y="5335"/>
                  <a:pt x="6879" y="5549"/>
                </a:cubicBezTo>
                <a:cubicBezTo>
                  <a:pt x="8422" y="5781"/>
                  <a:pt x="9832" y="5995"/>
                  <a:pt x="11107" y="6941"/>
                </a:cubicBezTo>
                <a:cubicBezTo>
                  <a:pt x="12196" y="7762"/>
                  <a:pt x="12829" y="8966"/>
                  <a:pt x="13516" y="10099"/>
                </a:cubicBezTo>
                <a:cubicBezTo>
                  <a:pt x="14230" y="11268"/>
                  <a:pt x="15291" y="12151"/>
                  <a:pt x="16496" y="12775"/>
                </a:cubicBezTo>
                <a:cubicBezTo>
                  <a:pt x="17566" y="13320"/>
                  <a:pt x="19074" y="13998"/>
                  <a:pt x="20278" y="14033"/>
                </a:cubicBezTo>
                <a:cubicBezTo>
                  <a:pt x="20421" y="13221"/>
                  <a:pt x="20314" y="12383"/>
                  <a:pt x="20332" y="11562"/>
                </a:cubicBezTo>
                <a:cubicBezTo>
                  <a:pt x="20349" y="10732"/>
                  <a:pt x="20635" y="9930"/>
                  <a:pt x="20635" y="9109"/>
                </a:cubicBezTo>
                <a:cubicBezTo>
                  <a:pt x="20635" y="8252"/>
                  <a:pt x="20635" y="7387"/>
                  <a:pt x="20635" y="6531"/>
                </a:cubicBezTo>
                <a:lnTo>
                  <a:pt x="20635" y="1713"/>
                </a:lnTo>
                <a:close/>
              </a:path>
            </a:pathLst>
          </a:custGeom>
          <a:gradFill>
            <a:gsLst>
              <a:gs pos="0">
                <a:srgbClr val="4B6EF8">
                  <a:alpha val="70196"/>
                </a:srgbClr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26" name="Google Shape;226;p18"/>
          <p:cNvGrpSpPr/>
          <p:nvPr/>
        </p:nvGrpSpPr>
        <p:grpSpPr>
          <a:xfrm>
            <a:off x="8209011" y="2860943"/>
            <a:ext cx="934985" cy="2170316"/>
            <a:chOff x="8220061" y="2910118"/>
            <a:chExt cx="934985" cy="2170316"/>
          </a:xfrm>
        </p:grpSpPr>
        <p:sp>
          <p:nvSpPr>
            <p:cNvPr id="227" name="Google Shape;227;p18"/>
            <p:cNvSpPr/>
            <p:nvPr/>
          </p:nvSpPr>
          <p:spPr>
            <a:xfrm>
              <a:off x="8495023" y="4363315"/>
              <a:ext cx="660023" cy="660064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" name="Google Shape;228;p18"/>
            <p:cNvSpPr/>
            <p:nvPr/>
          </p:nvSpPr>
          <p:spPr>
            <a:xfrm>
              <a:off x="8737186" y="3731603"/>
              <a:ext cx="327012" cy="327044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" name="Google Shape;229;p18"/>
            <p:cNvSpPr/>
            <p:nvPr/>
          </p:nvSpPr>
          <p:spPr>
            <a:xfrm>
              <a:off x="8220061" y="4753390"/>
              <a:ext cx="327012" cy="327044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" name="Google Shape;230;p18"/>
            <p:cNvSpPr/>
            <p:nvPr/>
          </p:nvSpPr>
          <p:spPr>
            <a:xfrm>
              <a:off x="8552930" y="2910118"/>
              <a:ext cx="468769" cy="468795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31" name="Google Shape;231;p18"/>
          <p:cNvGrpSpPr/>
          <p:nvPr/>
        </p:nvGrpSpPr>
        <p:grpSpPr>
          <a:xfrm rot="7347507">
            <a:off x="371745" y="3666596"/>
            <a:ext cx="682717" cy="1547317"/>
            <a:chOff x="-33427" y="3476090"/>
            <a:chExt cx="682702" cy="1547282"/>
          </a:xfrm>
        </p:grpSpPr>
        <p:sp>
          <p:nvSpPr>
            <p:cNvPr id="232" name="Google Shape;232;p18"/>
            <p:cNvSpPr/>
            <p:nvPr/>
          </p:nvSpPr>
          <p:spPr>
            <a:xfrm>
              <a:off x="180505" y="4256493"/>
              <a:ext cx="468769" cy="468795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" name="Google Shape;233;p18"/>
            <p:cNvSpPr/>
            <p:nvPr/>
          </p:nvSpPr>
          <p:spPr>
            <a:xfrm>
              <a:off x="-33427" y="3476090"/>
              <a:ext cx="660023" cy="660064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" name="Google Shape;234;p18"/>
            <p:cNvSpPr/>
            <p:nvPr/>
          </p:nvSpPr>
          <p:spPr>
            <a:xfrm>
              <a:off x="133086" y="4696328"/>
              <a:ext cx="327012" cy="327044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35" name="Google Shape;235;p18"/>
          <p:cNvSpPr txBox="1"/>
          <p:nvPr>
            <p:ph hasCustomPrompt="1" type="title"/>
          </p:nvPr>
        </p:nvSpPr>
        <p:spPr>
          <a:xfrm>
            <a:off x="2437775" y="704675"/>
            <a:ext cx="4268400" cy="645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45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236" name="Google Shape;236;p18"/>
          <p:cNvSpPr txBox="1"/>
          <p:nvPr>
            <p:ph idx="1" type="subTitle"/>
          </p:nvPr>
        </p:nvSpPr>
        <p:spPr>
          <a:xfrm>
            <a:off x="2437775" y="1350176"/>
            <a:ext cx="4268400" cy="40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  <p:sp>
        <p:nvSpPr>
          <p:cNvPr id="237" name="Google Shape;237;p18"/>
          <p:cNvSpPr txBox="1"/>
          <p:nvPr>
            <p:ph hasCustomPrompt="1" idx="2" type="title"/>
          </p:nvPr>
        </p:nvSpPr>
        <p:spPr>
          <a:xfrm>
            <a:off x="2437775" y="2015963"/>
            <a:ext cx="4268400" cy="645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45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238" name="Google Shape;238;p18"/>
          <p:cNvSpPr txBox="1"/>
          <p:nvPr>
            <p:ph idx="3" type="subTitle"/>
          </p:nvPr>
        </p:nvSpPr>
        <p:spPr>
          <a:xfrm>
            <a:off x="2437775" y="2660650"/>
            <a:ext cx="4268400" cy="40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  <p:sp>
        <p:nvSpPr>
          <p:cNvPr id="239" name="Google Shape;239;p18"/>
          <p:cNvSpPr txBox="1"/>
          <p:nvPr>
            <p:ph hasCustomPrompt="1" idx="4" type="title"/>
          </p:nvPr>
        </p:nvSpPr>
        <p:spPr>
          <a:xfrm>
            <a:off x="2437775" y="3327300"/>
            <a:ext cx="4268400" cy="645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45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240" name="Google Shape;240;p18"/>
          <p:cNvSpPr txBox="1"/>
          <p:nvPr>
            <p:ph idx="5" type="subTitle"/>
          </p:nvPr>
        </p:nvSpPr>
        <p:spPr>
          <a:xfrm>
            <a:off x="2437775" y="3971075"/>
            <a:ext cx="4268400" cy="40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CUSTOM_12"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19"/>
          <p:cNvSpPr/>
          <p:nvPr/>
        </p:nvSpPr>
        <p:spPr>
          <a:xfrm flipH="1" rot="4372063">
            <a:off x="-3257636" y="1228893"/>
            <a:ext cx="6095914" cy="3491344"/>
          </a:xfrm>
          <a:custGeom>
            <a:rect b="b" l="l" r="r" t="t"/>
            <a:pathLst>
              <a:path extrusionOk="0" h="19413" w="31849">
                <a:moveTo>
                  <a:pt x="29707" y="1945"/>
                </a:moveTo>
                <a:cubicBezTo>
                  <a:pt x="29279" y="2258"/>
                  <a:pt x="28663" y="2588"/>
                  <a:pt x="28146" y="2695"/>
                </a:cubicBezTo>
                <a:lnTo>
                  <a:pt x="28146" y="2695"/>
                </a:lnTo>
                <a:cubicBezTo>
                  <a:pt x="27334" y="2864"/>
                  <a:pt x="26522" y="2686"/>
                  <a:pt x="25710" y="2516"/>
                </a:cubicBezTo>
                <a:lnTo>
                  <a:pt x="25710" y="2516"/>
                </a:lnTo>
                <a:cubicBezTo>
                  <a:pt x="25131" y="2391"/>
                  <a:pt x="24560" y="2266"/>
                  <a:pt x="23989" y="2266"/>
                </a:cubicBezTo>
                <a:lnTo>
                  <a:pt x="23989" y="2266"/>
                </a:lnTo>
                <a:cubicBezTo>
                  <a:pt x="22552" y="2275"/>
                  <a:pt x="21330" y="2962"/>
                  <a:pt x="20741" y="4274"/>
                </a:cubicBezTo>
                <a:lnTo>
                  <a:pt x="20741" y="4274"/>
                </a:lnTo>
                <a:cubicBezTo>
                  <a:pt x="20135" y="5621"/>
                  <a:pt x="20982" y="7164"/>
                  <a:pt x="20117" y="8493"/>
                </a:cubicBezTo>
                <a:lnTo>
                  <a:pt x="20117" y="8493"/>
                </a:lnTo>
                <a:cubicBezTo>
                  <a:pt x="19162" y="9956"/>
                  <a:pt x="17682" y="8440"/>
                  <a:pt x="16772" y="7726"/>
                </a:cubicBezTo>
                <a:lnTo>
                  <a:pt x="16772" y="7726"/>
                </a:lnTo>
                <a:cubicBezTo>
                  <a:pt x="15737" y="6905"/>
                  <a:pt x="13997" y="6379"/>
                  <a:pt x="12766" y="7111"/>
                </a:cubicBezTo>
                <a:lnTo>
                  <a:pt x="12766" y="7111"/>
                </a:lnTo>
                <a:cubicBezTo>
                  <a:pt x="12186" y="7450"/>
                  <a:pt x="11678" y="8083"/>
                  <a:pt x="11410" y="8698"/>
                </a:cubicBezTo>
                <a:lnTo>
                  <a:pt x="11410" y="8698"/>
                </a:lnTo>
                <a:cubicBezTo>
                  <a:pt x="11107" y="9403"/>
                  <a:pt x="11125" y="10162"/>
                  <a:pt x="10884" y="10857"/>
                </a:cubicBezTo>
                <a:lnTo>
                  <a:pt x="10884" y="10857"/>
                </a:lnTo>
                <a:cubicBezTo>
                  <a:pt x="10661" y="11482"/>
                  <a:pt x="10179" y="12285"/>
                  <a:pt x="9528" y="12561"/>
                </a:cubicBezTo>
                <a:lnTo>
                  <a:pt x="9528" y="12561"/>
                </a:lnTo>
                <a:cubicBezTo>
                  <a:pt x="8832" y="12865"/>
                  <a:pt x="8065" y="12882"/>
                  <a:pt x="7342" y="12989"/>
                </a:cubicBezTo>
                <a:lnTo>
                  <a:pt x="7342" y="12989"/>
                </a:lnTo>
                <a:cubicBezTo>
                  <a:pt x="4371" y="13427"/>
                  <a:pt x="1490" y="15273"/>
                  <a:pt x="330" y="18119"/>
                </a:cubicBezTo>
                <a:lnTo>
                  <a:pt x="330" y="18119"/>
                </a:lnTo>
                <a:cubicBezTo>
                  <a:pt x="187" y="18476"/>
                  <a:pt x="0" y="19020"/>
                  <a:pt x="27" y="19413"/>
                </a:cubicBezTo>
                <a:lnTo>
                  <a:pt x="27" y="19413"/>
                </a:lnTo>
                <a:lnTo>
                  <a:pt x="31848" y="19413"/>
                </a:lnTo>
                <a:lnTo>
                  <a:pt x="31384" y="1"/>
                </a:lnTo>
                <a:cubicBezTo>
                  <a:pt x="31188" y="679"/>
                  <a:pt x="30269" y="1526"/>
                  <a:pt x="29707" y="1945"/>
                </a:cubicBezTo>
              </a:path>
            </a:pathLst>
          </a:custGeom>
          <a:gradFill>
            <a:gsLst>
              <a:gs pos="0">
                <a:schemeClr val="lt1"/>
              </a:gs>
              <a:gs pos="100000">
                <a:srgbClr val="4B6EF8">
                  <a:alpha val="70196"/>
                </a:srgbClr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19"/>
          <p:cNvSpPr/>
          <p:nvPr/>
        </p:nvSpPr>
        <p:spPr>
          <a:xfrm rot="5400000">
            <a:off x="6668857" y="3202942"/>
            <a:ext cx="3524097" cy="2396762"/>
          </a:xfrm>
          <a:custGeom>
            <a:rect b="b" l="l" r="r" t="t"/>
            <a:pathLst>
              <a:path extrusionOk="0" h="14034" w="20635">
                <a:moveTo>
                  <a:pt x="20635" y="687"/>
                </a:moveTo>
                <a:cubicBezTo>
                  <a:pt x="18637" y="687"/>
                  <a:pt x="16638" y="768"/>
                  <a:pt x="14649" y="643"/>
                </a:cubicBezTo>
                <a:cubicBezTo>
                  <a:pt x="12552" y="509"/>
                  <a:pt x="10492" y="224"/>
                  <a:pt x="8377" y="224"/>
                </a:cubicBezTo>
                <a:cubicBezTo>
                  <a:pt x="6879" y="224"/>
                  <a:pt x="5380" y="313"/>
                  <a:pt x="3899" y="313"/>
                </a:cubicBezTo>
                <a:cubicBezTo>
                  <a:pt x="3132" y="313"/>
                  <a:pt x="955" y="0"/>
                  <a:pt x="509" y="875"/>
                </a:cubicBezTo>
                <a:cubicBezTo>
                  <a:pt x="1" y="1883"/>
                  <a:pt x="2329" y="3792"/>
                  <a:pt x="2989" y="4300"/>
                </a:cubicBezTo>
                <a:cubicBezTo>
                  <a:pt x="4185" y="5228"/>
                  <a:pt x="5433" y="5335"/>
                  <a:pt x="6879" y="5549"/>
                </a:cubicBezTo>
                <a:cubicBezTo>
                  <a:pt x="8422" y="5781"/>
                  <a:pt x="9832" y="5995"/>
                  <a:pt x="11107" y="6941"/>
                </a:cubicBezTo>
                <a:cubicBezTo>
                  <a:pt x="12196" y="7762"/>
                  <a:pt x="12829" y="8966"/>
                  <a:pt x="13516" y="10099"/>
                </a:cubicBezTo>
                <a:cubicBezTo>
                  <a:pt x="14230" y="11268"/>
                  <a:pt x="15291" y="12151"/>
                  <a:pt x="16496" y="12775"/>
                </a:cubicBezTo>
                <a:cubicBezTo>
                  <a:pt x="17566" y="13320"/>
                  <a:pt x="19074" y="13998"/>
                  <a:pt x="20278" y="14033"/>
                </a:cubicBezTo>
                <a:cubicBezTo>
                  <a:pt x="20421" y="13221"/>
                  <a:pt x="20314" y="12383"/>
                  <a:pt x="20332" y="11562"/>
                </a:cubicBezTo>
                <a:cubicBezTo>
                  <a:pt x="20349" y="10732"/>
                  <a:pt x="20635" y="9930"/>
                  <a:pt x="20635" y="9109"/>
                </a:cubicBezTo>
                <a:cubicBezTo>
                  <a:pt x="20635" y="8252"/>
                  <a:pt x="20635" y="7387"/>
                  <a:pt x="20635" y="6531"/>
                </a:cubicBezTo>
                <a:lnTo>
                  <a:pt x="20635" y="1713"/>
                </a:lnTo>
                <a:close/>
              </a:path>
            </a:pathLst>
          </a:custGeom>
          <a:gradFill>
            <a:gsLst>
              <a:gs pos="0">
                <a:srgbClr val="4B6EF8">
                  <a:alpha val="70196"/>
                </a:srgbClr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44" name="Google Shape;244;p19"/>
          <p:cNvGrpSpPr/>
          <p:nvPr/>
        </p:nvGrpSpPr>
        <p:grpSpPr>
          <a:xfrm>
            <a:off x="8496523" y="2763543"/>
            <a:ext cx="660023" cy="2167591"/>
            <a:chOff x="8457298" y="2910118"/>
            <a:chExt cx="660023" cy="2167591"/>
          </a:xfrm>
        </p:grpSpPr>
        <p:sp>
          <p:nvSpPr>
            <p:cNvPr id="245" name="Google Shape;245;p19"/>
            <p:cNvSpPr/>
            <p:nvPr/>
          </p:nvSpPr>
          <p:spPr>
            <a:xfrm>
              <a:off x="8457298" y="4052540"/>
              <a:ext cx="660023" cy="660064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" name="Google Shape;246;p19"/>
            <p:cNvSpPr/>
            <p:nvPr/>
          </p:nvSpPr>
          <p:spPr>
            <a:xfrm>
              <a:off x="8737186" y="3731603"/>
              <a:ext cx="327012" cy="327044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" name="Google Shape;247;p19"/>
            <p:cNvSpPr/>
            <p:nvPr/>
          </p:nvSpPr>
          <p:spPr>
            <a:xfrm>
              <a:off x="8505186" y="4750665"/>
              <a:ext cx="327012" cy="327044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" name="Google Shape;248;p19"/>
            <p:cNvSpPr/>
            <p:nvPr/>
          </p:nvSpPr>
          <p:spPr>
            <a:xfrm>
              <a:off x="8552930" y="2910118"/>
              <a:ext cx="468769" cy="468795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49" name="Google Shape;249;p19"/>
          <p:cNvGrpSpPr/>
          <p:nvPr/>
        </p:nvGrpSpPr>
        <p:grpSpPr>
          <a:xfrm rot="-10548838">
            <a:off x="-121196" y="1001518"/>
            <a:ext cx="682748" cy="1547387"/>
            <a:chOff x="-33427" y="3476090"/>
            <a:chExt cx="682702" cy="1547282"/>
          </a:xfrm>
        </p:grpSpPr>
        <p:sp>
          <p:nvSpPr>
            <p:cNvPr id="250" name="Google Shape;250;p19"/>
            <p:cNvSpPr/>
            <p:nvPr/>
          </p:nvSpPr>
          <p:spPr>
            <a:xfrm>
              <a:off x="180505" y="4256493"/>
              <a:ext cx="468769" cy="468795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" name="Google Shape;251;p19"/>
            <p:cNvSpPr/>
            <p:nvPr/>
          </p:nvSpPr>
          <p:spPr>
            <a:xfrm>
              <a:off x="-33427" y="3476090"/>
              <a:ext cx="660023" cy="660064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" name="Google Shape;252;p19"/>
            <p:cNvSpPr/>
            <p:nvPr/>
          </p:nvSpPr>
          <p:spPr>
            <a:xfrm>
              <a:off x="133086" y="4696328"/>
              <a:ext cx="327012" cy="327044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53" name="Google Shape;253;p19"/>
          <p:cNvSpPr txBox="1"/>
          <p:nvPr>
            <p:ph type="title"/>
          </p:nvPr>
        </p:nvSpPr>
        <p:spPr>
          <a:xfrm>
            <a:off x="720000" y="5394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CUSTOM_12_1"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20"/>
          <p:cNvSpPr txBox="1"/>
          <p:nvPr>
            <p:ph type="title"/>
          </p:nvPr>
        </p:nvSpPr>
        <p:spPr>
          <a:xfrm>
            <a:off x="720000" y="5394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56" name="Google Shape;256;p20"/>
          <p:cNvSpPr/>
          <p:nvPr/>
        </p:nvSpPr>
        <p:spPr>
          <a:xfrm>
            <a:off x="5052478" y="3569975"/>
            <a:ext cx="5371040" cy="2068243"/>
          </a:xfrm>
          <a:custGeom>
            <a:rect b="b" l="l" r="r" t="t"/>
            <a:pathLst>
              <a:path extrusionOk="0" h="10483" w="22438">
                <a:moveTo>
                  <a:pt x="18307" y="1053"/>
                </a:moveTo>
                <a:cubicBezTo>
                  <a:pt x="17174" y="1740"/>
                  <a:pt x="16505" y="2560"/>
                  <a:pt x="15773" y="3640"/>
                </a:cubicBezTo>
                <a:lnTo>
                  <a:pt x="15773" y="3640"/>
                </a:lnTo>
                <a:cubicBezTo>
                  <a:pt x="15149" y="4550"/>
                  <a:pt x="14658" y="5593"/>
                  <a:pt x="13668" y="6164"/>
                </a:cubicBezTo>
                <a:lnTo>
                  <a:pt x="13668" y="6164"/>
                </a:lnTo>
                <a:cubicBezTo>
                  <a:pt x="12606" y="6762"/>
                  <a:pt x="11009" y="6896"/>
                  <a:pt x="9823" y="6539"/>
                </a:cubicBezTo>
                <a:lnTo>
                  <a:pt x="9823" y="6539"/>
                </a:lnTo>
                <a:cubicBezTo>
                  <a:pt x="8565" y="6156"/>
                  <a:pt x="7049" y="5906"/>
                  <a:pt x="5791" y="6477"/>
                </a:cubicBezTo>
                <a:lnTo>
                  <a:pt x="5791" y="6477"/>
                </a:lnTo>
                <a:cubicBezTo>
                  <a:pt x="4497" y="7057"/>
                  <a:pt x="3293" y="7931"/>
                  <a:pt x="2151" y="8752"/>
                </a:cubicBezTo>
                <a:lnTo>
                  <a:pt x="2151" y="8752"/>
                </a:lnTo>
                <a:cubicBezTo>
                  <a:pt x="1410" y="9296"/>
                  <a:pt x="670" y="9858"/>
                  <a:pt x="1" y="10482"/>
                </a:cubicBezTo>
                <a:lnTo>
                  <a:pt x="1" y="10482"/>
                </a:lnTo>
                <a:lnTo>
                  <a:pt x="22393" y="10482"/>
                </a:lnTo>
                <a:lnTo>
                  <a:pt x="22437" y="98"/>
                </a:lnTo>
                <a:cubicBezTo>
                  <a:pt x="22179" y="27"/>
                  <a:pt x="21902" y="0"/>
                  <a:pt x="21617" y="0"/>
                </a:cubicBezTo>
                <a:lnTo>
                  <a:pt x="21617" y="0"/>
                </a:lnTo>
                <a:cubicBezTo>
                  <a:pt x="20466" y="0"/>
                  <a:pt x="19208" y="517"/>
                  <a:pt x="18307" y="1053"/>
                </a:cubicBezTo>
                <a:close/>
              </a:path>
            </a:pathLst>
          </a:custGeom>
          <a:gradFill>
            <a:gsLst>
              <a:gs pos="0">
                <a:schemeClr val="lt1"/>
              </a:gs>
              <a:gs pos="100000">
                <a:srgbClr val="4B6EF8">
                  <a:alpha val="70196"/>
                </a:srgbClr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20"/>
          <p:cNvSpPr/>
          <p:nvPr/>
        </p:nvSpPr>
        <p:spPr>
          <a:xfrm rot="10644777">
            <a:off x="-1048849" y="-1303280"/>
            <a:ext cx="4634055" cy="2824556"/>
          </a:xfrm>
          <a:custGeom>
            <a:rect b="b" l="l" r="r" t="t"/>
            <a:pathLst>
              <a:path extrusionOk="0" h="19413" w="31849">
                <a:moveTo>
                  <a:pt x="29707" y="1945"/>
                </a:moveTo>
                <a:cubicBezTo>
                  <a:pt x="29279" y="2258"/>
                  <a:pt x="28663" y="2588"/>
                  <a:pt x="28146" y="2695"/>
                </a:cubicBezTo>
                <a:lnTo>
                  <a:pt x="28146" y="2695"/>
                </a:lnTo>
                <a:cubicBezTo>
                  <a:pt x="27334" y="2864"/>
                  <a:pt x="26522" y="2686"/>
                  <a:pt x="25710" y="2516"/>
                </a:cubicBezTo>
                <a:lnTo>
                  <a:pt x="25710" y="2516"/>
                </a:lnTo>
                <a:cubicBezTo>
                  <a:pt x="25131" y="2391"/>
                  <a:pt x="24560" y="2266"/>
                  <a:pt x="23989" y="2266"/>
                </a:cubicBezTo>
                <a:lnTo>
                  <a:pt x="23989" y="2266"/>
                </a:lnTo>
                <a:cubicBezTo>
                  <a:pt x="22552" y="2275"/>
                  <a:pt x="21330" y="2962"/>
                  <a:pt x="20741" y="4274"/>
                </a:cubicBezTo>
                <a:lnTo>
                  <a:pt x="20741" y="4274"/>
                </a:lnTo>
                <a:cubicBezTo>
                  <a:pt x="20135" y="5621"/>
                  <a:pt x="20982" y="7164"/>
                  <a:pt x="20117" y="8493"/>
                </a:cubicBezTo>
                <a:lnTo>
                  <a:pt x="20117" y="8493"/>
                </a:lnTo>
                <a:cubicBezTo>
                  <a:pt x="19162" y="9956"/>
                  <a:pt x="17682" y="8440"/>
                  <a:pt x="16772" y="7726"/>
                </a:cubicBezTo>
                <a:lnTo>
                  <a:pt x="16772" y="7726"/>
                </a:lnTo>
                <a:cubicBezTo>
                  <a:pt x="15737" y="6905"/>
                  <a:pt x="13997" y="6379"/>
                  <a:pt x="12766" y="7111"/>
                </a:cubicBezTo>
                <a:lnTo>
                  <a:pt x="12766" y="7111"/>
                </a:lnTo>
                <a:cubicBezTo>
                  <a:pt x="12186" y="7450"/>
                  <a:pt x="11678" y="8083"/>
                  <a:pt x="11410" y="8698"/>
                </a:cubicBezTo>
                <a:lnTo>
                  <a:pt x="11410" y="8698"/>
                </a:lnTo>
                <a:cubicBezTo>
                  <a:pt x="11107" y="9403"/>
                  <a:pt x="11125" y="10162"/>
                  <a:pt x="10884" y="10857"/>
                </a:cubicBezTo>
                <a:lnTo>
                  <a:pt x="10884" y="10857"/>
                </a:lnTo>
                <a:cubicBezTo>
                  <a:pt x="10661" y="11482"/>
                  <a:pt x="10179" y="12285"/>
                  <a:pt x="9528" y="12561"/>
                </a:cubicBezTo>
                <a:lnTo>
                  <a:pt x="9528" y="12561"/>
                </a:lnTo>
                <a:cubicBezTo>
                  <a:pt x="8832" y="12865"/>
                  <a:pt x="8065" y="12882"/>
                  <a:pt x="7342" y="12989"/>
                </a:cubicBezTo>
                <a:lnTo>
                  <a:pt x="7342" y="12989"/>
                </a:lnTo>
                <a:cubicBezTo>
                  <a:pt x="4371" y="13427"/>
                  <a:pt x="1490" y="15273"/>
                  <a:pt x="330" y="18119"/>
                </a:cubicBezTo>
                <a:lnTo>
                  <a:pt x="330" y="18119"/>
                </a:lnTo>
                <a:cubicBezTo>
                  <a:pt x="187" y="18476"/>
                  <a:pt x="0" y="19020"/>
                  <a:pt x="27" y="19413"/>
                </a:cubicBezTo>
                <a:lnTo>
                  <a:pt x="27" y="19413"/>
                </a:lnTo>
                <a:lnTo>
                  <a:pt x="31848" y="19413"/>
                </a:lnTo>
                <a:lnTo>
                  <a:pt x="31384" y="1"/>
                </a:lnTo>
                <a:cubicBezTo>
                  <a:pt x="31188" y="679"/>
                  <a:pt x="30269" y="1526"/>
                  <a:pt x="29707" y="1945"/>
                </a:cubicBezTo>
              </a:path>
            </a:pathLst>
          </a:custGeom>
          <a:gradFill>
            <a:gsLst>
              <a:gs pos="0">
                <a:schemeClr val="lt1"/>
              </a:gs>
              <a:gs pos="100000">
                <a:srgbClr val="4B6EF8">
                  <a:alpha val="70196"/>
                </a:srgbClr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8" name="Google Shape;258;p20"/>
          <p:cNvGrpSpPr/>
          <p:nvPr/>
        </p:nvGrpSpPr>
        <p:grpSpPr>
          <a:xfrm>
            <a:off x="-62147" y="4"/>
            <a:ext cx="1648457" cy="1491382"/>
            <a:chOff x="-62147" y="4"/>
            <a:chExt cx="1648457" cy="1491382"/>
          </a:xfrm>
        </p:grpSpPr>
        <p:sp>
          <p:nvSpPr>
            <p:cNvPr id="259" name="Google Shape;259;p20"/>
            <p:cNvSpPr/>
            <p:nvPr/>
          </p:nvSpPr>
          <p:spPr>
            <a:xfrm>
              <a:off x="187398" y="836028"/>
              <a:ext cx="327012" cy="327044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" name="Google Shape;260;p20"/>
            <p:cNvSpPr/>
            <p:nvPr/>
          </p:nvSpPr>
          <p:spPr>
            <a:xfrm>
              <a:off x="53072" y="1253015"/>
              <a:ext cx="238346" cy="238372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" name="Google Shape;261;p20"/>
            <p:cNvSpPr/>
            <p:nvPr/>
          </p:nvSpPr>
          <p:spPr>
            <a:xfrm>
              <a:off x="1259298" y="67028"/>
              <a:ext cx="327012" cy="327044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" name="Google Shape;262;p20"/>
            <p:cNvSpPr/>
            <p:nvPr/>
          </p:nvSpPr>
          <p:spPr>
            <a:xfrm>
              <a:off x="-62147" y="4"/>
              <a:ext cx="660023" cy="660100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63" name="Google Shape;263;p20"/>
          <p:cNvGrpSpPr/>
          <p:nvPr/>
        </p:nvGrpSpPr>
        <p:grpSpPr>
          <a:xfrm>
            <a:off x="6635180" y="3519093"/>
            <a:ext cx="2455746" cy="1624395"/>
            <a:chOff x="6635180" y="3519093"/>
            <a:chExt cx="2455746" cy="1624395"/>
          </a:xfrm>
        </p:grpSpPr>
        <p:sp>
          <p:nvSpPr>
            <p:cNvPr id="264" name="Google Shape;264;p20"/>
            <p:cNvSpPr/>
            <p:nvPr/>
          </p:nvSpPr>
          <p:spPr>
            <a:xfrm>
              <a:off x="8430903" y="3943992"/>
              <a:ext cx="660023" cy="660100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" name="Google Shape;265;p20"/>
            <p:cNvSpPr/>
            <p:nvPr/>
          </p:nvSpPr>
          <p:spPr>
            <a:xfrm>
              <a:off x="8622155" y="3519093"/>
              <a:ext cx="468769" cy="468795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" name="Google Shape;266;p20"/>
            <p:cNvSpPr/>
            <p:nvPr/>
          </p:nvSpPr>
          <p:spPr>
            <a:xfrm>
              <a:off x="6635180" y="4674693"/>
              <a:ext cx="468769" cy="468795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" name="Google Shape;267;p20"/>
            <p:cNvSpPr/>
            <p:nvPr/>
          </p:nvSpPr>
          <p:spPr>
            <a:xfrm>
              <a:off x="8185647" y="4789915"/>
              <a:ext cx="238346" cy="238372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3"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21"/>
          <p:cNvSpPr/>
          <p:nvPr/>
        </p:nvSpPr>
        <p:spPr>
          <a:xfrm>
            <a:off x="2718684" y="2188525"/>
            <a:ext cx="7138396" cy="3491380"/>
          </a:xfrm>
          <a:custGeom>
            <a:rect b="b" l="l" r="r" t="t"/>
            <a:pathLst>
              <a:path extrusionOk="0" h="19413" w="31849">
                <a:moveTo>
                  <a:pt x="29707" y="1945"/>
                </a:moveTo>
                <a:cubicBezTo>
                  <a:pt x="29279" y="2258"/>
                  <a:pt x="28663" y="2588"/>
                  <a:pt x="28146" y="2695"/>
                </a:cubicBezTo>
                <a:lnTo>
                  <a:pt x="28146" y="2695"/>
                </a:lnTo>
                <a:cubicBezTo>
                  <a:pt x="27334" y="2864"/>
                  <a:pt x="26522" y="2686"/>
                  <a:pt x="25710" y="2516"/>
                </a:cubicBezTo>
                <a:lnTo>
                  <a:pt x="25710" y="2516"/>
                </a:lnTo>
                <a:cubicBezTo>
                  <a:pt x="25131" y="2391"/>
                  <a:pt x="24560" y="2266"/>
                  <a:pt x="23989" y="2266"/>
                </a:cubicBezTo>
                <a:lnTo>
                  <a:pt x="23989" y="2266"/>
                </a:lnTo>
                <a:cubicBezTo>
                  <a:pt x="22552" y="2275"/>
                  <a:pt x="21330" y="2962"/>
                  <a:pt x="20741" y="4274"/>
                </a:cubicBezTo>
                <a:lnTo>
                  <a:pt x="20741" y="4274"/>
                </a:lnTo>
                <a:cubicBezTo>
                  <a:pt x="20135" y="5621"/>
                  <a:pt x="20982" y="7164"/>
                  <a:pt x="20117" y="8493"/>
                </a:cubicBezTo>
                <a:lnTo>
                  <a:pt x="20117" y="8493"/>
                </a:lnTo>
                <a:cubicBezTo>
                  <a:pt x="19162" y="9956"/>
                  <a:pt x="17682" y="8440"/>
                  <a:pt x="16772" y="7726"/>
                </a:cubicBezTo>
                <a:lnTo>
                  <a:pt x="16772" y="7726"/>
                </a:lnTo>
                <a:cubicBezTo>
                  <a:pt x="15737" y="6905"/>
                  <a:pt x="13997" y="6379"/>
                  <a:pt x="12766" y="7111"/>
                </a:cubicBezTo>
                <a:lnTo>
                  <a:pt x="12766" y="7111"/>
                </a:lnTo>
                <a:cubicBezTo>
                  <a:pt x="12186" y="7450"/>
                  <a:pt x="11678" y="8083"/>
                  <a:pt x="11410" y="8698"/>
                </a:cubicBezTo>
                <a:lnTo>
                  <a:pt x="11410" y="8698"/>
                </a:lnTo>
                <a:cubicBezTo>
                  <a:pt x="11107" y="9403"/>
                  <a:pt x="11125" y="10162"/>
                  <a:pt x="10884" y="10857"/>
                </a:cubicBezTo>
                <a:lnTo>
                  <a:pt x="10884" y="10857"/>
                </a:lnTo>
                <a:cubicBezTo>
                  <a:pt x="10661" y="11482"/>
                  <a:pt x="10179" y="12285"/>
                  <a:pt x="9528" y="12561"/>
                </a:cubicBezTo>
                <a:lnTo>
                  <a:pt x="9528" y="12561"/>
                </a:lnTo>
                <a:cubicBezTo>
                  <a:pt x="8832" y="12865"/>
                  <a:pt x="8065" y="12882"/>
                  <a:pt x="7342" y="12989"/>
                </a:cubicBezTo>
                <a:lnTo>
                  <a:pt x="7342" y="12989"/>
                </a:lnTo>
                <a:cubicBezTo>
                  <a:pt x="4371" y="13427"/>
                  <a:pt x="1490" y="15273"/>
                  <a:pt x="330" y="18119"/>
                </a:cubicBezTo>
                <a:lnTo>
                  <a:pt x="330" y="18119"/>
                </a:lnTo>
                <a:cubicBezTo>
                  <a:pt x="187" y="18476"/>
                  <a:pt x="0" y="19020"/>
                  <a:pt x="27" y="19413"/>
                </a:cubicBezTo>
                <a:lnTo>
                  <a:pt x="27" y="19413"/>
                </a:lnTo>
                <a:lnTo>
                  <a:pt x="31848" y="19413"/>
                </a:lnTo>
                <a:lnTo>
                  <a:pt x="31384" y="1"/>
                </a:lnTo>
                <a:cubicBezTo>
                  <a:pt x="31188" y="679"/>
                  <a:pt x="30269" y="1526"/>
                  <a:pt x="29707" y="1945"/>
                </a:cubicBezTo>
              </a:path>
            </a:pathLst>
          </a:custGeom>
          <a:gradFill>
            <a:gsLst>
              <a:gs pos="0">
                <a:schemeClr val="lt1"/>
              </a:gs>
              <a:gs pos="100000">
                <a:srgbClr val="4B6EF8">
                  <a:alpha val="70196"/>
                </a:srgbClr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21"/>
          <p:cNvSpPr/>
          <p:nvPr/>
        </p:nvSpPr>
        <p:spPr>
          <a:xfrm>
            <a:off x="5510909" y="2530450"/>
            <a:ext cx="7138396" cy="3491380"/>
          </a:xfrm>
          <a:custGeom>
            <a:rect b="b" l="l" r="r" t="t"/>
            <a:pathLst>
              <a:path extrusionOk="0" h="19413" w="31849">
                <a:moveTo>
                  <a:pt x="29707" y="1945"/>
                </a:moveTo>
                <a:cubicBezTo>
                  <a:pt x="29279" y="2258"/>
                  <a:pt x="28663" y="2588"/>
                  <a:pt x="28146" y="2695"/>
                </a:cubicBezTo>
                <a:lnTo>
                  <a:pt x="28146" y="2695"/>
                </a:lnTo>
                <a:cubicBezTo>
                  <a:pt x="27334" y="2864"/>
                  <a:pt x="26522" y="2686"/>
                  <a:pt x="25710" y="2516"/>
                </a:cubicBezTo>
                <a:lnTo>
                  <a:pt x="25710" y="2516"/>
                </a:lnTo>
                <a:cubicBezTo>
                  <a:pt x="25131" y="2391"/>
                  <a:pt x="24560" y="2266"/>
                  <a:pt x="23989" y="2266"/>
                </a:cubicBezTo>
                <a:lnTo>
                  <a:pt x="23989" y="2266"/>
                </a:lnTo>
                <a:cubicBezTo>
                  <a:pt x="22552" y="2275"/>
                  <a:pt x="21330" y="2962"/>
                  <a:pt x="20741" y="4274"/>
                </a:cubicBezTo>
                <a:lnTo>
                  <a:pt x="20741" y="4274"/>
                </a:lnTo>
                <a:cubicBezTo>
                  <a:pt x="20135" y="5621"/>
                  <a:pt x="20982" y="7164"/>
                  <a:pt x="20117" y="8493"/>
                </a:cubicBezTo>
                <a:lnTo>
                  <a:pt x="20117" y="8493"/>
                </a:lnTo>
                <a:cubicBezTo>
                  <a:pt x="19162" y="9956"/>
                  <a:pt x="17682" y="8440"/>
                  <a:pt x="16772" y="7726"/>
                </a:cubicBezTo>
                <a:lnTo>
                  <a:pt x="16772" y="7726"/>
                </a:lnTo>
                <a:cubicBezTo>
                  <a:pt x="15737" y="6905"/>
                  <a:pt x="13997" y="6379"/>
                  <a:pt x="12766" y="7111"/>
                </a:cubicBezTo>
                <a:lnTo>
                  <a:pt x="12766" y="7111"/>
                </a:lnTo>
                <a:cubicBezTo>
                  <a:pt x="12186" y="7450"/>
                  <a:pt x="11678" y="8083"/>
                  <a:pt x="11410" y="8698"/>
                </a:cubicBezTo>
                <a:lnTo>
                  <a:pt x="11410" y="8698"/>
                </a:lnTo>
                <a:cubicBezTo>
                  <a:pt x="11107" y="9403"/>
                  <a:pt x="11125" y="10162"/>
                  <a:pt x="10884" y="10857"/>
                </a:cubicBezTo>
                <a:lnTo>
                  <a:pt x="10884" y="10857"/>
                </a:lnTo>
                <a:cubicBezTo>
                  <a:pt x="10661" y="11482"/>
                  <a:pt x="10179" y="12285"/>
                  <a:pt x="9528" y="12561"/>
                </a:cubicBezTo>
                <a:lnTo>
                  <a:pt x="9528" y="12561"/>
                </a:lnTo>
                <a:cubicBezTo>
                  <a:pt x="8832" y="12865"/>
                  <a:pt x="8065" y="12882"/>
                  <a:pt x="7342" y="12989"/>
                </a:cubicBezTo>
                <a:lnTo>
                  <a:pt x="7342" y="12989"/>
                </a:lnTo>
                <a:cubicBezTo>
                  <a:pt x="4371" y="13427"/>
                  <a:pt x="1490" y="15273"/>
                  <a:pt x="330" y="18119"/>
                </a:cubicBezTo>
                <a:lnTo>
                  <a:pt x="330" y="18119"/>
                </a:lnTo>
                <a:cubicBezTo>
                  <a:pt x="187" y="18476"/>
                  <a:pt x="0" y="19020"/>
                  <a:pt x="27" y="19413"/>
                </a:cubicBezTo>
                <a:lnTo>
                  <a:pt x="27" y="19413"/>
                </a:lnTo>
                <a:lnTo>
                  <a:pt x="31848" y="19413"/>
                </a:lnTo>
                <a:lnTo>
                  <a:pt x="31384" y="1"/>
                </a:lnTo>
                <a:cubicBezTo>
                  <a:pt x="31188" y="679"/>
                  <a:pt x="30269" y="1526"/>
                  <a:pt x="29707" y="1945"/>
                </a:cubicBezTo>
              </a:path>
            </a:pathLst>
          </a:custGeom>
          <a:gradFill>
            <a:gsLst>
              <a:gs pos="0">
                <a:schemeClr val="lt1"/>
              </a:gs>
              <a:gs pos="100000">
                <a:srgbClr val="4B6EF8">
                  <a:alpha val="70196"/>
                </a:srgbClr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21"/>
          <p:cNvSpPr txBox="1"/>
          <p:nvPr>
            <p:ph type="title"/>
          </p:nvPr>
        </p:nvSpPr>
        <p:spPr>
          <a:xfrm>
            <a:off x="713100" y="650000"/>
            <a:ext cx="3728700" cy="87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50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2" name="Google Shape;272;p21"/>
          <p:cNvSpPr txBox="1"/>
          <p:nvPr>
            <p:ph idx="1" type="subTitle"/>
          </p:nvPr>
        </p:nvSpPr>
        <p:spPr>
          <a:xfrm>
            <a:off x="713100" y="1523000"/>
            <a:ext cx="3728700" cy="133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000"/>
              <a:buNone/>
              <a:defRPr sz="1000"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000"/>
              <a:buNone/>
              <a:defRPr sz="1000"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000"/>
              <a:buNone/>
              <a:defRPr sz="1000"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000"/>
              <a:buNone/>
              <a:defRPr sz="1000"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000"/>
              <a:buNone/>
              <a:defRPr sz="1000"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000"/>
              <a:buNone/>
              <a:defRPr sz="1000"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273" name="Google Shape;273;p21"/>
          <p:cNvSpPr txBox="1"/>
          <p:nvPr/>
        </p:nvSpPr>
        <p:spPr>
          <a:xfrm>
            <a:off x="713100" y="3385450"/>
            <a:ext cx="3000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rPr>
              <a:t>CREDITS: This presentation template was created by </a:t>
            </a:r>
            <a:r>
              <a:rPr b="1" lang="en" sz="1000" u="sng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lang="en" sz="10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rPr>
              <a:t>, and includes icons by </a:t>
            </a:r>
            <a:r>
              <a:rPr b="1" lang="en" sz="1000" u="sng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b="1" lang="en" sz="10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rPr>
              <a:t> </a:t>
            </a:r>
            <a:r>
              <a:rPr lang="en" sz="10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rPr>
              <a:t>and infographics &amp; images by </a:t>
            </a:r>
            <a:r>
              <a:rPr b="1" lang="en" sz="1000" u="sng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endParaRPr b="1" sz="1000" u="sng">
              <a:solidFill>
                <a:schemeClr val="dk2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_9"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22"/>
          <p:cNvSpPr/>
          <p:nvPr/>
        </p:nvSpPr>
        <p:spPr>
          <a:xfrm rot="-6125281">
            <a:off x="6780953" y="-507545"/>
            <a:ext cx="4634067" cy="2824557"/>
          </a:xfrm>
          <a:custGeom>
            <a:rect b="b" l="l" r="r" t="t"/>
            <a:pathLst>
              <a:path extrusionOk="0" h="19413" w="31849">
                <a:moveTo>
                  <a:pt x="29707" y="1945"/>
                </a:moveTo>
                <a:cubicBezTo>
                  <a:pt x="29279" y="2258"/>
                  <a:pt x="28663" y="2588"/>
                  <a:pt x="28146" y="2695"/>
                </a:cubicBezTo>
                <a:lnTo>
                  <a:pt x="28146" y="2695"/>
                </a:lnTo>
                <a:cubicBezTo>
                  <a:pt x="27334" y="2864"/>
                  <a:pt x="26522" y="2686"/>
                  <a:pt x="25710" y="2516"/>
                </a:cubicBezTo>
                <a:lnTo>
                  <a:pt x="25710" y="2516"/>
                </a:lnTo>
                <a:cubicBezTo>
                  <a:pt x="25131" y="2391"/>
                  <a:pt x="24560" y="2266"/>
                  <a:pt x="23989" y="2266"/>
                </a:cubicBezTo>
                <a:lnTo>
                  <a:pt x="23989" y="2266"/>
                </a:lnTo>
                <a:cubicBezTo>
                  <a:pt x="22552" y="2275"/>
                  <a:pt x="21330" y="2962"/>
                  <a:pt x="20741" y="4274"/>
                </a:cubicBezTo>
                <a:lnTo>
                  <a:pt x="20741" y="4274"/>
                </a:lnTo>
                <a:cubicBezTo>
                  <a:pt x="20135" y="5621"/>
                  <a:pt x="20982" y="7164"/>
                  <a:pt x="20117" y="8493"/>
                </a:cubicBezTo>
                <a:lnTo>
                  <a:pt x="20117" y="8493"/>
                </a:lnTo>
                <a:cubicBezTo>
                  <a:pt x="19162" y="9956"/>
                  <a:pt x="17682" y="8440"/>
                  <a:pt x="16772" y="7726"/>
                </a:cubicBezTo>
                <a:lnTo>
                  <a:pt x="16772" y="7726"/>
                </a:lnTo>
                <a:cubicBezTo>
                  <a:pt x="15737" y="6905"/>
                  <a:pt x="13997" y="6379"/>
                  <a:pt x="12766" y="7111"/>
                </a:cubicBezTo>
                <a:lnTo>
                  <a:pt x="12766" y="7111"/>
                </a:lnTo>
                <a:cubicBezTo>
                  <a:pt x="12186" y="7450"/>
                  <a:pt x="11678" y="8083"/>
                  <a:pt x="11410" y="8698"/>
                </a:cubicBezTo>
                <a:lnTo>
                  <a:pt x="11410" y="8698"/>
                </a:lnTo>
                <a:cubicBezTo>
                  <a:pt x="11107" y="9403"/>
                  <a:pt x="11125" y="10162"/>
                  <a:pt x="10884" y="10857"/>
                </a:cubicBezTo>
                <a:lnTo>
                  <a:pt x="10884" y="10857"/>
                </a:lnTo>
                <a:cubicBezTo>
                  <a:pt x="10661" y="11482"/>
                  <a:pt x="10179" y="12285"/>
                  <a:pt x="9528" y="12561"/>
                </a:cubicBezTo>
                <a:lnTo>
                  <a:pt x="9528" y="12561"/>
                </a:lnTo>
                <a:cubicBezTo>
                  <a:pt x="8832" y="12865"/>
                  <a:pt x="8065" y="12882"/>
                  <a:pt x="7342" y="12989"/>
                </a:cubicBezTo>
                <a:lnTo>
                  <a:pt x="7342" y="12989"/>
                </a:lnTo>
                <a:cubicBezTo>
                  <a:pt x="4371" y="13427"/>
                  <a:pt x="1490" y="15273"/>
                  <a:pt x="330" y="18119"/>
                </a:cubicBezTo>
                <a:lnTo>
                  <a:pt x="330" y="18119"/>
                </a:lnTo>
                <a:cubicBezTo>
                  <a:pt x="187" y="18476"/>
                  <a:pt x="0" y="19020"/>
                  <a:pt x="27" y="19413"/>
                </a:cubicBezTo>
                <a:lnTo>
                  <a:pt x="27" y="19413"/>
                </a:lnTo>
                <a:lnTo>
                  <a:pt x="31848" y="19413"/>
                </a:lnTo>
                <a:lnTo>
                  <a:pt x="31384" y="1"/>
                </a:lnTo>
                <a:cubicBezTo>
                  <a:pt x="31188" y="679"/>
                  <a:pt x="30269" y="1526"/>
                  <a:pt x="29707" y="1945"/>
                </a:cubicBezTo>
              </a:path>
            </a:pathLst>
          </a:custGeom>
          <a:gradFill>
            <a:gsLst>
              <a:gs pos="0">
                <a:schemeClr val="lt1"/>
              </a:gs>
              <a:gs pos="100000">
                <a:srgbClr val="4B6EF8">
                  <a:alpha val="70196"/>
                </a:srgbClr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22"/>
          <p:cNvSpPr/>
          <p:nvPr/>
        </p:nvSpPr>
        <p:spPr>
          <a:xfrm flipH="1">
            <a:off x="-1192290" y="3569975"/>
            <a:ext cx="5029983" cy="2068243"/>
          </a:xfrm>
          <a:custGeom>
            <a:rect b="b" l="l" r="r" t="t"/>
            <a:pathLst>
              <a:path extrusionOk="0" h="10483" w="22438">
                <a:moveTo>
                  <a:pt x="18307" y="1053"/>
                </a:moveTo>
                <a:cubicBezTo>
                  <a:pt x="17174" y="1740"/>
                  <a:pt x="16505" y="2560"/>
                  <a:pt x="15773" y="3640"/>
                </a:cubicBezTo>
                <a:lnTo>
                  <a:pt x="15773" y="3640"/>
                </a:lnTo>
                <a:cubicBezTo>
                  <a:pt x="15149" y="4550"/>
                  <a:pt x="14658" y="5593"/>
                  <a:pt x="13668" y="6164"/>
                </a:cubicBezTo>
                <a:lnTo>
                  <a:pt x="13668" y="6164"/>
                </a:lnTo>
                <a:cubicBezTo>
                  <a:pt x="12606" y="6762"/>
                  <a:pt x="11009" y="6896"/>
                  <a:pt x="9823" y="6539"/>
                </a:cubicBezTo>
                <a:lnTo>
                  <a:pt x="9823" y="6539"/>
                </a:lnTo>
                <a:cubicBezTo>
                  <a:pt x="8565" y="6156"/>
                  <a:pt x="7049" y="5906"/>
                  <a:pt x="5791" y="6477"/>
                </a:cubicBezTo>
                <a:lnTo>
                  <a:pt x="5791" y="6477"/>
                </a:lnTo>
                <a:cubicBezTo>
                  <a:pt x="4497" y="7057"/>
                  <a:pt x="3293" y="7931"/>
                  <a:pt x="2151" y="8752"/>
                </a:cubicBezTo>
                <a:lnTo>
                  <a:pt x="2151" y="8752"/>
                </a:lnTo>
                <a:cubicBezTo>
                  <a:pt x="1410" y="9296"/>
                  <a:pt x="670" y="9858"/>
                  <a:pt x="1" y="10482"/>
                </a:cubicBezTo>
                <a:lnTo>
                  <a:pt x="1" y="10482"/>
                </a:lnTo>
                <a:lnTo>
                  <a:pt x="22393" y="10482"/>
                </a:lnTo>
                <a:lnTo>
                  <a:pt x="22437" y="98"/>
                </a:lnTo>
                <a:cubicBezTo>
                  <a:pt x="22179" y="27"/>
                  <a:pt x="21902" y="0"/>
                  <a:pt x="21617" y="0"/>
                </a:cubicBezTo>
                <a:lnTo>
                  <a:pt x="21617" y="0"/>
                </a:lnTo>
                <a:cubicBezTo>
                  <a:pt x="20466" y="0"/>
                  <a:pt x="19208" y="517"/>
                  <a:pt x="18307" y="1053"/>
                </a:cubicBezTo>
                <a:close/>
              </a:path>
            </a:pathLst>
          </a:custGeom>
          <a:gradFill>
            <a:gsLst>
              <a:gs pos="0">
                <a:schemeClr val="lt1"/>
              </a:gs>
              <a:gs pos="100000">
                <a:srgbClr val="4B6EF8">
                  <a:alpha val="70196"/>
                </a:srgbClr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77" name="Google Shape;277;p22"/>
          <p:cNvGrpSpPr/>
          <p:nvPr/>
        </p:nvGrpSpPr>
        <p:grpSpPr>
          <a:xfrm>
            <a:off x="53078" y="3519092"/>
            <a:ext cx="666922" cy="1553796"/>
            <a:chOff x="53078" y="3519092"/>
            <a:chExt cx="666922" cy="1553796"/>
          </a:xfrm>
        </p:grpSpPr>
        <p:sp>
          <p:nvSpPr>
            <p:cNvPr id="278" name="Google Shape;278;p22"/>
            <p:cNvSpPr/>
            <p:nvPr/>
          </p:nvSpPr>
          <p:spPr>
            <a:xfrm>
              <a:off x="53078" y="3519092"/>
              <a:ext cx="660023" cy="660100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" name="Google Shape;279;p22"/>
            <p:cNvSpPr/>
            <p:nvPr/>
          </p:nvSpPr>
          <p:spPr>
            <a:xfrm>
              <a:off x="251230" y="4604093"/>
              <a:ext cx="468769" cy="468795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" name="Google Shape;280;p22"/>
            <p:cNvSpPr/>
            <p:nvPr/>
          </p:nvSpPr>
          <p:spPr>
            <a:xfrm>
              <a:off x="148697" y="4326490"/>
              <a:ext cx="238346" cy="238372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rgbClr val="FFFFFF">
                    <a:alpha val="50196"/>
                  </a:srgbClr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81" name="Google Shape;281;p22"/>
          <p:cNvGrpSpPr/>
          <p:nvPr/>
        </p:nvGrpSpPr>
        <p:grpSpPr>
          <a:xfrm>
            <a:off x="7618822" y="111365"/>
            <a:ext cx="1576005" cy="1123414"/>
            <a:chOff x="7618822" y="111365"/>
            <a:chExt cx="1576005" cy="1123414"/>
          </a:xfrm>
        </p:grpSpPr>
        <p:sp>
          <p:nvSpPr>
            <p:cNvPr id="282" name="Google Shape;282;p22"/>
            <p:cNvSpPr/>
            <p:nvPr/>
          </p:nvSpPr>
          <p:spPr>
            <a:xfrm>
              <a:off x="8267398" y="111378"/>
              <a:ext cx="327012" cy="327044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" name="Google Shape;283;p22"/>
            <p:cNvSpPr/>
            <p:nvPr/>
          </p:nvSpPr>
          <p:spPr>
            <a:xfrm>
              <a:off x="8534803" y="574679"/>
              <a:ext cx="660023" cy="660100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" name="Google Shape;284;p22"/>
            <p:cNvSpPr/>
            <p:nvPr/>
          </p:nvSpPr>
          <p:spPr>
            <a:xfrm>
              <a:off x="7618822" y="111365"/>
              <a:ext cx="238346" cy="238372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rgbClr val="FFFFFF">
                    <a:alpha val="50196"/>
                  </a:srgbClr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9_1"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23"/>
          <p:cNvSpPr/>
          <p:nvPr/>
        </p:nvSpPr>
        <p:spPr>
          <a:xfrm>
            <a:off x="4182350" y="2075876"/>
            <a:ext cx="5728043" cy="3491380"/>
          </a:xfrm>
          <a:custGeom>
            <a:rect b="b" l="l" r="r" t="t"/>
            <a:pathLst>
              <a:path extrusionOk="0" h="19413" w="31849">
                <a:moveTo>
                  <a:pt x="29707" y="1945"/>
                </a:moveTo>
                <a:cubicBezTo>
                  <a:pt x="29279" y="2258"/>
                  <a:pt x="28663" y="2588"/>
                  <a:pt x="28146" y="2695"/>
                </a:cubicBezTo>
                <a:lnTo>
                  <a:pt x="28146" y="2695"/>
                </a:lnTo>
                <a:cubicBezTo>
                  <a:pt x="27334" y="2864"/>
                  <a:pt x="26522" y="2686"/>
                  <a:pt x="25710" y="2516"/>
                </a:cubicBezTo>
                <a:lnTo>
                  <a:pt x="25710" y="2516"/>
                </a:lnTo>
                <a:cubicBezTo>
                  <a:pt x="25131" y="2391"/>
                  <a:pt x="24560" y="2266"/>
                  <a:pt x="23989" y="2266"/>
                </a:cubicBezTo>
                <a:lnTo>
                  <a:pt x="23989" y="2266"/>
                </a:lnTo>
                <a:cubicBezTo>
                  <a:pt x="22552" y="2275"/>
                  <a:pt x="21330" y="2962"/>
                  <a:pt x="20741" y="4274"/>
                </a:cubicBezTo>
                <a:lnTo>
                  <a:pt x="20741" y="4274"/>
                </a:lnTo>
                <a:cubicBezTo>
                  <a:pt x="20135" y="5621"/>
                  <a:pt x="20982" y="7164"/>
                  <a:pt x="20117" y="8493"/>
                </a:cubicBezTo>
                <a:lnTo>
                  <a:pt x="20117" y="8493"/>
                </a:lnTo>
                <a:cubicBezTo>
                  <a:pt x="19162" y="9956"/>
                  <a:pt x="17682" y="8440"/>
                  <a:pt x="16772" y="7726"/>
                </a:cubicBezTo>
                <a:lnTo>
                  <a:pt x="16772" y="7726"/>
                </a:lnTo>
                <a:cubicBezTo>
                  <a:pt x="15737" y="6905"/>
                  <a:pt x="13997" y="6379"/>
                  <a:pt x="12766" y="7111"/>
                </a:cubicBezTo>
                <a:lnTo>
                  <a:pt x="12766" y="7111"/>
                </a:lnTo>
                <a:cubicBezTo>
                  <a:pt x="12186" y="7450"/>
                  <a:pt x="11678" y="8083"/>
                  <a:pt x="11410" y="8698"/>
                </a:cubicBezTo>
                <a:lnTo>
                  <a:pt x="11410" y="8698"/>
                </a:lnTo>
                <a:cubicBezTo>
                  <a:pt x="11107" y="9403"/>
                  <a:pt x="11125" y="10162"/>
                  <a:pt x="10884" y="10857"/>
                </a:cubicBezTo>
                <a:lnTo>
                  <a:pt x="10884" y="10857"/>
                </a:lnTo>
                <a:cubicBezTo>
                  <a:pt x="10661" y="11482"/>
                  <a:pt x="10179" y="12285"/>
                  <a:pt x="9528" y="12561"/>
                </a:cubicBezTo>
                <a:lnTo>
                  <a:pt x="9528" y="12561"/>
                </a:lnTo>
                <a:cubicBezTo>
                  <a:pt x="8832" y="12865"/>
                  <a:pt x="8065" y="12882"/>
                  <a:pt x="7342" y="12989"/>
                </a:cubicBezTo>
                <a:lnTo>
                  <a:pt x="7342" y="12989"/>
                </a:lnTo>
                <a:cubicBezTo>
                  <a:pt x="4371" y="13427"/>
                  <a:pt x="1490" y="15273"/>
                  <a:pt x="330" y="18119"/>
                </a:cubicBezTo>
                <a:lnTo>
                  <a:pt x="330" y="18119"/>
                </a:lnTo>
                <a:cubicBezTo>
                  <a:pt x="187" y="18476"/>
                  <a:pt x="0" y="19020"/>
                  <a:pt x="27" y="19413"/>
                </a:cubicBezTo>
                <a:lnTo>
                  <a:pt x="27" y="19413"/>
                </a:lnTo>
                <a:lnTo>
                  <a:pt x="31848" y="19413"/>
                </a:lnTo>
                <a:lnTo>
                  <a:pt x="31384" y="1"/>
                </a:lnTo>
                <a:cubicBezTo>
                  <a:pt x="31188" y="679"/>
                  <a:pt x="30269" y="1526"/>
                  <a:pt x="29707" y="1945"/>
                </a:cubicBezTo>
              </a:path>
            </a:pathLst>
          </a:custGeom>
          <a:gradFill>
            <a:gsLst>
              <a:gs pos="0">
                <a:schemeClr val="lt1"/>
              </a:gs>
              <a:gs pos="100000">
                <a:srgbClr val="4B6EF8">
                  <a:alpha val="70196"/>
                </a:srgbClr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23"/>
          <p:cNvSpPr/>
          <p:nvPr/>
        </p:nvSpPr>
        <p:spPr>
          <a:xfrm>
            <a:off x="5816848" y="3347141"/>
            <a:ext cx="4013990" cy="1875356"/>
          </a:xfrm>
          <a:custGeom>
            <a:rect b="b" l="l" r="r" t="t"/>
            <a:pathLst>
              <a:path extrusionOk="0" h="10483" w="22438">
                <a:moveTo>
                  <a:pt x="18307" y="1053"/>
                </a:moveTo>
                <a:cubicBezTo>
                  <a:pt x="17174" y="1740"/>
                  <a:pt x="16505" y="2560"/>
                  <a:pt x="15773" y="3640"/>
                </a:cubicBezTo>
                <a:lnTo>
                  <a:pt x="15773" y="3640"/>
                </a:lnTo>
                <a:cubicBezTo>
                  <a:pt x="15149" y="4550"/>
                  <a:pt x="14658" y="5593"/>
                  <a:pt x="13668" y="6164"/>
                </a:cubicBezTo>
                <a:lnTo>
                  <a:pt x="13668" y="6164"/>
                </a:lnTo>
                <a:cubicBezTo>
                  <a:pt x="12606" y="6762"/>
                  <a:pt x="11009" y="6896"/>
                  <a:pt x="9823" y="6539"/>
                </a:cubicBezTo>
                <a:lnTo>
                  <a:pt x="9823" y="6539"/>
                </a:lnTo>
                <a:cubicBezTo>
                  <a:pt x="8565" y="6156"/>
                  <a:pt x="7049" y="5906"/>
                  <a:pt x="5791" y="6477"/>
                </a:cubicBezTo>
                <a:lnTo>
                  <a:pt x="5791" y="6477"/>
                </a:lnTo>
                <a:cubicBezTo>
                  <a:pt x="4497" y="7057"/>
                  <a:pt x="3293" y="7931"/>
                  <a:pt x="2151" y="8752"/>
                </a:cubicBezTo>
                <a:lnTo>
                  <a:pt x="2151" y="8752"/>
                </a:lnTo>
                <a:cubicBezTo>
                  <a:pt x="1410" y="9296"/>
                  <a:pt x="670" y="9858"/>
                  <a:pt x="1" y="10482"/>
                </a:cubicBezTo>
                <a:lnTo>
                  <a:pt x="1" y="10482"/>
                </a:lnTo>
                <a:lnTo>
                  <a:pt x="22393" y="10482"/>
                </a:lnTo>
                <a:lnTo>
                  <a:pt x="22437" y="98"/>
                </a:lnTo>
                <a:cubicBezTo>
                  <a:pt x="22179" y="27"/>
                  <a:pt x="21902" y="0"/>
                  <a:pt x="21617" y="0"/>
                </a:cubicBezTo>
                <a:lnTo>
                  <a:pt x="21617" y="0"/>
                </a:lnTo>
                <a:cubicBezTo>
                  <a:pt x="20466" y="0"/>
                  <a:pt x="19208" y="517"/>
                  <a:pt x="18307" y="1053"/>
                </a:cubicBezTo>
                <a:close/>
              </a:path>
            </a:pathLst>
          </a:custGeom>
          <a:gradFill>
            <a:gsLst>
              <a:gs pos="0">
                <a:schemeClr val="lt1"/>
              </a:gs>
              <a:gs pos="100000">
                <a:srgbClr val="4B6EF8">
                  <a:alpha val="70196"/>
                </a:srgbClr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23"/>
          <p:cNvSpPr/>
          <p:nvPr/>
        </p:nvSpPr>
        <p:spPr>
          <a:xfrm rot="-9720741">
            <a:off x="-717073" y="-1675999"/>
            <a:ext cx="5728060" cy="3491392"/>
          </a:xfrm>
          <a:custGeom>
            <a:rect b="b" l="l" r="r" t="t"/>
            <a:pathLst>
              <a:path extrusionOk="0" h="19413" w="31849">
                <a:moveTo>
                  <a:pt x="29707" y="1945"/>
                </a:moveTo>
                <a:cubicBezTo>
                  <a:pt x="29279" y="2258"/>
                  <a:pt x="28663" y="2588"/>
                  <a:pt x="28146" y="2695"/>
                </a:cubicBezTo>
                <a:lnTo>
                  <a:pt x="28146" y="2695"/>
                </a:lnTo>
                <a:cubicBezTo>
                  <a:pt x="27334" y="2864"/>
                  <a:pt x="26522" y="2686"/>
                  <a:pt x="25710" y="2516"/>
                </a:cubicBezTo>
                <a:lnTo>
                  <a:pt x="25710" y="2516"/>
                </a:lnTo>
                <a:cubicBezTo>
                  <a:pt x="25131" y="2391"/>
                  <a:pt x="24560" y="2266"/>
                  <a:pt x="23989" y="2266"/>
                </a:cubicBezTo>
                <a:lnTo>
                  <a:pt x="23989" y="2266"/>
                </a:lnTo>
                <a:cubicBezTo>
                  <a:pt x="22552" y="2275"/>
                  <a:pt x="21330" y="2962"/>
                  <a:pt x="20741" y="4274"/>
                </a:cubicBezTo>
                <a:lnTo>
                  <a:pt x="20741" y="4274"/>
                </a:lnTo>
                <a:cubicBezTo>
                  <a:pt x="20135" y="5621"/>
                  <a:pt x="20982" y="7164"/>
                  <a:pt x="20117" y="8493"/>
                </a:cubicBezTo>
                <a:lnTo>
                  <a:pt x="20117" y="8493"/>
                </a:lnTo>
                <a:cubicBezTo>
                  <a:pt x="19162" y="9956"/>
                  <a:pt x="17682" y="8440"/>
                  <a:pt x="16772" y="7726"/>
                </a:cubicBezTo>
                <a:lnTo>
                  <a:pt x="16772" y="7726"/>
                </a:lnTo>
                <a:cubicBezTo>
                  <a:pt x="15737" y="6905"/>
                  <a:pt x="13997" y="6379"/>
                  <a:pt x="12766" y="7111"/>
                </a:cubicBezTo>
                <a:lnTo>
                  <a:pt x="12766" y="7111"/>
                </a:lnTo>
                <a:cubicBezTo>
                  <a:pt x="12186" y="7450"/>
                  <a:pt x="11678" y="8083"/>
                  <a:pt x="11410" y="8698"/>
                </a:cubicBezTo>
                <a:lnTo>
                  <a:pt x="11410" y="8698"/>
                </a:lnTo>
                <a:cubicBezTo>
                  <a:pt x="11107" y="9403"/>
                  <a:pt x="11125" y="10162"/>
                  <a:pt x="10884" y="10857"/>
                </a:cubicBezTo>
                <a:lnTo>
                  <a:pt x="10884" y="10857"/>
                </a:lnTo>
                <a:cubicBezTo>
                  <a:pt x="10661" y="11482"/>
                  <a:pt x="10179" y="12285"/>
                  <a:pt x="9528" y="12561"/>
                </a:cubicBezTo>
                <a:lnTo>
                  <a:pt x="9528" y="12561"/>
                </a:lnTo>
                <a:cubicBezTo>
                  <a:pt x="8832" y="12865"/>
                  <a:pt x="8065" y="12882"/>
                  <a:pt x="7342" y="12989"/>
                </a:cubicBezTo>
                <a:lnTo>
                  <a:pt x="7342" y="12989"/>
                </a:lnTo>
                <a:cubicBezTo>
                  <a:pt x="4371" y="13427"/>
                  <a:pt x="1490" y="15273"/>
                  <a:pt x="330" y="18119"/>
                </a:cubicBezTo>
                <a:lnTo>
                  <a:pt x="330" y="18119"/>
                </a:lnTo>
                <a:cubicBezTo>
                  <a:pt x="187" y="18476"/>
                  <a:pt x="0" y="19020"/>
                  <a:pt x="27" y="19413"/>
                </a:cubicBezTo>
                <a:lnTo>
                  <a:pt x="27" y="19413"/>
                </a:lnTo>
                <a:lnTo>
                  <a:pt x="31848" y="19413"/>
                </a:lnTo>
                <a:lnTo>
                  <a:pt x="31384" y="1"/>
                </a:lnTo>
                <a:cubicBezTo>
                  <a:pt x="31188" y="679"/>
                  <a:pt x="30269" y="1526"/>
                  <a:pt x="29707" y="1945"/>
                </a:cubicBezTo>
              </a:path>
            </a:pathLst>
          </a:custGeom>
          <a:gradFill>
            <a:gsLst>
              <a:gs pos="0">
                <a:schemeClr val="lt1"/>
              </a:gs>
              <a:gs pos="100000">
                <a:srgbClr val="4B6EF8">
                  <a:alpha val="70196"/>
                </a:srgbClr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89" name="Google Shape;289;p23"/>
          <p:cNvGrpSpPr/>
          <p:nvPr/>
        </p:nvGrpSpPr>
        <p:grpSpPr>
          <a:xfrm>
            <a:off x="531953" y="54192"/>
            <a:ext cx="2525032" cy="660100"/>
            <a:chOff x="531953" y="54192"/>
            <a:chExt cx="2525032" cy="660100"/>
          </a:xfrm>
        </p:grpSpPr>
        <p:sp>
          <p:nvSpPr>
            <p:cNvPr id="290" name="Google Shape;290;p23"/>
            <p:cNvSpPr/>
            <p:nvPr/>
          </p:nvSpPr>
          <p:spPr>
            <a:xfrm>
              <a:off x="531953" y="54192"/>
              <a:ext cx="660023" cy="660100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1" name="Google Shape;291;p23"/>
            <p:cNvSpPr/>
            <p:nvPr/>
          </p:nvSpPr>
          <p:spPr>
            <a:xfrm>
              <a:off x="2311280" y="245493"/>
              <a:ext cx="468769" cy="468795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2" name="Google Shape;292;p23"/>
            <p:cNvSpPr/>
            <p:nvPr/>
          </p:nvSpPr>
          <p:spPr>
            <a:xfrm>
              <a:off x="1841797" y="164290"/>
              <a:ext cx="238346" cy="238372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rgbClr val="FFFFFF">
                    <a:alpha val="50196"/>
                  </a:srgbClr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3" name="Google Shape;293;p23"/>
            <p:cNvSpPr/>
            <p:nvPr/>
          </p:nvSpPr>
          <p:spPr>
            <a:xfrm>
              <a:off x="2729973" y="54203"/>
              <a:ext cx="327012" cy="327044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2">
  <p:cSld name="CUSTOM_9_2"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24"/>
          <p:cNvSpPr/>
          <p:nvPr/>
        </p:nvSpPr>
        <p:spPr>
          <a:xfrm flipH="1" rot="1292342">
            <a:off x="-2419456" y="2200421"/>
            <a:ext cx="6095930" cy="3491359"/>
          </a:xfrm>
          <a:custGeom>
            <a:rect b="b" l="l" r="r" t="t"/>
            <a:pathLst>
              <a:path extrusionOk="0" h="19413" w="31849">
                <a:moveTo>
                  <a:pt x="29707" y="1945"/>
                </a:moveTo>
                <a:cubicBezTo>
                  <a:pt x="29279" y="2258"/>
                  <a:pt x="28663" y="2588"/>
                  <a:pt x="28146" y="2695"/>
                </a:cubicBezTo>
                <a:lnTo>
                  <a:pt x="28146" y="2695"/>
                </a:lnTo>
                <a:cubicBezTo>
                  <a:pt x="27334" y="2864"/>
                  <a:pt x="26522" y="2686"/>
                  <a:pt x="25710" y="2516"/>
                </a:cubicBezTo>
                <a:lnTo>
                  <a:pt x="25710" y="2516"/>
                </a:lnTo>
                <a:cubicBezTo>
                  <a:pt x="25131" y="2391"/>
                  <a:pt x="24560" y="2266"/>
                  <a:pt x="23989" y="2266"/>
                </a:cubicBezTo>
                <a:lnTo>
                  <a:pt x="23989" y="2266"/>
                </a:lnTo>
                <a:cubicBezTo>
                  <a:pt x="22552" y="2275"/>
                  <a:pt x="21330" y="2962"/>
                  <a:pt x="20741" y="4274"/>
                </a:cubicBezTo>
                <a:lnTo>
                  <a:pt x="20741" y="4274"/>
                </a:lnTo>
                <a:cubicBezTo>
                  <a:pt x="20135" y="5621"/>
                  <a:pt x="20982" y="7164"/>
                  <a:pt x="20117" y="8493"/>
                </a:cubicBezTo>
                <a:lnTo>
                  <a:pt x="20117" y="8493"/>
                </a:lnTo>
                <a:cubicBezTo>
                  <a:pt x="19162" y="9956"/>
                  <a:pt x="17682" y="8440"/>
                  <a:pt x="16772" y="7726"/>
                </a:cubicBezTo>
                <a:lnTo>
                  <a:pt x="16772" y="7726"/>
                </a:lnTo>
                <a:cubicBezTo>
                  <a:pt x="15737" y="6905"/>
                  <a:pt x="13997" y="6379"/>
                  <a:pt x="12766" y="7111"/>
                </a:cubicBezTo>
                <a:lnTo>
                  <a:pt x="12766" y="7111"/>
                </a:lnTo>
                <a:cubicBezTo>
                  <a:pt x="12186" y="7450"/>
                  <a:pt x="11678" y="8083"/>
                  <a:pt x="11410" y="8698"/>
                </a:cubicBezTo>
                <a:lnTo>
                  <a:pt x="11410" y="8698"/>
                </a:lnTo>
                <a:cubicBezTo>
                  <a:pt x="11107" y="9403"/>
                  <a:pt x="11125" y="10162"/>
                  <a:pt x="10884" y="10857"/>
                </a:cubicBezTo>
                <a:lnTo>
                  <a:pt x="10884" y="10857"/>
                </a:lnTo>
                <a:cubicBezTo>
                  <a:pt x="10661" y="11482"/>
                  <a:pt x="10179" y="12285"/>
                  <a:pt x="9528" y="12561"/>
                </a:cubicBezTo>
                <a:lnTo>
                  <a:pt x="9528" y="12561"/>
                </a:lnTo>
                <a:cubicBezTo>
                  <a:pt x="8832" y="12865"/>
                  <a:pt x="8065" y="12882"/>
                  <a:pt x="7342" y="12989"/>
                </a:cubicBezTo>
                <a:lnTo>
                  <a:pt x="7342" y="12989"/>
                </a:lnTo>
                <a:cubicBezTo>
                  <a:pt x="4371" y="13427"/>
                  <a:pt x="1490" y="15273"/>
                  <a:pt x="330" y="18119"/>
                </a:cubicBezTo>
                <a:lnTo>
                  <a:pt x="330" y="18119"/>
                </a:lnTo>
                <a:cubicBezTo>
                  <a:pt x="187" y="18476"/>
                  <a:pt x="0" y="19020"/>
                  <a:pt x="27" y="19413"/>
                </a:cubicBezTo>
                <a:lnTo>
                  <a:pt x="27" y="19413"/>
                </a:lnTo>
                <a:lnTo>
                  <a:pt x="31848" y="19413"/>
                </a:lnTo>
                <a:lnTo>
                  <a:pt x="31384" y="1"/>
                </a:lnTo>
                <a:cubicBezTo>
                  <a:pt x="31188" y="679"/>
                  <a:pt x="30269" y="1526"/>
                  <a:pt x="29707" y="1945"/>
                </a:cubicBezTo>
              </a:path>
            </a:pathLst>
          </a:custGeom>
          <a:gradFill>
            <a:gsLst>
              <a:gs pos="0">
                <a:schemeClr val="lt1"/>
              </a:gs>
              <a:gs pos="100000">
                <a:srgbClr val="4B6EF8">
                  <a:alpha val="70196"/>
                </a:srgbClr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24"/>
          <p:cNvSpPr/>
          <p:nvPr/>
        </p:nvSpPr>
        <p:spPr>
          <a:xfrm rot="5400000">
            <a:off x="6537482" y="2747717"/>
            <a:ext cx="3524097" cy="2396762"/>
          </a:xfrm>
          <a:custGeom>
            <a:rect b="b" l="l" r="r" t="t"/>
            <a:pathLst>
              <a:path extrusionOk="0" h="14034" w="20635">
                <a:moveTo>
                  <a:pt x="20635" y="687"/>
                </a:moveTo>
                <a:cubicBezTo>
                  <a:pt x="18637" y="687"/>
                  <a:pt x="16638" y="768"/>
                  <a:pt x="14649" y="643"/>
                </a:cubicBezTo>
                <a:cubicBezTo>
                  <a:pt x="12552" y="509"/>
                  <a:pt x="10492" y="224"/>
                  <a:pt x="8377" y="224"/>
                </a:cubicBezTo>
                <a:cubicBezTo>
                  <a:pt x="6879" y="224"/>
                  <a:pt x="5380" y="313"/>
                  <a:pt x="3899" y="313"/>
                </a:cubicBezTo>
                <a:cubicBezTo>
                  <a:pt x="3132" y="313"/>
                  <a:pt x="955" y="0"/>
                  <a:pt x="509" y="875"/>
                </a:cubicBezTo>
                <a:cubicBezTo>
                  <a:pt x="1" y="1883"/>
                  <a:pt x="2329" y="3792"/>
                  <a:pt x="2989" y="4300"/>
                </a:cubicBezTo>
                <a:cubicBezTo>
                  <a:pt x="4185" y="5228"/>
                  <a:pt x="5433" y="5335"/>
                  <a:pt x="6879" y="5549"/>
                </a:cubicBezTo>
                <a:cubicBezTo>
                  <a:pt x="8422" y="5781"/>
                  <a:pt x="9832" y="5995"/>
                  <a:pt x="11107" y="6941"/>
                </a:cubicBezTo>
                <a:cubicBezTo>
                  <a:pt x="12196" y="7762"/>
                  <a:pt x="12829" y="8966"/>
                  <a:pt x="13516" y="10099"/>
                </a:cubicBezTo>
                <a:cubicBezTo>
                  <a:pt x="14230" y="11268"/>
                  <a:pt x="15291" y="12151"/>
                  <a:pt x="16496" y="12775"/>
                </a:cubicBezTo>
                <a:cubicBezTo>
                  <a:pt x="17566" y="13320"/>
                  <a:pt x="19074" y="13998"/>
                  <a:pt x="20278" y="14033"/>
                </a:cubicBezTo>
                <a:cubicBezTo>
                  <a:pt x="20421" y="13221"/>
                  <a:pt x="20314" y="12383"/>
                  <a:pt x="20332" y="11562"/>
                </a:cubicBezTo>
                <a:cubicBezTo>
                  <a:pt x="20349" y="10732"/>
                  <a:pt x="20635" y="9930"/>
                  <a:pt x="20635" y="9109"/>
                </a:cubicBezTo>
                <a:cubicBezTo>
                  <a:pt x="20635" y="8252"/>
                  <a:pt x="20635" y="7387"/>
                  <a:pt x="20635" y="6531"/>
                </a:cubicBezTo>
                <a:lnTo>
                  <a:pt x="20635" y="1713"/>
                </a:lnTo>
                <a:close/>
              </a:path>
            </a:pathLst>
          </a:custGeom>
          <a:gradFill>
            <a:gsLst>
              <a:gs pos="0">
                <a:srgbClr val="4B6EF8">
                  <a:alpha val="70196"/>
                </a:srgbClr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97" name="Google Shape;297;p24"/>
          <p:cNvGrpSpPr/>
          <p:nvPr/>
        </p:nvGrpSpPr>
        <p:grpSpPr>
          <a:xfrm>
            <a:off x="8209011" y="2860943"/>
            <a:ext cx="934985" cy="2170316"/>
            <a:chOff x="8220061" y="2910118"/>
            <a:chExt cx="934985" cy="2170316"/>
          </a:xfrm>
        </p:grpSpPr>
        <p:sp>
          <p:nvSpPr>
            <p:cNvPr id="298" name="Google Shape;298;p24"/>
            <p:cNvSpPr/>
            <p:nvPr/>
          </p:nvSpPr>
          <p:spPr>
            <a:xfrm>
              <a:off x="8495023" y="4363315"/>
              <a:ext cx="660023" cy="660064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9" name="Google Shape;299;p24"/>
            <p:cNvSpPr/>
            <p:nvPr/>
          </p:nvSpPr>
          <p:spPr>
            <a:xfrm>
              <a:off x="8737186" y="3731603"/>
              <a:ext cx="327012" cy="327044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0" name="Google Shape;300;p24"/>
            <p:cNvSpPr/>
            <p:nvPr/>
          </p:nvSpPr>
          <p:spPr>
            <a:xfrm>
              <a:off x="8220061" y="4753390"/>
              <a:ext cx="327012" cy="327044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1" name="Google Shape;301;p24"/>
            <p:cNvSpPr/>
            <p:nvPr/>
          </p:nvSpPr>
          <p:spPr>
            <a:xfrm>
              <a:off x="8552930" y="2910118"/>
              <a:ext cx="468769" cy="468795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02" name="Google Shape;302;p24"/>
          <p:cNvGrpSpPr/>
          <p:nvPr/>
        </p:nvGrpSpPr>
        <p:grpSpPr>
          <a:xfrm rot="7347507">
            <a:off x="371745" y="3666596"/>
            <a:ext cx="682717" cy="1547317"/>
            <a:chOff x="-33427" y="3476090"/>
            <a:chExt cx="682702" cy="1547282"/>
          </a:xfrm>
        </p:grpSpPr>
        <p:sp>
          <p:nvSpPr>
            <p:cNvPr id="303" name="Google Shape;303;p24"/>
            <p:cNvSpPr/>
            <p:nvPr/>
          </p:nvSpPr>
          <p:spPr>
            <a:xfrm>
              <a:off x="180505" y="4256493"/>
              <a:ext cx="468769" cy="468795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4" name="Google Shape;304;p24"/>
            <p:cNvSpPr/>
            <p:nvPr/>
          </p:nvSpPr>
          <p:spPr>
            <a:xfrm>
              <a:off x="-33427" y="3476090"/>
              <a:ext cx="660023" cy="660064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5" name="Google Shape;305;p24"/>
            <p:cNvSpPr/>
            <p:nvPr/>
          </p:nvSpPr>
          <p:spPr>
            <a:xfrm>
              <a:off x="133086" y="4696328"/>
              <a:ext cx="327012" cy="327044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11.xml"/><Relationship Id="rId22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10.xml"/><Relationship Id="rId21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13.xml"/><Relationship Id="rId24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6" Type="http://schemas.openxmlformats.org/officeDocument/2006/relationships/slideLayout" Target="../slideLayouts/slideLayout6.xml"/><Relationship Id="rId1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gradFill>
          <a:gsLst>
            <a:gs pos="0">
              <a:schemeClr val="lt1"/>
            </a:gs>
            <a:gs pos="100000">
              <a:schemeClr val="accent1"/>
            </a:gs>
          </a:gsLst>
          <a:lin ang="2700006" scaled="0"/>
        </a:gra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713100" y="539400"/>
            <a:ext cx="77178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rispace"/>
              <a:buNone/>
              <a:defRPr sz="2800">
                <a:solidFill>
                  <a:schemeClr val="dk1"/>
                </a:solidFill>
                <a:latin typeface="Trispace"/>
                <a:ea typeface="Trispace"/>
                <a:cs typeface="Trispace"/>
                <a:sym typeface="Trispac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rispace"/>
              <a:buNone/>
              <a:defRPr sz="2800">
                <a:solidFill>
                  <a:schemeClr val="dk1"/>
                </a:solidFill>
                <a:latin typeface="Trispace"/>
                <a:ea typeface="Trispace"/>
                <a:cs typeface="Trispace"/>
                <a:sym typeface="Trispac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rispace"/>
              <a:buNone/>
              <a:defRPr sz="2800">
                <a:solidFill>
                  <a:schemeClr val="dk1"/>
                </a:solidFill>
                <a:latin typeface="Trispace"/>
                <a:ea typeface="Trispace"/>
                <a:cs typeface="Trispace"/>
                <a:sym typeface="Trispac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rispace"/>
              <a:buNone/>
              <a:defRPr sz="2800">
                <a:solidFill>
                  <a:schemeClr val="dk1"/>
                </a:solidFill>
                <a:latin typeface="Trispace"/>
                <a:ea typeface="Trispace"/>
                <a:cs typeface="Trispace"/>
                <a:sym typeface="Trispac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rispace"/>
              <a:buNone/>
              <a:defRPr sz="2800">
                <a:solidFill>
                  <a:schemeClr val="dk1"/>
                </a:solidFill>
                <a:latin typeface="Trispace"/>
                <a:ea typeface="Trispace"/>
                <a:cs typeface="Trispace"/>
                <a:sym typeface="Trispac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rispace"/>
              <a:buNone/>
              <a:defRPr sz="2800">
                <a:solidFill>
                  <a:schemeClr val="dk1"/>
                </a:solidFill>
                <a:latin typeface="Trispace"/>
                <a:ea typeface="Trispace"/>
                <a:cs typeface="Trispace"/>
                <a:sym typeface="Trispac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rispace"/>
              <a:buNone/>
              <a:defRPr sz="2800">
                <a:solidFill>
                  <a:schemeClr val="dk1"/>
                </a:solidFill>
                <a:latin typeface="Trispace"/>
                <a:ea typeface="Trispace"/>
                <a:cs typeface="Trispace"/>
                <a:sym typeface="Trispac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rispace"/>
              <a:buNone/>
              <a:defRPr sz="2800">
                <a:solidFill>
                  <a:schemeClr val="dk1"/>
                </a:solidFill>
                <a:latin typeface="Trispace"/>
                <a:ea typeface="Trispace"/>
                <a:cs typeface="Trispace"/>
                <a:sym typeface="Trispac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rispace"/>
              <a:buNone/>
              <a:defRPr sz="2800">
                <a:solidFill>
                  <a:schemeClr val="dk1"/>
                </a:solidFill>
                <a:latin typeface="Trispace"/>
                <a:ea typeface="Trispace"/>
                <a:cs typeface="Trispace"/>
                <a:sym typeface="Trispace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713100" y="1152475"/>
            <a:ext cx="77178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ven Pro"/>
              <a:buChar char="●"/>
              <a:defRPr sz="12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1pPr>
            <a:lvl2pPr indent="-3048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ven Pro"/>
              <a:buChar char="○"/>
              <a:defRPr sz="12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2pPr>
            <a:lvl3pPr indent="-3048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ven Pro"/>
              <a:buChar char="■"/>
              <a:defRPr sz="12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3pPr>
            <a:lvl4pPr indent="-3048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ven Pro"/>
              <a:buChar char="●"/>
              <a:defRPr sz="12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4pPr>
            <a:lvl5pPr indent="-3048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ven Pro"/>
              <a:buChar char="○"/>
              <a:defRPr sz="12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5pPr>
            <a:lvl6pPr indent="-3048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ven Pro"/>
              <a:buChar char="■"/>
              <a:defRPr sz="12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6pPr>
            <a:lvl7pPr indent="-3048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ven Pro"/>
              <a:buChar char="●"/>
              <a:defRPr sz="12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7pPr>
            <a:lvl8pPr indent="-3048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ven Pro"/>
              <a:buChar char="○"/>
              <a:defRPr sz="12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8pPr>
            <a:lvl9pPr indent="-3048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200"/>
              <a:buFont typeface="Maven Pro"/>
              <a:buChar char="■"/>
              <a:defRPr sz="12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340">
          <p15:clr>
            <a:srgbClr val="EA4335"/>
          </p15:clr>
        </p15:guide>
        <p15:guide id="2" pos="449">
          <p15:clr>
            <a:srgbClr val="EA4335"/>
          </p15:clr>
        </p15:guide>
        <p15:guide id="3" orient="horz" pos="2900">
          <p15:clr>
            <a:srgbClr val="EA4335"/>
          </p15:clr>
        </p15:guide>
        <p15:guide id="4" pos="5311">
          <p15:clr>
            <a:srgbClr val="EA4335"/>
          </p15:clr>
        </p15:guide>
        <p15:guide id="5" pos="2880">
          <p15:clr>
            <a:srgbClr val="EA4335"/>
          </p15:clr>
        </p15:guide>
        <p15:guide id="6" orient="horz" pos="1620">
          <p15:clr>
            <a:srgbClr val="EA4335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0" name="Google Shape;310;p25"/>
          <p:cNvGrpSpPr/>
          <p:nvPr/>
        </p:nvGrpSpPr>
        <p:grpSpPr>
          <a:xfrm>
            <a:off x="4996653" y="-305023"/>
            <a:ext cx="4646311" cy="5754710"/>
            <a:chOff x="4996653" y="-305023"/>
            <a:chExt cx="4646311" cy="5754710"/>
          </a:xfrm>
        </p:grpSpPr>
        <p:grpSp>
          <p:nvGrpSpPr>
            <p:cNvPr id="311" name="Google Shape;311;p25"/>
            <p:cNvGrpSpPr/>
            <p:nvPr/>
          </p:nvGrpSpPr>
          <p:grpSpPr>
            <a:xfrm>
              <a:off x="4996653" y="-305023"/>
              <a:ext cx="4646311" cy="5754710"/>
              <a:chOff x="4538025" y="-782873"/>
              <a:chExt cx="5023039" cy="6221308"/>
            </a:xfrm>
          </p:grpSpPr>
          <p:grpSp>
            <p:nvGrpSpPr>
              <p:cNvPr id="312" name="Google Shape;312;p25"/>
              <p:cNvGrpSpPr/>
              <p:nvPr/>
            </p:nvGrpSpPr>
            <p:grpSpPr>
              <a:xfrm>
                <a:off x="4538025" y="182501"/>
                <a:ext cx="4013995" cy="5255934"/>
                <a:chOff x="4814250" y="182501"/>
                <a:chExt cx="4013995" cy="5255934"/>
              </a:xfrm>
            </p:grpSpPr>
            <p:grpSp>
              <p:nvGrpSpPr>
                <p:cNvPr id="313" name="Google Shape;313;p25"/>
                <p:cNvGrpSpPr/>
                <p:nvPr/>
              </p:nvGrpSpPr>
              <p:grpSpPr>
                <a:xfrm>
                  <a:off x="5653380" y="891630"/>
                  <a:ext cx="3084513" cy="4546804"/>
                  <a:chOff x="2578080" y="1561820"/>
                  <a:chExt cx="1345832" cy="1983858"/>
                </a:xfrm>
              </p:grpSpPr>
              <p:sp>
                <p:nvSpPr>
                  <p:cNvPr id="314" name="Google Shape;314;p25"/>
                  <p:cNvSpPr/>
                  <p:nvPr/>
                </p:nvSpPr>
                <p:spPr>
                  <a:xfrm>
                    <a:off x="2578080" y="2824581"/>
                    <a:ext cx="931084" cy="13690"/>
                  </a:xfrm>
                  <a:custGeom>
                    <a:rect b="b" l="l" r="r" t="t"/>
                    <a:pathLst>
                      <a:path extrusionOk="0" h="207" w="14078">
                        <a:moveTo>
                          <a:pt x="98" y="1"/>
                        </a:moveTo>
                        <a:cubicBezTo>
                          <a:pt x="45" y="1"/>
                          <a:pt x="0" y="46"/>
                          <a:pt x="0" y="108"/>
                        </a:cubicBezTo>
                        <a:cubicBezTo>
                          <a:pt x="0" y="161"/>
                          <a:pt x="45" y="206"/>
                          <a:pt x="98" y="206"/>
                        </a:cubicBezTo>
                        <a:lnTo>
                          <a:pt x="13970" y="206"/>
                        </a:lnTo>
                        <a:cubicBezTo>
                          <a:pt x="14024" y="206"/>
                          <a:pt x="14077" y="161"/>
                          <a:pt x="14077" y="108"/>
                        </a:cubicBezTo>
                        <a:cubicBezTo>
                          <a:pt x="14077" y="46"/>
                          <a:pt x="14024" y="1"/>
                          <a:pt x="13970" y="1"/>
                        </a:cubicBez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15" name="Google Shape;315;p25"/>
                  <p:cNvSpPr/>
                  <p:nvPr/>
                </p:nvSpPr>
                <p:spPr>
                  <a:xfrm>
                    <a:off x="2594549" y="2805137"/>
                    <a:ext cx="1329364" cy="740542"/>
                  </a:xfrm>
                  <a:custGeom>
                    <a:rect b="b" l="l" r="r" t="t"/>
                    <a:pathLst>
                      <a:path extrusionOk="0" h="11197" w="20100">
                        <a:moveTo>
                          <a:pt x="5791" y="63"/>
                        </a:moveTo>
                        <a:cubicBezTo>
                          <a:pt x="5398" y="170"/>
                          <a:pt x="5023" y="438"/>
                          <a:pt x="4907" y="830"/>
                        </a:cubicBezTo>
                        <a:lnTo>
                          <a:pt x="4907" y="830"/>
                        </a:lnTo>
                        <a:cubicBezTo>
                          <a:pt x="4319" y="687"/>
                          <a:pt x="3730" y="625"/>
                          <a:pt x="3132" y="580"/>
                        </a:cubicBezTo>
                        <a:lnTo>
                          <a:pt x="3132" y="580"/>
                        </a:lnTo>
                        <a:cubicBezTo>
                          <a:pt x="2971" y="563"/>
                          <a:pt x="2811" y="554"/>
                          <a:pt x="2650" y="563"/>
                        </a:cubicBezTo>
                        <a:lnTo>
                          <a:pt x="2650" y="563"/>
                        </a:lnTo>
                        <a:cubicBezTo>
                          <a:pt x="2490" y="563"/>
                          <a:pt x="2329" y="580"/>
                          <a:pt x="2169" y="580"/>
                        </a:cubicBezTo>
                        <a:lnTo>
                          <a:pt x="2169" y="580"/>
                        </a:lnTo>
                        <a:cubicBezTo>
                          <a:pt x="1901" y="589"/>
                          <a:pt x="1633" y="563"/>
                          <a:pt x="1366" y="536"/>
                        </a:cubicBezTo>
                        <a:lnTo>
                          <a:pt x="1366" y="536"/>
                        </a:lnTo>
                        <a:cubicBezTo>
                          <a:pt x="1053" y="500"/>
                          <a:pt x="697" y="563"/>
                          <a:pt x="411" y="687"/>
                        </a:cubicBezTo>
                        <a:lnTo>
                          <a:pt x="411" y="687"/>
                        </a:lnTo>
                        <a:cubicBezTo>
                          <a:pt x="286" y="741"/>
                          <a:pt x="161" y="830"/>
                          <a:pt x="90" y="946"/>
                        </a:cubicBezTo>
                        <a:lnTo>
                          <a:pt x="90" y="946"/>
                        </a:lnTo>
                        <a:cubicBezTo>
                          <a:pt x="19" y="1062"/>
                          <a:pt x="1" y="1214"/>
                          <a:pt x="63" y="1339"/>
                        </a:cubicBezTo>
                        <a:lnTo>
                          <a:pt x="63" y="1339"/>
                        </a:lnTo>
                        <a:cubicBezTo>
                          <a:pt x="108" y="1428"/>
                          <a:pt x="197" y="1499"/>
                          <a:pt x="295" y="1535"/>
                        </a:cubicBezTo>
                        <a:lnTo>
                          <a:pt x="295" y="1535"/>
                        </a:lnTo>
                        <a:cubicBezTo>
                          <a:pt x="474" y="1606"/>
                          <a:pt x="652" y="1588"/>
                          <a:pt x="830" y="1562"/>
                        </a:cubicBezTo>
                        <a:lnTo>
                          <a:pt x="830" y="1562"/>
                        </a:lnTo>
                        <a:cubicBezTo>
                          <a:pt x="964" y="1553"/>
                          <a:pt x="1098" y="1535"/>
                          <a:pt x="1241" y="1562"/>
                        </a:cubicBezTo>
                        <a:lnTo>
                          <a:pt x="1241" y="1562"/>
                        </a:lnTo>
                        <a:cubicBezTo>
                          <a:pt x="1366" y="1580"/>
                          <a:pt x="1482" y="1633"/>
                          <a:pt x="1607" y="1651"/>
                        </a:cubicBezTo>
                        <a:lnTo>
                          <a:pt x="1607" y="1651"/>
                        </a:lnTo>
                        <a:cubicBezTo>
                          <a:pt x="1687" y="1660"/>
                          <a:pt x="1767" y="1651"/>
                          <a:pt x="1856" y="1642"/>
                        </a:cubicBezTo>
                        <a:lnTo>
                          <a:pt x="1856" y="1642"/>
                        </a:lnTo>
                        <a:cubicBezTo>
                          <a:pt x="1937" y="1633"/>
                          <a:pt x="2026" y="1624"/>
                          <a:pt x="2106" y="1633"/>
                        </a:cubicBezTo>
                        <a:lnTo>
                          <a:pt x="2106" y="1633"/>
                        </a:lnTo>
                        <a:cubicBezTo>
                          <a:pt x="2222" y="1642"/>
                          <a:pt x="2320" y="1687"/>
                          <a:pt x="2427" y="1731"/>
                        </a:cubicBezTo>
                        <a:lnTo>
                          <a:pt x="2427" y="1731"/>
                        </a:lnTo>
                        <a:cubicBezTo>
                          <a:pt x="2713" y="1847"/>
                          <a:pt x="3016" y="1927"/>
                          <a:pt x="3319" y="1972"/>
                        </a:cubicBezTo>
                        <a:lnTo>
                          <a:pt x="3319" y="1972"/>
                        </a:lnTo>
                        <a:cubicBezTo>
                          <a:pt x="4087" y="2097"/>
                          <a:pt x="4800" y="2418"/>
                          <a:pt x="5469" y="2802"/>
                        </a:cubicBezTo>
                        <a:lnTo>
                          <a:pt x="5469" y="2802"/>
                        </a:lnTo>
                        <a:cubicBezTo>
                          <a:pt x="5782" y="2980"/>
                          <a:pt x="6076" y="3194"/>
                          <a:pt x="6379" y="3382"/>
                        </a:cubicBezTo>
                        <a:lnTo>
                          <a:pt x="6379" y="3382"/>
                        </a:lnTo>
                        <a:cubicBezTo>
                          <a:pt x="6692" y="3578"/>
                          <a:pt x="7048" y="3685"/>
                          <a:pt x="7387" y="3783"/>
                        </a:cubicBezTo>
                        <a:lnTo>
                          <a:pt x="7387" y="3783"/>
                        </a:lnTo>
                        <a:cubicBezTo>
                          <a:pt x="7753" y="3890"/>
                          <a:pt x="8119" y="3988"/>
                          <a:pt x="8494" y="4042"/>
                        </a:cubicBezTo>
                        <a:lnTo>
                          <a:pt x="8494" y="4042"/>
                        </a:lnTo>
                        <a:cubicBezTo>
                          <a:pt x="8868" y="4104"/>
                          <a:pt x="9243" y="4095"/>
                          <a:pt x="9618" y="4140"/>
                        </a:cubicBezTo>
                        <a:lnTo>
                          <a:pt x="9618" y="4140"/>
                        </a:lnTo>
                        <a:cubicBezTo>
                          <a:pt x="10394" y="4238"/>
                          <a:pt x="11161" y="4399"/>
                          <a:pt x="11901" y="4622"/>
                        </a:cubicBezTo>
                        <a:lnTo>
                          <a:pt x="11901" y="4622"/>
                        </a:lnTo>
                        <a:cubicBezTo>
                          <a:pt x="12223" y="4720"/>
                          <a:pt x="12535" y="4854"/>
                          <a:pt x="12767" y="5094"/>
                        </a:cubicBezTo>
                        <a:lnTo>
                          <a:pt x="12767" y="5094"/>
                        </a:lnTo>
                        <a:cubicBezTo>
                          <a:pt x="13097" y="5451"/>
                          <a:pt x="13320" y="5915"/>
                          <a:pt x="13570" y="6334"/>
                        </a:cubicBezTo>
                        <a:lnTo>
                          <a:pt x="13570" y="6334"/>
                        </a:lnTo>
                        <a:cubicBezTo>
                          <a:pt x="13855" y="6807"/>
                          <a:pt x="14141" y="7289"/>
                          <a:pt x="14417" y="7771"/>
                        </a:cubicBezTo>
                        <a:lnTo>
                          <a:pt x="14417" y="7771"/>
                        </a:lnTo>
                        <a:cubicBezTo>
                          <a:pt x="15051" y="8904"/>
                          <a:pt x="15648" y="10046"/>
                          <a:pt x="16246" y="11196"/>
                        </a:cubicBezTo>
                        <a:lnTo>
                          <a:pt x="16246" y="11196"/>
                        </a:lnTo>
                        <a:lnTo>
                          <a:pt x="20037" y="11196"/>
                        </a:lnTo>
                        <a:lnTo>
                          <a:pt x="20100" y="9368"/>
                        </a:lnTo>
                        <a:cubicBezTo>
                          <a:pt x="19404" y="8636"/>
                          <a:pt x="18717" y="7887"/>
                          <a:pt x="18048" y="7128"/>
                        </a:cubicBezTo>
                        <a:lnTo>
                          <a:pt x="18048" y="7128"/>
                        </a:lnTo>
                        <a:cubicBezTo>
                          <a:pt x="17914" y="6968"/>
                          <a:pt x="17780" y="6816"/>
                          <a:pt x="17647" y="6665"/>
                        </a:cubicBezTo>
                        <a:lnTo>
                          <a:pt x="17647" y="6665"/>
                        </a:lnTo>
                        <a:cubicBezTo>
                          <a:pt x="17459" y="6450"/>
                          <a:pt x="17272" y="6236"/>
                          <a:pt x="17085" y="6022"/>
                        </a:cubicBezTo>
                        <a:lnTo>
                          <a:pt x="17085" y="6022"/>
                        </a:lnTo>
                        <a:cubicBezTo>
                          <a:pt x="16870" y="5772"/>
                          <a:pt x="16647" y="5523"/>
                          <a:pt x="16442" y="5264"/>
                        </a:cubicBezTo>
                        <a:lnTo>
                          <a:pt x="16442" y="5264"/>
                        </a:lnTo>
                        <a:cubicBezTo>
                          <a:pt x="15818" y="4443"/>
                          <a:pt x="15336" y="3524"/>
                          <a:pt x="14908" y="2588"/>
                        </a:cubicBezTo>
                        <a:lnTo>
                          <a:pt x="14908" y="2588"/>
                        </a:lnTo>
                        <a:cubicBezTo>
                          <a:pt x="14489" y="1651"/>
                          <a:pt x="13659" y="902"/>
                          <a:pt x="12695" y="563"/>
                        </a:cubicBezTo>
                        <a:lnTo>
                          <a:pt x="12695" y="563"/>
                        </a:lnTo>
                        <a:cubicBezTo>
                          <a:pt x="12196" y="393"/>
                          <a:pt x="11661" y="331"/>
                          <a:pt x="11143" y="393"/>
                        </a:cubicBezTo>
                        <a:lnTo>
                          <a:pt x="11143" y="393"/>
                        </a:lnTo>
                        <a:cubicBezTo>
                          <a:pt x="10501" y="482"/>
                          <a:pt x="9975" y="670"/>
                          <a:pt x="9314" y="527"/>
                        </a:cubicBezTo>
                        <a:lnTo>
                          <a:pt x="9314" y="527"/>
                        </a:lnTo>
                        <a:cubicBezTo>
                          <a:pt x="8538" y="366"/>
                          <a:pt x="7780" y="170"/>
                          <a:pt x="6995" y="63"/>
                        </a:cubicBezTo>
                        <a:lnTo>
                          <a:pt x="6995" y="63"/>
                        </a:lnTo>
                        <a:cubicBezTo>
                          <a:pt x="6772" y="27"/>
                          <a:pt x="6549" y="1"/>
                          <a:pt x="6326" y="1"/>
                        </a:cubicBezTo>
                        <a:lnTo>
                          <a:pt x="6326" y="1"/>
                        </a:lnTo>
                        <a:cubicBezTo>
                          <a:pt x="6138" y="1"/>
                          <a:pt x="5960" y="18"/>
                          <a:pt x="5791" y="63"/>
                        </a:cubicBezTo>
                      </a:path>
                    </a:pathLst>
                  </a:custGeom>
                  <a:gradFill>
                    <a:gsLst>
                      <a:gs pos="0">
                        <a:schemeClr val="accent1"/>
                      </a:gs>
                      <a:gs pos="100000">
                        <a:schemeClr val="dk2"/>
                      </a:gs>
                    </a:gsLst>
                    <a:lin ang="16200038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grpSp>
                <p:nvGrpSpPr>
                  <p:cNvPr id="316" name="Google Shape;316;p25"/>
                  <p:cNvGrpSpPr/>
                  <p:nvPr/>
                </p:nvGrpSpPr>
                <p:grpSpPr>
                  <a:xfrm>
                    <a:off x="2587210" y="1561820"/>
                    <a:ext cx="912848" cy="926858"/>
                    <a:chOff x="2750971" y="1431167"/>
                    <a:chExt cx="602778" cy="612030"/>
                  </a:xfrm>
                </p:grpSpPr>
                <p:sp>
                  <p:nvSpPr>
                    <p:cNvPr id="317" name="Google Shape;317;p25"/>
                    <p:cNvSpPr/>
                    <p:nvPr/>
                  </p:nvSpPr>
                  <p:spPr>
                    <a:xfrm>
                      <a:off x="2976492" y="1662572"/>
                      <a:ext cx="151741" cy="148308"/>
                    </a:xfrm>
                    <a:custGeom>
                      <a:rect b="b" l="l" r="r" t="t"/>
                      <a:pathLst>
                        <a:path extrusionOk="0" h="2722" w="2785">
                          <a:moveTo>
                            <a:pt x="786" y="0"/>
                          </a:moveTo>
                          <a:cubicBezTo>
                            <a:pt x="349" y="0"/>
                            <a:pt x="1" y="357"/>
                            <a:pt x="1" y="794"/>
                          </a:cubicBezTo>
                          <a:lnTo>
                            <a:pt x="1" y="1927"/>
                          </a:lnTo>
                          <a:cubicBezTo>
                            <a:pt x="1" y="2364"/>
                            <a:pt x="349" y="2721"/>
                            <a:pt x="786" y="2721"/>
                          </a:cubicBezTo>
                          <a:lnTo>
                            <a:pt x="1999" y="2721"/>
                          </a:lnTo>
                          <a:cubicBezTo>
                            <a:pt x="2436" y="2721"/>
                            <a:pt x="2784" y="2364"/>
                            <a:pt x="2784" y="1927"/>
                          </a:cubicBezTo>
                          <a:lnTo>
                            <a:pt x="2784" y="794"/>
                          </a:lnTo>
                          <a:cubicBezTo>
                            <a:pt x="2784" y="357"/>
                            <a:pt x="2436" y="0"/>
                            <a:pt x="1999" y="0"/>
                          </a:cubicBezTo>
                          <a:close/>
                        </a:path>
                      </a:pathLst>
                    </a:custGeom>
                    <a:gradFill>
                      <a:gsLst>
                        <a:gs pos="0">
                          <a:schemeClr val="accent3">
                            <a:alpha val="70000"/>
                          </a:schemeClr>
                        </a:gs>
                        <a:gs pos="100000">
                          <a:schemeClr val="lt2">
                            <a:alpha val="70000"/>
                          </a:schemeClr>
                        </a:gs>
                      </a:gsLst>
                      <a:lin ang="5400012" scaled="0"/>
                    </a:gradFill>
                    <a:ln>
                      <a:noFill/>
                    </a:ln>
                    <a:effectLst>
                      <a:outerShdw blurRad="57150" rotWithShape="0" algn="bl" dist="9525">
                        <a:schemeClr val="dk2">
                          <a:alpha val="73000"/>
                        </a:schemeClr>
                      </a:outerShdw>
                    </a:effectLst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318" name="Google Shape;318;p25"/>
                    <p:cNvSpPr/>
                    <p:nvPr/>
                  </p:nvSpPr>
                  <p:spPr>
                    <a:xfrm>
                      <a:off x="2998395" y="1683931"/>
                      <a:ext cx="107935" cy="105537"/>
                    </a:xfrm>
                    <a:custGeom>
                      <a:rect b="b" l="l" r="r" t="t"/>
                      <a:pathLst>
                        <a:path extrusionOk="0" h="1937" w="1981">
                          <a:moveTo>
                            <a:pt x="562" y="1"/>
                          </a:moveTo>
                          <a:cubicBezTo>
                            <a:pt x="250" y="1"/>
                            <a:pt x="0" y="259"/>
                            <a:pt x="0" y="563"/>
                          </a:cubicBezTo>
                          <a:lnTo>
                            <a:pt x="0" y="1375"/>
                          </a:lnTo>
                          <a:cubicBezTo>
                            <a:pt x="0" y="1687"/>
                            <a:pt x="250" y="1937"/>
                            <a:pt x="562" y="1937"/>
                          </a:cubicBezTo>
                          <a:lnTo>
                            <a:pt x="1419" y="1937"/>
                          </a:lnTo>
                          <a:cubicBezTo>
                            <a:pt x="1731" y="1937"/>
                            <a:pt x="1981" y="1687"/>
                            <a:pt x="1981" y="1375"/>
                          </a:cubicBezTo>
                          <a:lnTo>
                            <a:pt x="1981" y="563"/>
                          </a:lnTo>
                          <a:cubicBezTo>
                            <a:pt x="1981" y="259"/>
                            <a:pt x="1731" y="1"/>
                            <a:pt x="1419" y="1"/>
                          </a:cubicBezTo>
                          <a:close/>
                        </a:path>
                      </a:pathLst>
                    </a:custGeom>
                    <a:gradFill>
                      <a:gsLst>
                        <a:gs pos="0">
                          <a:schemeClr val="accent3">
                            <a:alpha val="70000"/>
                          </a:schemeClr>
                        </a:gs>
                        <a:gs pos="100000">
                          <a:schemeClr val="lt2">
                            <a:alpha val="70000"/>
                          </a:schemeClr>
                        </a:gs>
                      </a:gsLst>
                      <a:lin ang="5400012" scaled="0"/>
                    </a:gradFill>
                    <a:ln>
                      <a:noFill/>
                    </a:ln>
                    <a:effectLst>
                      <a:outerShdw blurRad="57150" rotWithShape="0" algn="bl" dist="9525">
                        <a:schemeClr val="dk2">
                          <a:alpha val="73000"/>
                        </a:schemeClr>
                      </a:outerShdw>
                    </a:effectLst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319" name="Google Shape;319;p25"/>
                    <p:cNvSpPr/>
                    <p:nvPr/>
                  </p:nvSpPr>
                  <p:spPr>
                    <a:xfrm>
                      <a:off x="3128183" y="1772417"/>
                      <a:ext cx="133216" cy="111858"/>
                    </a:xfrm>
                    <a:custGeom>
                      <a:rect b="b" l="l" r="r" t="t"/>
                      <a:pathLst>
                        <a:path extrusionOk="0" h="2053" w="2445">
                          <a:moveTo>
                            <a:pt x="0" y="0"/>
                          </a:moveTo>
                          <a:lnTo>
                            <a:pt x="0" y="18"/>
                          </a:lnTo>
                          <a:lnTo>
                            <a:pt x="928" y="18"/>
                          </a:lnTo>
                          <a:lnTo>
                            <a:pt x="2427" y="1499"/>
                          </a:lnTo>
                          <a:lnTo>
                            <a:pt x="2427" y="2052"/>
                          </a:lnTo>
                          <a:lnTo>
                            <a:pt x="2445" y="2052"/>
                          </a:lnTo>
                          <a:lnTo>
                            <a:pt x="2445" y="1490"/>
                          </a:lnTo>
                          <a:lnTo>
                            <a:pt x="937" y="0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chemeClr val="accent3">
                            <a:alpha val="70000"/>
                          </a:schemeClr>
                        </a:gs>
                        <a:gs pos="100000">
                          <a:schemeClr val="lt2">
                            <a:alpha val="70000"/>
                          </a:schemeClr>
                        </a:gs>
                      </a:gsLst>
                      <a:lin ang="5400012" scaled="0"/>
                    </a:gradFill>
                    <a:ln>
                      <a:noFill/>
                    </a:ln>
                    <a:effectLst>
                      <a:outerShdw blurRad="57150" rotWithShape="0" algn="bl" dist="9525">
                        <a:schemeClr val="dk2">
                          <a:alpha val="73000"/>
                        </a:schemeClr>
                      </a:outerShdw>
                    </a:effectLst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320" name="Google Shape;320;p25"/>
                    <p:cNvSpPr/>
                    <p:nvPr/>
                  </p:nvSpPr>
                  <p:spPr>
                    <a:xfrm>
                      <a:off x="3108731" y="1823743"/>
                      <a:ext cx="45713" cy="93769"/>
                    </a:xfrm>
                    <a:custGeom>
                      <a:rect b="b" l="l" r="r" t="t"/>
                      <a:pathLst>
                        <a:path extrusionOk="0" h="1721" w="839">
                          <a:moveTo>
                            <a:pt x="61" y="1"/>
                          </a:moveTo>
                          <a:cubicBezTo>
                            <a:pt x="41" y="1"/>
                            <a:pt x="23" y="11"/>
                            <a:pt x="9" y="31"/>
                          </a:cubicBezTo>
                          <a:cubicBezTo>
                            <a:pt x="0" y="58"/>
                            <a:pt x="9" y="84"/>
                            <a:pt x="36" y="102"/>
                          </a:cubicBezTo>
                          <a:lnTo>
                            <a:pt x="54" y="102"/>
                          </a:lnTo>
                          <a:lnTo>
                            <a:pt x="54" y="218"/>
                          </a:lnTo>
                          <a:lnTo>
                            <a:pt x="768" y="932"/>
                          </a:lnTo>
                          <a:lnTo>
                            <a:pt x="768" y="1610"/>
                          </a:lnTo>
                          <a:cubicBezTo>
                            <a:pt x="750" y="1619"/>
                            <a:pt x="741" y="1628"/>
                            <a:pt x="732" y="1637"/>
                          </a:cubicBezTo>
                          <a:cubicBezTo>
                            <a:pt x="714" y="1663"/>
                            <a:pt x="732" y="1699"/>
                            <a:pt x="759" y="1717"/>
                          </a:cubicBezTo>
                          <a:cubicBezTo>
                            <a:pt x="765" y="1719"/>
                            <a:pt x="772" y="1720"/>
                            <a:pt x="779" y="1720"/>
                          </a:cubicBezTo>
                          <a:cubicBezTo>
                            <a:pt x="798" y="1720"/>
                            <a:pt x="817" y="1710"/>
                            <a:pt x="830" y="1690"/>
                          </a:cubicBezTo>
                          <a:cubicBezTo>
                            <a:pt x="839" y="1663"/>
                            <a:pt x="830" y="1628"/>
                            <a:pt x="803" y="1619"/>
                          </a:cubicBezTo>
                          <a:cubicBezTo>
                            <a:pt x="794" y="1619"/>
                            <a:pt x="794" y="1610"/>
                            <a:pt x="785" y="1610"/>
                          </a:cubicBezTo>
                          <a:lnTo>
                            <a:pt x="785" y="923"/>
                          </a:lnTo>
                          <a:lnTo>
                            <a:pt x="72" y="209"/>
                          </a:lnTo>
                          <a:lnTo>
                            <a:pt x="72" y="102"/>
                          </a:lnTo>
                          <a:cubicBezTo>
                            <a:pt x="81" y="102"/>
                            <a:pt x="99" y="93"/>
                            <a:pt x="107" y="75"/>
                          </a:cubicBezTo>
                          <a:cubicBezTo>
                            <a:pt x="125" y="49"/>
                            <a:pt x="107" y="22"/>
                            <a:pt x="81" y="4"/>
                          </a:cubicBezTo>
                          <a:cubicBezTo>
                            <a:pt x="74" y="2"/>
                            <a:pt x="67" y="1"/>
                            <a:pt x="61" y="1"/>
                          </a:cubicBezTo>
                          <a:close/>
                        </a:path>
                      </a:pathLst>
                    </a:custGeom>
                    <a:gradFill>
                      <a:gsLst>
                        <a:gs pos="0">
                          <a:schemeClr val="accent3">
                            <a:alpha val="70000"/>
                          </a:schemeClr>
                        </a:gs>
                        <a:gs pos="100000">
                          <a:schemeClr val="lt2">
                            <a:alpha val="70000"/>
                          </a:schemeClr>
                        </a:gs>
                      </a:gsLst>
                      <a:lin ang="5400012" scaled="0"/>
                    </a:gradFill>
                    <a:ln>
                      <a:noFill/>
                    </a:ln>
                    <a:effectLst>
                      <a:outerShdw blurRad="57150" rotWithShape="0" algn="bl" dist="9525">
                        <a:schemeClr val="dk2">
                          <a:alpha val="73000"/>
                        </a:schemeClr>
                      </a:outerShdw>
                    </a:effectLst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321" name="Google Shape;321;p25"/>
                    <p:cNvSpPr/>
                    <p:nvPr/>
                  </p:nvSpPr>
                  <p:spPr>
                    <a:xfrm>
                      <a:off x="3168503" y="1553163"/>
                      <a:ext cx="74427" cy="68597"/>
                    </a:xfrm>
                    <a:custGeom>
                      <a:rect b="b" l="l" r="r" t="t"/>
                      <a:pathLst>
                        <a:path extrusionOk="0" h="1259" w="1366">
                          <a:moveTo>
                            <a:pt x="90" y="1"/>
                          </a:moveTo>
                          <a:cubicBezTo>
                            <a:pt x="45" y="1"/>
                            <a:pt x="1" y="37"/>
                            <a:pt x="1" y="90"/>
                          </a:cubicBezTo>
                          <a:cubicBezTo>
                            <a:pt x="1" y="135"/>
                            <a:pt x="36" y="170"/>
                            <a:pt x="81" y="170"/>
                          </a:cubicBezTo>
                          <a:lnTo>
                            <a:pt x="81" y="536"/>
                          </a:lnTo>
                          <a:lnTo>
                            <a:pt x="768" y="1214"/>
                          </a:lnTo>
                          <a:lnTo>
                            <a:pt x="1259" y="1214"/>
                          </a:lnTo>
                          <a:cubicBezTo>
                            <a:pt x="1259" y="1241"/>
                            <a:pt x="1285" y="1259"/>
                            <a:pt x="1312" y="1259"/>
                          </a:cubicBezTo>
                          <a:cubicBezTo>
                            <a:pt x="1339" y="1259"/>
                            <a:pt x="1366" y="1241"/>
                            <a:pt x="1366" y="1205"/>
                          </a:cubicBezTo>
                          <a:cubicBezTo>
                            <a:pt x="1366" y="1179"/>
                            <a:pt x="1339" y="1152"/>
                            <a:pt x="1312" y="1152"/>
                          </a:cubicBezTo>
                          <a:cubicBezTo>
                            <a:pt x="1285" y="1152"/>
                            <a:pt x="1259" y="1179"/>
                            <a:pt x="1259" y="1196"/>
                          </a:cubicBezTo>
                          <a:lnTo>
                            <a:pt x="777" y="1196"/>
                          </a:lnTo>
                          <a:lnTo>
                            <a:pt x="99" y="527"/>
                          </a:lnTo>
                          <a:lnTo>
                            <a:pt x="99" y="170"/>
                          </a:lnTo>
                          <a:cubicBezTo>
                            <a:pt x="143" y="170"/>
                            <a:pt x="179" y="135"/>
                            <a:pt x="179" y="90"/>
                          </a:cubicBezTo>
                          <a:cubicBezTo>
                            <a:pt x="179" y="37"/>
                            <a:pt x="134" y="1"/>
                            <a:pt x="90" y="1"/>
                          </a:cubicBezTo>
                          <a:close/>
                        </a:path>
                      </a:pathLst>
                    </a:custGeom>
                    <a:gradFill>
                      <a:gsLst>
                        <a:gs pos="0">
                          <a:schemeClr val="accent3">
                            <a:alpha val="70000"/>
                          </a:schemeClr>
                        </a:gs>
                        <a:gs pos="100000">
                          <a:schemeClr val="lt2">
                            <a:alpha val="70000"/>
                          </a:schemeClr>
                        </a:gs>
                      </a:gsLst>
                      <a:lin ang="5400012" scaled="0"/>
                    </a:gradFill>
                    <a:ln>
                      <a:noFill/>
                    </a:ln>
                    <a:effectLst>
                      <a:outerShdw blurRad="57150" rotWithShape="0" algn="bl" dist="9525">
                        <a:schemeClr val="dk2">
                          <a:alpha val="73000"/>
                        </a:schemeClr>
                      </a:outerShdw>
                    </a:effectLst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322" name="Google Shape;322;p25"/>
                    <p:cNvSpPr/>
                    <p:nvPr/>
                  </p:nvSpPr>
                  <p:spPr>
                    <a:xfrm>
                      <a:off x="3191333" y="1572124"/>
                      <a:ext cx="49145" cy="33127"/>
                    </a:xfrm>
                    <a:custGeom>
                      <a:rect b="b" l="l" r="r" t="t"/>
                      <a:pathLst>
                        <a:path extrusionOk="0" h="608" w="902">
                          <a:moveTo>
                            <a:pt x="54" y="1"/>
                          </a:moveTo>
                          <a:cubicBezTo>
                            <a:pt x="28" y="1"/>
                            <a:pt x="1" y="19"/>
                            <a:pt x="1" y="54"/>
                          </a:cubicBezTo>
                          <a:cubicBezTo>
                            <a:pt x="1" y="81"/>
                            <a:pt x="28" y="108"/>
                            <a:pt x="54" y="108"/>
                          </a:cubicBezTo>
                          <a:cubicBezTo>
                            <a:pt x="72" y="108"/>
                            <a:pt x="81" y="99"/>
                            <a:pt x="90" y="90"/>
                          </a:cubicBezTo>
                          <a:lnTo>
                            <a:pt x="554" y="563"/>
                          </a:lnTo>
                          <a:lnTo>
                            <a:pt x="804" y="563"/>
                          </a:lnTo>
                          <a:cubicBezTo>
                            <a:pt x="804" y="590"/>
                            <a:pt x="822" y="608"/>
                            <a:pt x="848" y="608"/>
                          </a:cubicBezTo>
                          <a:cubicBezTo>
                            <a:pt x="884" y="608"/>
                            <a:pt x="902" y="590"/>
                            <a:pt x="902" y="554"/>
                          </a:cubicBezTo>
                          <a:cubicBezTo>
                            <a:pt x="902" y="527"/>
                            <a:pt x="884" y="500"/>
                            <a:pt x="848" y="500"/>
                          </a:cubicBezTo>
                          <a:cubicBezTo>
                            <a:pt x="822" y="500"/>
                            <a:pt x="804" y="527"/>
                            <a:pt x="804" y="545"/>
                          </a:cubicBezTo>
                          <a:lnTo>
                            <a:pt x="563" y="545"/>
                          </a:lnTo>
                          <a:lnTo>
                            <a:pt x="99" y="81"/>
                          </a:lnTo>
                          <a:cubicBezTo>
                            <a:pt x="108" y="72"/>
                            <a:pt x="108" y="63"/>
                            <a:pt x="108" y="54"/>
                          </a:cubicBezTo>
                          <a:cubicBezTo>
                            <a:pt x="108" y="19"/>
                            <a:pt x="90" y="1"/>
                            <a:pt x="54" y="1"/>
                          </a:cubicBezTo>
                          <a:close/>
                        </a:path>
                      </a:pathLst>
                    </a:custGeom>
                    <a:gradFill>
                      <a:gsLst>
                        <a:gs pos="0">
                          <a:schemeClr val="accent3">
                            <a:alpha val="70000"/>
                          </a:schemeClr>
                        </a:gs>
                        <a:gs pos="100000">
                          <a:schemeClr val="lt2">
                            <a:alpha val="70000"/>
                          </a:schemeClr>
                        </a:gs>
                      </a:gsLst>
                      <a:lin ang="5400012" scaled="0"/>
                    </a:gradFill>
                    <a:ln>
                      <a:noFill/>
                    </a:ln>
                    <a:effectLst>
                      <a:outerShdw blurRad="57150" rotWithShape="0" algn="bl" dist="9525">
                        <a:schemeClr val="dk2">
                          <a:alpha val="73000"/>
                        </a:schemeClr>
                      </a:outerShdw>
                    </a:effectLst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323" name="Google Shape;323;p25"/>
                    <p:cNvSpPr/>
                    <p:nvPr/>
                  </p:nvSpPr>
                  <p:spPr>
                    <a:xfrm>
                      <a:off x="3115542" y="1585746"/>
                      <a:ext cx="46203" cy="104066"/>
                    </a:xfrm>
                    <a:custGeom>
                      <a:rect b="b" l="l" r="r" t="t"/>
                      <a:pathLst>
                        <a:path extrusionOk="0" h="1910" w="848">
                          <a:moveTo>
                            <a:pt x="54" y="1"/>
                          </a:moveTo>
                          <a:cubicBezTo>
                            <a:pt x="27" y="1"/>
                            <a:pt x="0" y="27"/>
                            <a:pt x="0" y="54"/>
                          </a:cubicBezTo>
                          <a:cubicBezTo>
                            <a:pt x="0" y="81"/>
                            <a:pt x="27" y="108"/>
                            <a:pt x="54" y="108"/>
                          </a:cubicBezTo>
                          <a:cubicBezTo>
                            <a:pt x="63" y="108"/>
                            <a:pt x="72" y="108"/>
                            <a:pt x="81" y="99"/>
                          </a:cubicBezTo>
                          <a:lnTo>
                            <a:pt x="830" y="857"/>
                          </a:lnTo>
                          <a:lnTo>
                            <a:pt x="830" y="1526"/>
                          </a:lnTo>
                          <a:lnTo>
                            <a:pt x="536" y="1812"/>
                          </a:lnTo>
                          <a:cubicBezTo>
                            <a:pt x="527" y="1803"/>
                            <a:pt x="518" y="1803"/>
                            <a:pt x="509" y="1803"/>
                          </a:cubicBezTo>
                          <a:cubicBezTo>
                            <a:pt x="473" y="1803"/>
                            <a:pt x="455" y="1821"/>
                            <a:pt x="455" y="1856"/>
                          </a:cubicBezTo>
                          <a:cubicBezTo>
                            <a:pt x="455" y="1883"/>
                            <a:pt x="473" y="1910"/>
                            <a:pt x="509" y="1910"/>
                          </a:cubicBezTo>
                          <a:cubicBezTo>
                            <a:pt x="536" y="1910"/>
                            <a:pt x="562" y="1883"/>
                            <a:pt x="562" y="1856"/>
                          </a:cubicBezTo>
                          <a:cubicBezTo>
                            <a:pt x="562" y="1838"/>
                            <a:pt x="553" y="1830"/>
                            <a:pt x="553" y="1821"/>
                          </a:cubicBezTo>
                          <a:lnTo>
                            <a:pt x="848" y="1535"/>
                          </a:lnTo>
                          <a:lnTo>
                            <a:pt x="848" y="848"/>
                          </a:lnTo>
                          <a:lnTo>
                            <a:pt x="839" y="839"/>
                          </a:lnTo>
                          <a:lnTo>
                            <a:pt x="98" y="90"/>
                          </a:lnTo>
                          <a:cubicBezTo>
                            <a:pt x="107" y="81"/>
                            <a:pt x="107" y="63"/>
                            <a:pt x="107" y="54"/>
                          </a:cubicBezTo>
                          <a:cubicBezTo>
                            <a:pt x="107" y="27"/>
                            <a:pt x="81" y="1"/>
                            <a:pt x="54" y="1"/>
                          </a:cubicBezTo>
                          <a:close/>
                        </a:path>
                      </a:pathLst>
                    </a:custGeom>
                    <a:gradFill>
                      <a:gsLst>
                        <a:gs pos="0">
                          <a:schemeClr val="accent3">
                            <a:alpha val="70000"/>
                          </a:schemeClr>
                        </a:gs>
                        <a:gs pos="100000">
                          <a:schemeClr val="lt2">
                            <a:alpha val="70000"/>
                          </a:schemeClr>
                        </a:gs>
                      </a:gsLst>
                      <a:lin ang="5400012" scaled="0"/>
                    </a:gradFill>
                    <a:ln>
                      <a:noFill/>
                    </a:ln>
                    <a:effectLst>
                      <a:outerShdw blurRad="57150" rotWithShape="0" algn="bl" dist="9525">
                        <a:schemeClr val="dk2">
                          <a:alpha val="73000"/>
                        </a:schemeClr>
                      </a:outerShdw>
                    </a:effectLst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324" name="Google Shape;324;p25"/>
                    <p:cNvSpPr/>
                    <p:nvPr/>
                  </p:nvSpPr>
                  <p:spPr>
                    <a:xfrm>
                      <a:off x="3168994" y="1778247"/>
                      <a:ext cx="80747" cy="97746"/>
                    </a:xfrm>
                    <a:custGeom>
                      <a:rect b="b" l="l" r="r" t="t"/>
                      <a:pathLst>
                        <a:path extrusionOk="0" h="1794" w="1482">
                          <a:moveTo>
                            <a:pt x="54" y="0"/>
                          </a:moveTo>
                          <a:cubicBezTo>
                            <a:pt x="27" y="0"/>
                            <a:pt x="1" y="27"/>
                            <a:pt x="1" y="54"/>
                          </a:cubicBezTo>
                          <a:cubicBezTo>
                            <a:pt x="1" y="81"/>
                            <a:pt x="27" y="107"/>
                            <a:pt x="54" y="107"/>
                          </a:cubicBezTo>
                          <a:cubicBezTo>
                            <a:pt x="63" y="107"/>
                            <a:pt x="81" y="99"/>
                            <a:pt x="90" y="90"/>
                          </a:cubicBezTo>
                          <a:lnTo>
                            <a:pt x="1410" y="1410"/>
                          </a:lnTo>
                          <a:lnTo>
                            <a:pt x="1410" y="1686"/>
                          </a:lnTo>
                          <a:cubicBezTo>
                            <a:pt x="1392" y="1695"/>
                            <a:pt x="1383" y="1704"/>
                            <a:pt x="1374" y="1713"/>
                          </a:cubicBezTo>
                          <a:cubicBezTo>
                            <a:pt x="1357" y="1740"/>
                            <a:pt x="1366" y="1776"/>
                            <a:pt x="1392" y="1785"/>
                          </a:cubicBezTo>
                          <a:cubicBezTo>
                            <a:pt x="1402" y="1791"/>
                            <a:pt x="1412" y="1794"/>
                            <a:pt x="1422" y="1794"/>
                          </a:cubicBezTo>
                          <a:cubicBezTo>
                            <a:pt x="1441" y="1794"/>
                            <a:pt x="1458" y="1784"/>
                            <a:pt x="1464" y="1767"/>
                          </a:cubicBezTo>
                          <a:cubicBezTo>
                            <a:pt x="1481" y="1740"/>
                            <a:pt x="1473" y="1704"/>
                            <a:pt x="1446" y="1695"/>
                          </a:cubicBezTo>
                          <a:cubicBezTo>
                            <a:pt x="1437" y="1695"/>
                            <a:pt x="1437" y="1686"/>
                            <a:pt x="1428" y="1686"/>
                          </a:cubicBezTo>
                          <a:lnTo>
                            <a:pt x="1428" y="1401"/>
                          </a:lnTo>
                          <a:lnTo>
                            <a:pt x="99" y="81"/>
                          </a:lnTo>
                          <a:cubicBezTo>
                            <a:pt x="108" y="72"/>
                            <a:pt x="108" y="63"/>
                            <a:pt x="108" y="54"/>
                          </a:cubicBezTo>
                          <a:cubicBezTo>
                            <a:pt x="108" y="27"/>
                            <a:pt x="81" y="0"/>
                            <a:pt x="54" y="0"/>
                          </a:cubicBezTo>
                          <a:close/>
                        </a:path>
                      </a:pathLst>
                    </a:custGeom>
                    <a:gradFill>
                      <a:gsLst>
                        <a:gs pos="0">
                          <a:schemeClr val="accent3">
                            <a:alpha val="70000"/>
                          </a:schemeClr>
                        </a:gs>
                        <a:gs pos="100000">
                          <a:schemeClr val="lt2">
                            <a:alpha val="70000"/>
                          </a:schemeClr>
                        </a:gs>
                      </a:gsLst>
                      <a:lin ang="5400012" scaled="0"/>
                    </a:gradFill>
                    <a:ln>
                      <a:noFill/>
                    </a:ln>
                    <a:effectLst>
                      <a:outerShdw blurRad="57150" rotWithShape="0" algn="bl" dist="9525">
                        <a:schemeClr val="dk2">
                          <a:alpha val="73000"/>
                        </a:schemeClr>
                      </a:outerShdw>
                    </a:effectLst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325" name="Google Shape;325;p25"/>
                    <p:cNvSpPr/>
                    <p:nvPr/>
                  </p:nvSpPr>
                  <p:spPr>
                    <a:xfrm>
                      <a:off x="3133523" y="1824724"/>
                      <a:ext cx="32637" cy="76933"/>
                    </a:xfrm>
                    <a:custGeom>
                      <a:rect b="b" l="l" r="r" t="t"/>
                      <a:pathLst>
                        <a:path extrusionOk="0" h="1412" w="599">
                          <a:moveTo>
                            <a:pt x="61" y="0"/>
                          </a:moveTo>
                          <a:cubicBezTo>
                            <a:pt x="41" y="0"/>
                            <a:pt x="23" y="11"/>
                            <a:pt x="9" y="31"/>
                          </a:cubicBezTo>
                          <a:cubicBezTo>
                            <a:pt x="0" y="57"/>
                            <a:pt x="9" y="93"/>
                            <a:pt x="36" y="102"/>
                          </a:cubicBezTo>
                          <a:cubicBezTo>
                            <a:pt x="45" y="106"/>
                            <a:pt x="54" y="109"/>
                            <a:pt x="63" y="109"/>
                          </a:cubicBezTo>
                          <a:cubicBezTo>
                            <a:pt x="72" y="109"/>
                            <a:pt x="81" y="106"/>
                            <a:pt x="90" y="102"/>
                          </a:cubicBezTo>
                          <a:lnTo>
                            <a:pt x="527" y="539"/>
                          </a:lnTo>
                          <a:lnTo>
                            <a:pt x="527" y="1306"/>
                          </a:lnTo>
                          <a:cubicBezTo>
                            <a:pt x="518" y="1306"/>
                            <a:pt x="500" y="1315"/>
                            <a:pt x="491" y="1333"/>
                          </a:cubicBezTo>
                          <a:cubicBezTo>
                            <a:pt x="482" y="1360"/>
                            <a:pt x="491" y="1396"/>
                            <a:pt x="518" y="1404"/>
                          </a:cubicBezTo>
                          <a:cubicBezTo>
                            <a:pt x="525" y="1409"/>
                            <a:pt x="533" y="1412"/>
                            <a:pt x="540" y="1412"/>
                          </a:cubicBezTo>
                          <a:cubicBezTo>
                            <a:pt x="559" y="1412"/>
                            <a:pt x="576" y="1397"/>
                            <a:pt x="589" y="1378"/>
                          </a:cubicBezTo>
                          <a:cubicBezTo>
                            <a:pt x="598" y="1351"/>
                            <a:pt x="589" y="1324"/>
                            <a:pt x="562" y="1306"/>
                          </a:cubicBezTo>
                          <a:lnTo>
                            <a:pt x="545" y="1306"/>
                          </a:lnTo>
                          <a:lnTo>
                            <a:pt x="545" y="530"/>
                          </a:lnTo>
                          <a:lnTo>
                            <a:pt x="107" y="84"/>
                          </a:lnTo>
                          <a:cubicBezTo>
                            <a:pt x="107" y="84"/>
                            <a:pt x="107" y="84"/>
                            <a:pt x="107" y="75"/>
                          </a:cubicBezTo>
                          <a:cubicBezTo>
                            <a:pt x="116" y="57"/>
                            <a:pt x="107" y="22"/>
                            <a:pt x="81" y="4"/>
                          </a:cubicBezTo>
                          <a:cubicBezTo>
                            <a:pt x="74" y="2"/>
                            <a:pt x="67" y="0"/>
                            <a:pt x="61" y="0"/>
                          </a:cubicBezTo>
                          <a:close/>
                        </a:path>
                      </a:pathLst>
                    </a:custGeom>
                    <a:gradFill>
                      <a:gsLst>
                        <a:gs pos="0">
                          <a:schemeClr val="accent3">
                            <a:alpha val="70000"/>
                          </a:schemeClr>
                        </a:gs>
                        <a:gs pos="100000">
                          <a:schemeClr val="lt2">
                            <a:alpha val="70000"/>
                          </a:schemeClr>
                        </a:gs>
                      </a:gsLst>
                      <a:lin ang="5400012" scaled="0"/>
                    </a:gradFill>
                    <a:ln>
                      <a:noFill/>
                    </a:ln>
                    <a:effectLst>
                      <a:outerShdw blurRad="57150" rotWithShape="0" algn="bl" dist="9525">
                        <a:schemeClr val="dk2">
                          <a:alpha val="73000"/>
                        </a:schemeClr>
                      </a:outerShdw>
                    </a:effectLst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326" name="Google Shape;326;p25"/>
                    <p:cNvSpPr/>
                    <p:nvPr/>
                  </p:nvSpPr>
                  <p:spPr>
                    <a:xfrm>
                      <a:off x="3198144" y="1643120"/>
                      <a:ext cx="48219" cy="19996"/>
                    </a:xfrm>
                    <a:custGeom>
                      <a:rect b="b" l="l" r="r" t="t"/>
                      <a:pathLst>
                        <a:path extrusionOk="0" h="367" w="885">
                          <a:moveTo>
                            <a:pt x="54" y="0"/>
                          </a:moveTo>
                          <a:cubicBezTo>
                            <a:pt x="19" y="0"/>
                            <a:pt x="1" y="27"/>
                            <a:pt x="1" y="54"/>
                          </a:cubicBezTo>
                          <a:cubicBezTo>
                            <a:pt x="1" y="81"/>
                            <a:pt x="19" y="107"/>
                            <a:pt x="54" y="107"/>
                          </a:cubicBezTo>
                          <a:cubicBezTo>
                            <a:pt x="81" y="107"/>
                            <a:pt x="99" y="90"/>
                            <a:pt x="108" y="63"/>
                          </a:cubicBezTo>
                          <a:lnTo>
                            <a:pt x="679" y="63"/>
                          </a:lnTo>
                          <a:lnTo>
                            <a:pt x="822" y="188"/>
                          </a:lnTo>
                          <a:lnTo>
                            <a:pt x="822" y="259"/>
                          </a:lnTo>
                          <a:cubicBezTo>
                            <a:pt x="804" y="268"/>
                            <a:pt x="777" y="286"/>
                            <a:pt x="777" y="313"/>
                          </a:cubicBezTo>
                          <a:cubicBezTo>
                            <a:pt x="777" y="339"/>
                            <a:pt x="804" y="366"/>
                            <a:pt x="831" y="366"/>
                          </a:cubicBezTo>
                          <a:cubicBezTo>
                            <a:pt x="866" y="366"/>
                            <a:pt x="884" y="339"/>
                            <a:pt x="884" y="313"/>
                          </a:cubicBezTo>
                          <a:cubicBezTo>
                            <a:pt x="884" y="286"/>
                            <a:pt x="866" y="268"/>
                            <a:pt x="839" y="259"/>
                          </a:cubicBezTo>
                          <a:lnTo>
                            <a:pt x="839" y="179"/>
                          </a:lnTo>
                          <a:lnTo>
                            <a:pt x="688" y="45"/>
                          </a:lnTo>
                          <a:lnTo>
                            <a:pt x="108" y="45"/>
                          </a:lnTo>
                          <a:cubicBezTo>
                            <a:pt x="99" y="18"/>
                            <a:pt x="81" y="0"/>
                            <a:pt x="54" y="0"/>
                          </a:cubicBezTo>
                          <a:close/>
                        </a:path>
                      </a:pathLst>
                    </a:custGeom>
                    <a:gradFill>
                      <a:gsLst>
                        <a:gs pos="0">
                          <a:schemeClr val="accent3">
                            <a:alpha val="70000"/>
                          </a:schemeClr>
                        </a:gs>
                        <a:gs pos="100000">
                          <a:schemeClr val="lt2">
                            <a:alpha val="70000"/>
                          </a:schemeClr>
                        </a:gs>
                      </a:gsLst>
                      <a:lin ang="5400012" scaled="0"/>
                    </a:gradFill>
                    <a:ln>
                      <a:noFill/>
                    </a:ln>
                    <a:effectLst>
                      <a:outerShdw blurRad="57150" rotWithShape="0" algn="bl" dist="9525">
                        <a:schemeClr val="dk2">
                          <a:alpha val="73000"/>
                        </a:schemeClr>
                      </a:outerShdw>
                    </a:effectLst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327" name="Google Shape;327;p25"/>
                    <p:cNvSpPr/>
                    <p:nvPr/>
                  </p:nvSpPr>
                  <p:spPr>
                    <a:xfrm>
                      <a:off x="3080997" y="1431167"/>
                      <a:ext cx="272752" cy="612030"/>
                    </a:xfrm>
                    <a:custGeom>
                      <a:rect b="b" l="l" r="r" t="t"/>
                      <a:pathLst>
                        <a:path extrusionOk="0" h="11233" w="5006">
                          <a:moveTo>
                            <a:pt x="1036" y="81"/>
                          </a:moveTo>
                          <a:cubicBezTo>
                            <a:pt x="1080" y="99"/>
                            <a:pt x="1125" y="108"/>
                            <a:pt x="1178" y="117"/>
                          </a:cubicBezTo>
                          <a:lnTo>
                            <a:pt x="1178" y="1259"/>
                          </a:lnTo>
                          <a:lnTo>
                            <a:pt x="1036" y="1259"/>
                          </a:lnTo>
                          <a:lnTo>
                            <a:pt x="1036" y="81"/>
                          </a:lnTo>
                          <a:close/>
                          <a:moveTo>
                            <a:pt x="1196" y="126"/>
                          </a:moveTo>
                          <a:cubicBezTo>
                            <a:pt x="1312" y="161"/>
                            <a:pt x="1428" y="197"/>
                            <a:pt x="1553" y="251"/>
                          </a:cubicBezTo>
                          <a:lnTo>
                            <a:pt x="1553" y="732"/>
                          </a:lnTo>
                          <a:lnTo>
                            <a:pt x="1339" y="946"/>
                          </a:lnTo>
                          <a:lnTo>
                            <a:pt x="1339" y="1259"/>
                          </a:lnTo>
                          <a:lnTo>
                            <a:pt x="1196" y="1259"/>
                          </a:lnTo>
                          <a:lnTo>
                            <a:pt x="1196" y="126"/>
                          </a:lnTo>
                          <a:close/>
                          <a:moveTo>
                            <a:pt x="777" y="37"/>
                          </a:moveTo>
                          <a:cubicBezTo>
                            <a:pt x="848" y="45"/>
                            <a:pt x="929" y="63"/>
                            <a:pt x="1018" y="81"/>
                          </a:cubicBezTo>
                          <a:lnTo>
                            <a:pt x="1018" y="1259"/>
                          </a:lnTo>
                          <a:lnTo>
                            <a:pt x="857" y="1259"/>
                          </a:lnTo>
                          <a:cubicBezTo>
                            <a:pt x="857" y="1259"/>
                            <a:pt x="848" y="1268"/>
                            <a:pt x="848" y="1268"/>
                          </a:cubicBezTo>
                          <a:lnTo>
                            <a:pt x="848" y="946"/>
                          </a:lnTo>
                          <a:lnTo>
                            <a:pt x="839" y="938"/>
                          </a:lnTo>
                          <a:lnTo>
                            <a:pt x="643" y="715"/>
                          </a:lnTo>
                          <a:lnTo>
                            <a:pt x="643" y="63"/>
                          </a:lnTo>
                          <a:lnTo>
                            <a:pt x="625" y="63"/>
                          </a:lnTo>
                          <a:lnTo>
                            <a:pt x="625" y="723"/>
                          </a:lnTo>
                          <a:lnTo>
                            <a:pt x="831" y="946"/>
                          </a:lnTo>
                          <a:lnTo>
                            <a:pt x="831" y="1268"/>
                          </a:lnTo>
                          <a:lnTo>
                            <a:pt x="839" y="1268"/>
                          </a:lnTo>
                          <a:cubicBezTo>
                            <a:pt x="795" y="1268"/>
                            <a:pt x="750" y="1303"/>
                            <a:pt x="723" y="1339"/>
                          </a:cubicBezTo>
                          <a:lnTo>
                            <a:pt x="723" y="1330"/>
                          </a:lnTo>
                          <a:lnTo>
                            <a:pt x="358" y="1330"/>
                          </a:lnTo>
                          <a:lnTo>
                            <a:pt x="260" y="1241"/>
                          </a:lnTo>
                          <a:lnTo>
                            <a:pt x="37" y="1241"/>
                          </a:lnTo>
                          <a:lnTo>
                            <a:pt x="37" y="607"/>
                          </a:lnTo>
                          <a:cubicBezTo>
                            <a:pt x="54" y="572"/>
                            <a:pt x="224" y="260"/>
                            <a:pt x="313" y="188"/>
                          </a:cubicBezTo>
                          <a:cubicBezTo>
                            <a:pt x="411" y="117"/>
                            <a:pt x="634" y="37"/>
                            <a:pt x="750" y="37"/>
                          </a:cubicBezTo>
                          <a:close/>
                          <a:moveTo>
                            <a:pt x="1571" y="251"/>
                          </a:moveTo>
                          <a:cubicBezTo>
                            <a:pt x="1919" y="393"/>
                            <a:pt x="2249" y="572"/>
                            <a:pt x="2401" y="768"/>
                          </a:cubicBezTo>
                          <a:cubicBezTo>
                            <a:pt x="2463" y="839"/>
                            <a:pt x="2508" y="946"/>
                            <a:pt x="2552" y="1071"/>
                          </a:cubicBezTo>
                          <a:lnTo>
                            <a:pt x="2053" y="1071"/>
                          </a:lnTo>
                          <a:lnTo>
                            <a:pt x="1794" y="1330"/>
                          </a:lnTo>
                          <a:lnTo>
                            <a:pt x="1482" y="1330"/>
                          </a:lnTo>
                          <a:lnTo>
                            <a:pt x="1482" y="1339"/>
                          </a:lnTo>
                          <a:cubicBezTo>
                            <a:pt x="1455" y="1294"/>
                            <a:pt x="1401" y="1259"/>
                            <a:pt x="1348" y="1259"/>
                          </a:cubicBezTo>
                          <a:lnTo>
                            <a:pt x="1357" y="1259"/>
                          </a:lnTo>
                          <a:lnTo>
                            <a:pt x="1357" y="955"/>
                          </a:lnTo>
                          <a:lnTo>
                            <a:pt x="1571" y="732"/>
                          </a:lnTo>
                          <a:lnTo>
                            <a:pt x="1571" y="251"/>
                          </a:lnTo>
                          <a:close/>
                          <a:moveTo>
                            <a:pt x="2561" y="1089"/>
                          </a:moveTo>
                          <a:cubicBezTo>
                            <a:pt x="2579" y="1143"/>
                            <a:pt x="2597" y="1196"/>
                            <a:pt x="2615" y="1250"/>
                          </a:cubicBezTo>
                          <a:lnTo>
                            <a:pt x="2062" y="1250"/>
                          </a:lnTo>
                          <a:lnTo>
                            <a:pt x="1803" y="1491"/>
                          </a:lnTo>
                          <a:lnTo>
                            <a:pt x="1500" y="1491"/>
                          </a:lnTo>
                          <a:lnTo>
                            <a:pt x="1500" y="1419"/>
                          </a:lnTo>
                          <a:cubicBezTo>
                            <a:pt x="1500" y="1393"/>
                            <a:pt x="1491" y="1366"/>
                            <a:pt x="1482" y="1348"/>
                          </a:cubicBezTo>
                          <a:lnTo>
                            <a:pt x="1803" y="1348"/>
                          </a:lnTo>
                          <a:lnTo>
                            <a:pt x="2062" y="1089"/>
                          </a:lnTo>
                          <a:close/>
                          <a:moveTo>
                            <a:pt x="251" y="1259"/>
                          </a:moveTo>
                          <a:lnTo>
                            <a:pt x="349" y="1348"/>
                          </a:lnTo>
                          <a:lnTo>
                            <a:pt x="723" y="1348"/>
                          </a:lnTo>
                          <a:cubicBezTo>
                            <a:pt x="715" y="1366"/>
                            <a:pt x="706" y="1393"/>
                            <a:pt x="706" y="1419"/>
                          </a:cubicBezTo>
                          <a:lnTo>
                            <a:pt x="706" y="1526"/>
                          </a:lnTo>
                          <a:lnTo>
                            <a:pt x="37" y="1526"/>
                          </a:lnTo>
                          <a:lnTo>
                            <a:pt x="37" y="1259"/>
                          </a:lnTo>
                          <a:close/>
                          <a:moveTo>
                            <a:pt x="2615" y="1268"/>
                          </a:moveTo>
                          <a:cubicBezTo>
                            <a:pt x="2633" y="1303"/>
                            <a:pt x="2642" y="1348"/>
                            <a:pt x="2650" y="1384"/>
                          </a:cubicBezTo>
                          <a:cubicBezTo>
                            <a:pt x="2677" y="1473"/>
                            <a:pt x="2704" y="1571"/>
                            <a:pt x="2740" y="1651"/>
                          </a:cubicBezTo>
                          <a:lnTo>
                            <a:pt x="1500" y="1651"/>
                          </a:lnTo>
                          <a:lnTo>
                            <a:pt x="1500" y="1508"/>
                          </a:lnTo>
                          <a:lnTo>
                            <a:pt x="1812" y="1508"/>
                          </a:lnTo>
                          <a:lnTo>
                            <a:pt x="2062" y="1268"/>
                          </a:lnTo>
                          <a:close/>
                          <a:moveTo>
                            <a:pt x="706" y="1544"/>
                          </a:moveTo>
                          <a:lnTo>
                            <a:pt x="706" y="1687"/>
                          </a:lnTo>
                          <a:lnTo>
                            <a:pt x="37" y="1687"/>
                          </a:lnTo>
                          <a:lnTo>
                            <a:pt x="37" y="1544"/>
                          </a:lnTo>
                          <a:close/>
                          <a:moveTo>
                            <a:pt x="2740" y="1669"/>
                          </a:moveTo>
                          <a:cubicBezTo>
                            <a:pt x="2757" y="1714"/>
                            <a:pt x="2775" y="1758"/>
                            <a:pt x="2793" y="1803"/>
                          </a:cubicBezTo>
                          <a:lnTo>
                            <a:pt x="1500" y="1803"/>
                          </a:lnTo>
                          <a:lnTo>
                            <a:pt x="1500" y="1669"/>
                          </a:lnTo>
                          <a:close/>
                          <a:moveTo>
                            <a:pt x="706" y="1705"/>
                          </a:moveTo>
                          <a:lnTo>
                            <a:pt x="706" y="1839"/>
                          </a:lnTo>
                          <a:lnTo>
                            <a:pt x="384" y="1839"/>
                          </a:lnTo>
                          <a:lnTo>
                            <a:pt x="277" y="1928"/>
                          </a:lnTo>
                          <a:lnTo>
                            <a:pt x="37" y="1928"/>
                          </a:lnTo>
                          <a:lnTo>
                            <a:pt x="37" y="1705"/>
                          </a:lnTo>
                          <a:close/>
                          <a:moveTo>
                            <a:pt x="2802" y="1821"/>
                          </a:moveTo>
                          <a:cubicBezTo>
                            <a:pt x="2820" y="1865"/>
                            <a:pt x="2847" y="1910"/>
                            <a:pt x="2873" y="1955"/>
                          </a:cubicBezTo>
                          <a:cubicBezTo>
                            <a:pt x="2891" y="1981"/>
                            <a:pt x="2945" y="2035"/>
                            <a:pt x="2989" y="2070"/>
                          </a:cubicBezTo>
                          <a:lnTo>
                            <a:pt x="1937" y="2070"/>
                          </a:lnTo>
                          <a:lnTo>
                            <a:pt x="1767" y="1928"/>
                          </a:lnTo>
                          <a:lnTo>
                            <a:pt x="1500" y="1928"/>
                          </a:lnTo>
                          <a:lnTo>
                            <a:pt x="1500" y="1946"/>
                          </a:lnTo>
                          <a:lnTo>
                            <a:pt x="1758" y="1946"/>
                          </a:lnTo>
                          <a:lnTo>
                            <a:pt x="1928" y="2088"/>
                          </a:lnTo>
                          <a:lnTo>
                            <a:pt x="3016" y="2088"/>
                          </a:lnTo>
                          <a:cubicBezTo>
                            <a:pt x="3043" y="2115"/>
                            <a:pt x="3070" y="2133"/>
                            <a:pt x="3070" y="2142"/>
                          </a:cubicBezTo>
                          <a:cubicBezTo>
                            <a:pt x="3079" y="2142"/>
                            <a:pt x="3114" y="2160"/>
                            <a:pt x="3168" y="2204"/>
                          </a:cubicBezTo>
                          <a:lnTo>
                            <a:pt x="2249" y="2204"/>
                          </a:lnTo>
                          <a:cubicBezTo>
                            <a:pt x="2240" y="2169"/>
                            <a:pt x="2222" y="2151"/>
                            <a:pt x="2187" y="2151"/>
                          </a:cubicBezTo>
                          <a:cubicBezTo>
                            <a:pt x="2151" y="2151"/>
                            <a:pt x="2124" y="2178"/>
                            <a:pt x="2124" y="2213"/>
                          </a:cubicBezTo>
                          <a:cubicBezTo>
                            <a:pt x="2124" y="2240"/>
                            <a:pt x="2151" y="2267"/>
                            <a:pt x="2187" y="2267"/>
                          </a:cubicBezTo>
                          <a:cubicBezTo>
                            <a:pt x="2222" y="2267"/>
                            <a:pt x="2240" y="2249"/>
                            <a:pt x="2249" y="2222"/>
                          </a:cubicBezTo>
                          <a:lnTo>
                            <a:pt x="3195" y="2222"/>
                          </a:lnTo>
                          <a:cubicBezTo>
                            <a:pt x="3266" y="2267"/>
                            <a:pt x="3364" y="2338"/>
                            <a:pt x="3471" y="2409"/>
                          </a:cubicBezTo>
                          <a:lnTo>
                            <a:pt x="2909" y="2409"/>
                          </a:lnTo>
                          <a:lnTo>
                            <a:pt x="2749" y="2294"/>
                          </a:lnTo>
                          <a:lnTo>
                            <a:pt x="2392" y="2294"/>
                          </a:lnTo>
                          <a:cubicBezTo>
                            <a:pt x="2392" y="2267"/>
                            <a:pt x="2374" y="2249"/>
                            <a:pt x="2347" y="2249"/>
                          </a:cubicBezTo>
                          <a:cubicBezTo>
                            <a:pt x="2311" y="2249"/>
                            <a:pt x="2294" y="2267"/>
                            <a:pt x="2294" y="2302"/>
                          </a:cubicBezTo>
                          <a:cubicBezTo>
                            <a:pt x="2294" y="2329"/>
                            <a:pt x="2311" y="2356"/>
                            <a:pt x="2347" y="2356"/>
                          </a:cubicBezTo>
                          <a:cubicBezTo>
                            <a:pt x="2374" y="2356"/>
                            <a:pt x="2392" y="2338"/>
                            <a:pt x="2392" y="2311"/>
                          </a:cubicBezTo>
                          <a:lnTo>
                            <a:pt x="2740" y="2311"/>
                          </a:lnTo>
                          <a:lnTo>
                            <a:pt x="2909" y="2427"/>
                          </a:lnTo>
                          <a:lnTo>
                            <a:pt x="3498" y="2427"/>
                          </a:lnTo>
                          <a:cubicBezTo>
                            <a:pt x="3569" y="2481"/>
                            <a:pt x="3650" y="2534"/>
                            <a:pt x="3721" y="2588"/>
                          </a:cubicBezTo>
                          <a:lnTo>
                            <a:pt x="3418" y="2588"/>
                          </a:lnTo>
                          <a:lnTo>
                            <a:pt x="3123" y="2882"/>
                          </a:lnTo>
                          <a:cubicBezTo>
                            <a:pt x="3114" y="2873"/>
                            <a:pt x="3105" y="2873"/>
                            <a:pt x="3096" y="2873"/>
                          </a:cubicBezTo>
                          <a:cubicBezTo>
                            <a:pt x="3061" y="2873"/>
                            <a:pt x="3043" y="2891"/>
                            <a:pt x="3043" y="2927"/>
                          </a:cubicBezTo>
                          <a:cubicBezTo>
                            <a:pt x="3043" y="2954"/>
                            <a:pt x="3061" y="2980"/>
                            <a:pt x="3096" y="2980"/>
                          </a:cubicBezTo>
                          <a:cubicBezTo>
                            <a:pt x="3123" y="2980"/>
                            <a:pt x="3150" y="2954"/>
                            <a:pt x="3150" y="2927"/>
                          </a:cubicBezTo>
                          <a:cubicBezTo>
                            <a:pt x="3150" y="2909"/>
                            <a:pt x="3141" y="2900"/>
                            <a:pt x="3141" y="2891"/>
                          </a:cubicBezTo>
                          <a:lnTo>
                            <a:pt x="3427" y="2615"/>
                          </a:lnTo>
                          <a:lnTo>
                            <a:pt x="3748" y="2615"/>
                          </a:lnTo>
                          <a:cubicBezTo>
                            <a:pt x="3792" y="2641"/>
                            <a:pt x="3837" y="2677"/>
                            <a:pt x="3882" y="2713"/>
                          </a:cubicBezTo>
                          <a:lnTo>
                            <a:pt x="3623" y="2713"/>
                          </a:lnTo>
                          <a:lnTo>
                            <a:pt x="3302" y="3025"/>
                          </a:lnTo>
                          <a:cubicBezTo>
                            <a:pt x="3293" y="3025"/>
                            <a:pt x="3284" y="3016"/>
                            <a:pt x="3275" y="3016"/>
                          </a:cubicBezTo>
                          <a:cubicBezTo>
                            <a:pt x="3239" y="3016"/>
                            <a:pt x="3221" y="3043"/>
                            <a:pt x="3221" y="3070"/>
                          </a:cubicBezTo>
                          <a:cubicBezTo>
                            <a:pt x="3221" y="3105"/>
                            <a:pt x="3239" y="3123"/>
                            <a:pt x="3275" y="3123"/>
                          </a:cubicBezTo>
                          <a:cubicBezTo>
                            <a:pt x="3302" y="3123"/>
                            <a:pt x="3328" y="3105"/>
                            <a:pt x="3328" y="3070"/>
                          </a:cubicBezTo>
                          <a:cubicBezTo>
                            <a:pt x="3328" y="3061"/>
                            <a:pt x="3320" y="3052"/>
                            <a:pt x="3311" y="3043"/>
                          </a:cubicBezTo>
                          <a:lnTo>
                            <a:pt x="3632" y="2731"/>
                          </a:lnTo>
                          <a:lnTo>
                            <a:pt x="3899" y="2731"/>
                          </a:lnTo>
                          <a:cubicBezTo>
                            <a:pt x="3971" y="2784"/>
                            <a:pt x="4033" y="2838"/>
                            <a:pt x="4078" y="2891"/>
                          </a:cubicBezTo>
                          <a:lnTo>
                            <a:pt x="3801" y="2891"/>
                          </a:lnTo>
                          <a:lnTo>
                            <a:pt x="3498" y="3177"/>
                          </a:lnTo>
                          <a:cubicBezTo>
                            <a:pt x="3489" y="3177"/>
                            <a:pt x="3480" y="3168"/>
                            <a:pt x="3471" y="3168"/>
                          </a:cubicBezTo>
                          <a:cubicBezTo>
                            <a:pt x="3444" y="3168"/>
                            <a:pt x="3418" y="3195"/>
                            <a:pt x="3418" y="3221"/>
                          </a:cubicBezTo>
                          <a:cubicBezTo>
                            <a:pt x="3418" y="3248"/>
                            <a:pt x="3444" y="3275"/>
                            <a:pt x="3471" y="3275"/>
                          </a:cubicBezTo>
                          <a:cubicBezTo>
                            <a:pt x="3498" y="3275"/>
                            <a:pt x="3525" y="3248"/>
                            <a:pt x="3525" y="3221"/>
                          </a:cubicBezTo>
                          <a:cubicBezTo>
                            <a:pt x="3525" y="3212"/>
                            <a:pt x="3516" y="3195"/>
                            <a:pt x="3516" y="3186"/>
                          </a:cubicBezTo>
                          <a:lnTo>
                            <a:pt x="3810" y="2909"/>
                          </a:lnTo>
                          <a:lnTo>
                            <a:pt x="4096" y="2909"/>
                          </a:lnTo>
                          <a:cubicBezTo>
                            <a:pt x="4122" y="2927"/>
                            <a:pt x="4140" y="2945"/>
                            <a:pt x="4149" y="2972"/>
                          </a:cubicBezTo>
                          <a:cubicBezTo>
                            <a:pt x="4176" y="2998"/>
                            <a:pt x="4194" y="3025"/>
                            <a:pt x="4212" y="3052"/>
                          </a:cubicBezTo>
                          <a:lnTo>
                            <a:pt x="3623" y="3605"/>
                          </a:lnTo>
                          <a:lnTo>
                            <a:pt x="3623" y="4470"/>
                          </a:lnTo>
                          <a:lnTo>
                            <a:pt x="3382" y="4470"/>
                          </a:lnTo>
                          <a:lnTo>
                            <a:pt x="3382" y="3944"/>
                          </a:lnTo>
                          <a:lnTo>
                            <a:pt x="3373" y="3935"/>
                          </a:lnTo>
                          <a:lnTo>
                            <a:pt x="3061" y="3641"/>
                          </a:lnTo>
                          <a:lnTo>
                            <a:pt x="2204" y="3641"/>
                          </a:lnTo>
                          <a:lnTo>
                            <a:pt x="1401" y="2802"/>
                          </a:lnTo>
                          <a:lnTo>
                            <a:pt x="1401" y="2053"/>
                          </a:lnTo>
                          <a:lnTo>
                            <a:pt x="1393" y="2053"/>
                          </a:lnTo>
                          <a:cubicBezTo>
                            <a:pt x="1455" y="2035"/>
                            <a:pt x="1500" y="1972"/>
                            <a:pt x="1500" y="1901"/>
                          </a:cubicBezTo>
                          <a:lnTo>
                            <a:pt x="1500" y="1821"/>
                          </a:lnTo>
                          <a:close/>
                          <a:moveTo>
                            <a:pt x="4229" y="3070"/>
                          </a:moveTo>
                          <a:cubicBezTo>
                            <a:pt x="4292" y="3168"/>
                            <a:pt x="4354" y="3275"/>
                            <a:pt x="4417" y="3400"/>
                          </a:cubicBezTo>
                          <a:lnTo>
                            <a:pt x="3837" y="3926"/>
                          </a:lnTo>
                          <a:lnTo>
                            <a:pt x="3837" y="4470"/>
                          </a:lnTo>
                          <a:lnTo>
                            <a:pt x="3864" y="4470"/>
                          </a:lnTo>
                          <a:lnTo>
                            <a:pt x="3864" y="3935"/>
                          </a:lnTo>
                          <a:lnTo>
                            <a:pt x="4426" y="3418"/>
                          </a:lnTo>
                          <a:cubicBezTo>
                            <a:pt x="4461" y="3471"/>
                            <a:pt x="4488" y="3534"/>
                            <a:pt x="4515" y="3596"/>
                          </a:cubicBezTo>
                          <a:lnTo>
                            <a:pt x="4176" y="3899"/>
                          </a:lnTo>
                          <a:lnTo>
                            <a:pt x="4176" y="4113"/>
                          </a:lnTo>
                          <a:cubicBezTo>
                            <a:pt x="4149" y="4122"/>
                            <a:pt x="4131" y="4140"/>
                            <a:pt x="4131" y="4167"/>
                          </a:cubicBezTo>
                          <a:cubicBezTo>
                            <a:pt x="4131" y="4194"/>
                            <a:pt x="4149" y="4220"/>
                            <a:pt x="4185" y="4220"/>
                          </a:cubicBezTo>
                          <a:cubicBezTo>
                            <a:pt x="4212" y="4220"/>
                            <a:pt x="4238" y="4194"/>
                            <a:pt x="4238" y="4167"/>
                          </a:cubicBezTo>
                          <a:cubicBezTo>
                            <a:pt x="4238" y="4140"/>
                            <a:pt x="4221" y="4122"/>
                            <a:pt x="4194" y="4113"/>
                          </a:cubicBezTo>
                          <a:lnTo>
                            <a:pt x="4194" y="3908"/>
                          </a:lnTo>
                          <a:lnTo>
                            <a:pt x="4524" y="3605"/>
                          </a:lnTo>
                          <a:cubicBezTo>
                            <a:pt x="4676" y="3917"/>
                            <a:pt x="4800" y="4256"/>
                            <a:pt x="4872" y="4533"/>
                          </a:cubicBezTo>
                          <a:lnTo>
                            <a:pt x="4658" y="4533"/>
                          </a:lnTo>
                          <a:lnTo>
                            <a:pt x="4577" y="4658"/>
                          </a:lnTo>
                          <a:lnTo>
                            <a:pt x="4051" y="4658"/>
                          </a:lnTo>
                          <a:lnTo>
                            <a:pt x="4051" y="4675"/>
                          </a:lnTo>
                          <a:lnTo>
                            <a:pt x="4595" y="4675"/>
                          </a:lnTo>
                          <a:lnTo>
                            <a:pt x="4667" y="4551"/>
                          </a:lnTo>
                          <a:lnTo>
                            <a:pt x="4881" y="4551"/>
                          </a:lnTo>
                          <a:cubicBezTo>
                            <a:pt x="4899" y="4613"/>
                            <a:pt x="4916" y="4675"/>
                            <a:pt x="4925" y="4738"/>
                          </a:cubicBezTo>
                          <a:cubicBezTo>
                            <a:pt x="4925" y="4782"/>
                            <a:pt x="4934" y="4827"/>
                            <a:pt x="4934" y="4881"/>
                          </a:cubicBezTo>
                          <a:lnTo>
                            <a:pt x="4051" y="4881"/>
                          </a:lnTo>
                          <a:lnTo>
                            <a:pt x="4051" y="4693"/>
                          </a:lnTo>
                          <a:cubicBezTo>
                            <a:pt x="4051" y="4568"/>
                            <a:pt x="3953" y="4470"/>
                            <a:pt x="3837" y="4470"/>
                          </a:cubicBezTo>
                          <a:lnTo>
                            <a:pt x="3641" y="4470"/>
                          </a:lnTo>
                          <a:lnTo>
                            <a:pt x="3641" y="3614"/>
                          </a:lnTo>
                          <a:lnTo>
                            <a:pt x="4229" y="3070"/>
                          </a:lnTo>
                          <a:close/>
                          <a:moveTo>
                            <a:pt x="804" y="2053"/>
                          </a:moveTo>
                          <a:lnTo>
                            <a:pt x="804" y="2811"/>
                          </a:lnTo>
                          <a:lnTo>
                            <a:pt x="1660" y="3658"/>
                          </a:lnTo>
                          <a:lnTo>
                            <a:pt x="1660" y="4533"/>
                          </a:lnTo>
                          <a:lnTo>
                            <a:pt x="1303" y="4881"/>
                          </a:lnTo>
                          <a:lnTo>
                            <a:pt x="866" y="4881"/>
                          </a:lnTo>
                          <a:lnTo>
                            <a:pt x="866" y="4898"/>
                          </a:lnTo>
                          <a:lnTo>
                            <a:pt x="1312" y="4898"/>
                          </a:lnTo>
                          <a:lnTo>
                            <a:pt x="1321" y="4890"/>
                          </a:lnTo>
                          <a:lnTo>
                            <a:pt x="1678" y="4542"/>
                          </a:lnTo>
                          <a:lnTo>
                            <a:pt x="1678" y="3650"/>
                          </a:lnTo>
                          <a:lnTo>
                            <a:pt x="822" y="2802"/>
                          </a:lnTo>
                          <a:lnTo>
                            <a:pt x="822" y="2053"/>
                          </a:lnTo>
                          <a:close/>
                          <a:moveTo>
                            <a:pt x="4943" y="4898"/>
                          </a:moveTo>
                          <a:cubicBezTo>
                            <a:pt x="4943" y="4970"/>
                            <a:pt x="4952" y="5050"/>
                            <a:pt x="4952" y="5130"/>
                          </a:cubicBezTo>
                          <a:lnTo>
                            <a:pt x="4051" y="5130"/>
                          </a:lnTo>
                          <a:lnTo>
                            <a:pt x="4051" y="4898"/>
                          </a:lnTo>
                          <a:close/>
                          <a:moveTo>
                            <a:pt x="4952" y="5148"/>
                          </a:moveTo>
                          <a:cubicBezTo>
                            <a:pt x="4952" y="5255"/>
                            <a:pt x="4952" y="5371"/>
                            <a:pt x="4952" y="5478"/>
                          </a:cubicBezTo>
                          <a:lnTo>
                            <a:pt x="4720" y="5478"/>
                          </a:lnTo>
                          <a:lnTo>
                            <a:pt x="4613" y="5362"/>
                          </a:lnTo>
                          <a:lnTo>
                            <a:pt x="4051" y="5362"/>
                          </a:lnTo>
                          <a:lnTo>
                            <a:pt x="4051" y="5148"/>
                          </a:lnTo>
                          <a:close/>
                          <a:moveTo>
                            <a:pt x="4051" y="5371"/>
                          </a:moveTo>
                          <a:lnTo>
                            <a:pt x="4051" y="5380"/>
                          </a:lnTo>
                          <a:lnTo>
                            <a:pt x="4604" y="5380"/>
                          </a:lnTo>
                          <a:lnTo>
                            <a:pt x="4711" y="5496"/>
                          </a:lnTo>
                          <a:lnTo>
                            <a:pt x="4952" y="5496"/>
                          </a:lnTo>
                          <a:cubicBezTo>
                            <a:pt x="4952" y="5559"/>
                            <a:pt x="4943" y="5621"/>
                            <a:pt x="4943" y="5675"/>
                          </a:cubicBezTo>
                          <a:lnTo>
                            <a:pt x="4765" y="5675"/>
                          </a:lnTo>
                          <a:lnTo>
                            <a:pt x="4693" y="5612"/>
                          </a:lnTo>
                          <a:cubicBezTo>
                            <a:pt x="4693" y="5612"/>
                            <a:pt x="4702" y="5612"/>
                            <a:pt x="4702" y="5603"/>
                          </a:cubicBezTo>
                          <a:cubicBezTo>
                            <a:pt x="4711" y="5585"/>
                            <a:pt x="4702" y="5550"/>
                            <a:pt x="4676" y="5532"/>
                          </a:cubicBezTo>
                          <a:cubicBezTo>
                            <a:pt x="4669" y="5530"/>
                            <a:pt x="4662" y="5528"/>
                            <a:pt x="4654" y="5528"/>
                          </a:cubicBezTo>
                          <a:cubicBezTo>
                            <a:pt x="4633" y="5528"/>
                            <a:pt x="4611" y="5539"/>
                            <a:pt x="4604" y="5559"/>
                          </a:cubicBezTo>
                          <a:cubicBezTo>
                            <a:pt x="4586" y="5585"/>
                            <a:pt x="4604" y="5621"/>
                            <a:pt x="4631" y="5630"/>
                          </a:cubicBezTo>
                          <a:cubicBezTo>
                            <a:pt x="4638" y="5634"/>
                            <a:pt x="4646" y="5636"/>
                            <a:pt x="4653" y="5636"/>
                          </a:cubicBezTo>
                          <a:cubicBezTo>
                            <a:pt x="4664" y="5636"/>
                            <a:pt x="4674" y="5632"/>
                            <a:pt x="4684" y="5621"/>
                          </a:cubicBezTo>
                          <a:lnTo>
                            <a:pt x="4765" y="5692"/>
                          </a:lnTo>
                          <a:lnTo>
                            <a:pt x="4943" y="5692"/>
                          </a:lnTo>
                          <a:cubicBezTo>
                            <a:pt x="4943" y="5737"/>
                            <a:pt x="4934" y="5773"/>
                            <a:pt x="4934" y="5817"/>
                          </a:cubicBezTo>
                          <a:lnTo>
                            <a:pt x="4649" y="5817"/>
                          </a:lnTo>
                          <a:lnTo>
                            <a:pt x="4568" y="5728"/>
                          </a:lnTo>
                          <a:cubicBezTo>
                            <a:pt x="4568" y="5728"/>
                            <a:pt x="4568" y="5728"/>
                            <a:pt x="4577" y="5719"/>
                          </a:cubicBezTo>
                          <a:cubicBezTo>
                            <a:pt x="4586" y="5692"/>
                            <a:pt x="4577" y="5666"/>
                            <a:pt x="4551" y="5648"/>
                          </a:cubicBezTo>
                          <a:cubicBezTo>
                            <a:pt x="4544" y="5646"/>
                            <a:pt x="4537" y="5644"/>
                            <a:pt x="4529" y="5644"/>
                          </a:cubicBezTo>
                          <a:cubicBezTo>
                            <a:pt x="4508" y="5644"/>
                            <a:pt x="4486" y="5655"/>
                            <a:pt x="4479" y="5675"/>
                          </a:cubicBezTo>
                          <a:cubicBezTo>
                            <a:pt x="4461" y="5701"/>
                            <a:pt x="4479" y="5737"/>
                            <a:pt x="4497" y="5746"/>
                          </a:cubicBezTo>
                          <a:cubicBezTo>
                            <a:pt x="4510" y="5750"/>
                            <a:pt x="4522" y="5753"/>
                            <a:pt x="4532" y="5753"/>
                          </a:cubicBezTo>
                          <a:cubicBezTo>
                            <a:pt x="4542" y="5753"/>
                            <a:pt x="4551" y="5750"/>
                            <a:pt x="4560" y="5746"/>
                          </a:cubicBezTo>
                          <a:lnTo>
                            <a:pt x="4640" y="5835"/>
                          </a:lnTo>
                          <a:lnTo>
                            <a:pt x="4934" y="5835"/>
                          </a:lnTo>
                          <a:cubicBezTo>
                            <a:pt x="4925" y="5862"/>
                            <a:pt x="4925" y="5898"/>
                            <a:pt x="4916" y="5924"/>
                          </a:cubicBezTo>
                          <a:lnTo>
                            <a:pt x="4542" y="5924"/>
                          </a:lnTo>
                          <a:lnTo>
                            <a:pt x="4461" y="5853"/>
                          </a:lnTo>
                          <a:cubicBezTo>
                            <a:pt x="4479" y="5826"/>
                            <a:pt x="4461" y="5791"/>
                            <a:pt x="4435" y="5782"/>
                          </a:cubicBezTo>
                          <a:cubicBezTo>
                            <a:pt x="4427" y="5777"/>
                            <a:pt x="4420" y="5774"/>
                            <a:pt x="4412" y="5774"/>
                          </a:cubicBezTo>
                          <a:cubicBezTo>
                            <a:pt x="4394" y="5774"/>
                            <a:pt x="4376" y="5789"/>
                            <a:pt x="4363" y="5808"/>
                          </a:cubicBezTo>
                          <a:cubicBezTo>
                            <a:pt x="4354" y="5835"/>
                            <a:pt x="4363" y="5862"/>
                            <a:pt x="4390" y="5880"/>
                          </a:cubicBezTo>
                          <a:cubicBezTo>
                            <a:pt x="4395" y="5882"/>
                            <a:pt x="4401" y="5883"/>
                            <a:pt x="4408" y="5883"/>
                          </a:cubicBezTo>
                          <a:cubicBezTo>
                            <a:pt x="4423" y="5883"/>
                            <a:pt x="4440" y="5877"/>
                            <a:pt x="4452" y="5871"/>
                          </a:cubicBezTo>
                          <a:lnTo>
                            <a:pt x="4533" y="5942"/>
                          </a:lnTo>
                          <a:lnTo>
                            <a:pt x="4916" y="5942"/>
                          </a:lnTo>
                          <a:cubicBezTo>
                            <a:pt x="4916" y="5960"/>
                            <a:pt x="4907" y="5978"/>
                            <a:pt x="4907" y="6005"/>
                          </a:cubicBezTo>
                          <a:cubicBezTo>
                            <a:pt x="4899" y="6022"/>
                            <a:pt x="4899" y="6049"/>
                            <a:pt x="4890" y="6067"/>
                          </a:cubicBezTo>
                          <a:lnTo>
                            <a:pt x="4328" y="6067"/>
                          </a:lnTo>
                          <a:lnTo>
                            <a:pt x="4221" y="5969"/>
                          </a:lnTo>
                          <a:cubicBezTo>
                            <a:pt x="4229" y="5960"/>
                            <a:pt x="4229" y="5960"/>
                            <a:pt x="4229" y="5960"/>
                          </a:cubicBezTo>
                          <a:cubicBezTo>
                            <a:pt x="4247" y="5933"/>
                            <a:pt x="4229" y="5898"/>
                            <a:pt x="4203" y="5889"/>
                          </a:cubicBezTo>
                          <a:cubicBezTo>
                            <a:pt x="4193" y="5882"/>
                            <a:pt x="4184" y="5879"/>
                            <a:pt x="4175" y="5879"/>
                          </a:cubicBezTo>
                          <a:cubicBezTo>
                            <a:pt x="4158" y="5879"/>
                            <a:pt x="4143" y="5889"/>
                            <a:pt x="4131" y="5907"/>
                          </a:cubicBezTo>
                          <a:cubicBezTo>
                            <a:pt x="4122" y="5933"/>
                            <a:pt x="4131" y="5969"/>
                            <a:pt x="4158" y="5978"/>
                          </a:cubicBezTo>
                          <a:cubicBezTo>
                            <a:pt x="4167" y="5982"/>
                            <a:pt x="4176" y="5985"/>
                            <a:pt x="4185" y="5985"/>
                          </a:cubicBezTo>
                          <a:cubicBezTo>
                            <a:pt x="4194" y="5985"/>
                            <a:pt x="4203" y="5982"/>
                            <a:pt x="4212" y="5978"/>
                          </a:cubicBezTo>
                          <a:lnTo>
                            <a:pt x="4319" y="6085"/>
                          </a:lnTo>
                          <a:lnTo>
                            <a:pt x="4890" y="6085"/>
                          </a:lnTo>
                          <a:cubicBezTo>
                            <a:pt x="4881" y="6121"/>
                            <a:pt x="4863" y="6156"/>
                            <a:pt x="4854" y="6192"/>
                          </a:cubicBezTo>
                          <a:lnTo>
                            <a:pt x="4122" y="6192"/>
                          </a:lnTo>
                          <a:lnTo>
                            <a:pt x="3882" y="5924"/>
                          </a:lnTo>
                          <a:lnTo>
                            <a:pt x="3882" y="5576"/>
                          </a:lnTo>
                          <a:lnTo>
                            <a:pt x="3864" y="5576"/>
                          </a:lnTo>
                          <a:lnTo>
                            <a:pt x="3864" y="5933"/>
                          </a:lnTo>
                          <a:lnTo>
                            <a:pt x="4113" y="6210"/>
                          </a:lnTo>
                          <a:lnTo>
                            <a:pt x="4854" y="6210"/>
                          </a:lnTo>
                          <a:cubicBezTo>
                            <a:pt x="4827" y="6272"/>
                            <a:pt x="4809" y="6335"/>
                            <a:pt x="4783" y="6406"/>
                          </a:cubicBezTo>
                          <a:lnTo>
                            <a:pt x="4783" y="6397"/>
                          </a:lnTo>
                          <a:lnTo>
                            <a:pt x="4087" y="6397"/>
                          </a:lnTo>
                          <a:lnTo>
                            <a:pt x="3641" y="5960"/>
                          </a:lnTo>
                          <a:lnTo>
                            <a:pt x="3641" y="5576"/>
                          </a:lnTo>
                          <a:lnTo>
                            <a:pt x="3837" y="5576"/>
                          </a:lnTo>
                          <a:cubicBezTo>
                            <a:pt x="3953" y="5576"/>
                            <a:pt x="4042" y="5487"/>
                            <a:pt x="4051" y="5371"/>
                          </a:cubicBezTo>
                          <a:close/>
                          <a:moveTo>
                            <a:pt x="3623" y="5576"/>
                          </a:moveTo>
                          <a:lnTo>
                            <a:pt x="3623" y="5969"/>
                          </a:lnTo>
                          <a:lnTo>
                            <a:pt x="4078" y="6415"/>
                          </a:lnTo>
                          <a:lnTo>
                            <a:pt x="4774" y="6415"/>
                          </a:lnTo>
                          <a:cubicBezTo>
                            <a:pt x="4756" y="6486"/>
                            <a:pt x="4729" y="6558"/>
                            <a:pt x="4702" y="6620"/>
                          </a:cubicBezTo>
                          <a:lnTo>
                            <a:pt x="4060" y="6620"/>
                          </a:lnTo>
                          <a:lnTo>
                            <a:pt x="3400" y="5924"/>
                          </a:lnTo>
                          <a:lnTo>
                            <a:pt x="3400" y="5576"/>
                          </a:lnTo>
                          <a:close/>
                          <a:moveTo>
                            <a:pt x="3382" y="5576"/>
                          </a:moveTo>
                          <a:lnTo>
                            <a:pt x="3382" y="5933"/>
                          </a:lnTo>
                          <a:lnTo>
                            <a:pt x="4051" y="6638"/>
                          </a:lnTo>
                          <a:lnTo>
                            <a:pt x="4693" y="6638"/>
                          </a:lnTo>
                          <a:cubicBezTo>
                            <a:pt x="4667" y="6709"/>
                            <a:pt x="4640" y="6790"/>
                            <a:pt x="4613" y="6861"/>
                          </a:cubicBezTo>
                          <a:lnTo>
                            <a:pt x="4060" y="6861"/>
                          </a:lnTo>
                          <a:lnTo>
                            <a:pt x="3168" y="5951"/>
                          </a:lnTo>
                          <a:lnTo>
                            <a:pt x="3177" y="5576"/>
                          </a:lnTo>
                          <a:close/>
                          <a:moveTo>
                            <a:pt x="4533" y="8262"/>
                          </a:moveTo>
                          <a:cubicBezTo>
                            <a:pt x="4542" y="8297"/>
                            <a:pt x="4542" y="8342"/>
                            <a:pt x="4551" y="8378"/>
                          </a:cubicBezTo>
                          <a:lnTo>
                            <a:pt x="4238" y="8378"/>
                          </a:lnTo>
                          <a:lnTo>
                            <a:pt x="4051" y="8503"/>
                          </a:lnTo>
                          <a:lnTo>
                            <a:pt x="3659" y="8503"/>
                          </a:lnTo>
                          <a:lnTo>
                            <a:pt x="3659" y="8413"/>
                          </a:lnTo>
                          <a:cubicBezTo>
                            <a:pt x="3659" y="8404"/>
                            <a:pt x="3659" y="8404"/>
                            <a:pt x="3659" y="8395"/>
                          </a:cubicBezTo>
                          <a:lnTo>
                            <a:pt x="4060" y="8395"/>
                          </a:lnTo>
                          <a:lnTo>
                            <a:pt x="4247" y="8262"/>
                          </a:lnTo>
                          <a:close/>
                          <a:moveTo>
                            <a:pt x="4551" y="8395"/>
                          </a:moveTo>
                          <a:cubicBezTo>
                            <a:pt x="4560" y="8511"/>
                            <a:pt x="4560" y="8619"/>
                            <a:pt x="4560" y="8717"/>
                          </a:cubicBezTo>
                          <a:lnTo>
                            <a:pt x="4212" y="8717"/>
                          </a:lnTo>
                          <a:lnTo>
                            <a:pt x="4087" y="8592"/>
                          </a:lnTo>
                          <a:lnTo>
                            <a:pt x="3659" y="8592"/>
                          </a:lnTo>
                          <a:lnTo>
                            <a:pt x="3659" y="8520"/>
                          </a:lnTo>
                          <a:lnTo>
                            <a:pt x="4060" y="8520"/>
                          </a:lnTo>
                          <a:lnTo>
                            <a:pt x="4247" y="8395"/>
                          </a:lnTo>
                          <a:close/>
                          <a:moveTo>
                            <a:pt x="4078" y="8610"/>
                          </a:moveTo>
                          <a:lnTo>
                            <a:pt x="4203" y="8734"/>
                          </a:lnTo>
                          <a:lnTo>
                            <a:pt x="4560" y="8734"/>
                          </a:lnTo>
                          <a:cubicBezTo>
                            <a:pt x="4551" y="8761"/>
                            <a:pt x="4551" y="8797"/>
                            <a:pt x="4551" y="8824"/>
                          </a:cubicBezTo>
                          <a:lnTo>
                            <a:pt x="4212" y="8824"/>
                          </a:lnTo>
                          <a:lnTo>
                            <a:pt x="4060" y="8690"/>
                          </a:lnTo>
                          <a:lnTo>
                            <a:pt x="3659" y="8690"/>
                          </a:lnTo>
                          <a:lnTo>
                            <a:pt x="3659" y="8610"/>
                          </a:lnTo>
                          <a:close/>
                          <a:moveTo>
                            <a:pt x="322" y="8333"/>
                          </a:moveTo>
                          <a:lnTo>
                            <a:pt x="679" y="8699"/>
                          </a:lnTo>
                          <a:lnTo>
                            <a:pt x="679" y="9002"/>
                          </a:lnTo>
                          <a:lnTo>
                            <a:pt x="581" y="9002"/>
                          </a:lnTo>
                          <a:lnTo>
                            <a:pt x="581" y="8761"/>
                          </a:lnTo>
                          <a:lnTo>
                            <a:pt x="322" y="8529"/>
                          </a:lnTo>
                          <a:lnTo>
                            <a:pt x="37" y="8529"/>
                          </a:lnTo>
                          <a:lnTo>
                            <a:pt x="37" y="8333"/>
                          </a:lnTo>
                          <a:close/>
                          <a:moveTo>
                            <a:pt x="322" y="8181"/>
                          </a:moveTo>
                          <a:lnTo>
                            <a:pt x="857" y="8699"/>
                          </a:lnTo>
                          <a:lnTo>
                            <a:pt x="857" y="9002"/>
                          </a:lnTo>
                          <a:lnTo>
                            <a:pt x="697" y="9002"/>
                          </a:lnTo>
                          <a:lnTo>
                            <a:pt x="697" y="8699"/>
                          </a:lnTo>
                          <a:lnTo>
                            <a:pt x="331" y="8315"/>
                          </a:lnTo>
                          <a:lnTo>
                            <a:pt x="37" y="8315"/>
                          </a:lnTo>
                          <a:lnTo>
                            <a:pt x="37" y="8181"/>
                          </a:lnTo>
                          <a:close/>
                          <a:moveTo>
                            <a:pt x="706" y="1856"/>
                          </a:moveTo>
                          <a:lnTo>
                            <a:pt x="706" y="1901"/>
                          </a:lnTo>
                          <a:cubicBezTo>
                            <a:pt x="706" y="1972"/>
                            <a:pt x="750" y="2035"/>
                            <a:pt x="822" y="2053"/>
                          </a:cubicBezTo>
                          <a:cubicBezTo>
                            <a:pt x="831" y="2053"/>
                            <a:pt x="848" y="2062"/>
                            <a:pt x="857" y="2062"/>
                          </a:cubicBezTo>
                          <a:lnTo>
                            <a:pt x="964" y="2062"/>
                          </a:lnTo>
                          <a:lnTo>
                            <a:pt x="964" y="2802"/>
                          </a:lnTo>
                          <a:lnTo>
                            <a:pt x="1812" y="3658"/>
                          </a:lnTo>
                          <a:lnTo>
                            <a:pt x="1812" y="4747"/>
                          </a:lnTo>
                          <a:lnTo>
                            <a:pt x="1455" y="5077"/>
                          </a:lnTo>
                          <a:lnTo>
                            <a:pt x="866" y="5077"/>
                          </a:lnTo>
                          <a:lnTo>
                            <a:pt x="866" y="5095"/>
                          </a:lnTo>
                          <a:lnTo>
                            <a:pt x="1464" y="5095"/>
                          </a:lnTo>
                          <a:lnTo>
                            <a:pt x="1830" y="4756"/>
                          </a:lnTo>
                          <a:lnTo>
                            <a:pt x="1830" y="3650"/>
                          </a:lnTo>
                          <a:lnTo>
                            <a:pt x="982" y="2793"/>
                          </a:lnTo>
                          <a:lnTo>
                            <a:pt x="982" y="2062"/>
                          </a:lnTo>
                          <a:lnTo>
                            <a:pt x="1098" y="2062"/>
                          </a:lnTo>
                          <a:lnTo>
                            <a:pt x="1098" y="2811"/>
                          </a:lnTo>
                          <a:lnTo>
                            <a:pt x="1098" y="2820"/>
                          </a:lnTo>
                          <a:lnTo>
                            <a:pt x="1946" y="3658"/>
                          </a:lnTo>
                          <a:lnTo>
                            <a:pt x="1946" y="4916"/>
                          </a:lnTo>
                          <a:lnTo>
                            <a:pt x="1589" y="5282"/>
                          </a:lnTo>
                          <a:lnTo>
                            <a:pt x="866" y="5282"/>
                          </a:lnTo>
                          <a:lnTo>
                            <a:pt x="866" y="5300"/>
                          </a:lnTo>
                          <a:lnTo>
                            <a:pt x="1607" y="5300"/>
                          </a:lnTo>
                          <a:lnTo>
                            <a:pt x="1964" y="4925"/>
                          </a:lnTo>
                          <a:lnTo>
                            <a:pt x="1964" y="3650"/>
                          </a:lnTo>
                          <a:lnTo>
                            <a:pt x="1964" y="3641"/>
                          </a:lnTo>
                          <a:lnTo>
                            <a:pt x="1116" y="2802"/>
                          </a:lnTo>
                          <a:lnTo>
                            <a:pt x="1116" y="2062"/>
                          </a:lnTo>
                          <a:lnTo>
                            <a:pt x="1232" y="2062"/>
                          </a:lnTo>
                          <a:lnTo>
                            <a:pt x="1232" y="2811"/>
                          </a:lnTo>
                          <a:lnTo>
                            <a:pt x="2276" y="3864"/>
                          </a:lnTo>
                          <a:lnTo>
                            <a:pt x="3007" y="3864"/>
                          </a:lnTo>
                          <a:lnTo>
                            <a:pt x="3132" y="3980"/>
                          </a:lnTo>
                          <a:lnTo>
                            <a:pt x="3132" y="4470"/>
                          </a:lnTo>
                          <a:lnTo>
                            <a:pt x="3150" y="4470"/>
                          </a:lnTo>
                          <a:lnTo>
                            <a:pt x="3150" y="3971"/>
                          </a:lnTo>
                          <a:lnTo>
                            <a:pt x="3016" y="3846"/>
                          </a:lnTo>
                          <a:lnTo>
                            <a:pt x="2285" y="3846"/>
                          </a:lnTo>
                          <a:lnTo>
                            <a:pt x="1250" y="2802"/>
                          </a:lnTo>
                          <a:lnTo>
                            <a:pt x="1250" y="2062"/>
                          </a:lnTo>
                          <a:lnTo>
                            <a:pt x="1348" y="2062"/>
                          </a:lnTo>
                          <a:cubicBezTo>
                            <a:pt x="1357" y="2062"/>
                            <a:pt x="1375" y="2053"/>
                            <a:pt x="1384" y="2053"/>
                          </a:cubicBezTo>
                          <a:lnTo>
                            <a:pt x="1384" y="2811"/>
                          </a:lnTo>
                          <a:lnTo>
                            <a:pt x="2195" y="3658"/>
                          </a:lnTo>
                          <a:lnTo>
                            <a:pt x="3052" y="3658"/>
                          </a:lnTo>
                          <a:lnTo>
                            <a:pt x="3364" y="3953"/>
                          </a:lnTo>
                          <a:lnTo>
                            <a:pt x="3364" y="4470"/>
                          </a:lnTo>
                          <a:lnTo>
                            <a:pt x="3168" y="4470"/>
                          </a:lnTo>
                          <a:cubicBezTo>
                            <a:pt x="3043" y="4470"/>
                            <a:pt x="2945" y="4568"/>
                            <a:pt x="2945" y="4693"/>
                          </a:cubicBezTo>
                          <a:lnTo>
                            <a:pt x="2945" y="4684"/>
                          </a:lnTo>
                          <a:lnTo>
                            <a:pt x="2401" y="4684"/>
                          </a:lnTo>
                          <a:lnTo>
                            <a:pt x="1571" y="5523"/>
                          </a:lnTo>
                          <a:lnTo>
                            <a:pt x="866" y="5523"/>
                          </a:lnTo>
                          <a:lnTo>
                            <a:pt x="866" y="5541"/>
                          </a:lnTo>
                          <a:lnTo>
                            <a:pt x="1580" y="5541"/>
                          </a:lnTo>
                          <a:lnTo>
                            <a:pt x="1580" y="5532"/>
                          </a:lnTo>
                          <a:lnTo>
                            <a:pt x="2410" y="4702"/>
                          </a:lnTo>
                          <a:lnTo>
                            <a:pt x="2945" y="4702"/>
                          </a:lnTo>
                          <a:lnTo>
                            <a:pt x="2945" y="4979"/>
                          </a:lnTo>
                          <a:lnTo>
                            <a:pt x="2401" y="4979"/>
                          </a:lnTo>
                          <a:lnTo>
                            <a:pt x="2392" y="4988"/>
                          </a:lnTo>
                          <a:lnTo>
                            <a:pt x="1625" y="5755"/>
                          </a:lnTo>
                          <a:lnTo>
                            <a:pt x="866" y="5755"/>
                          </a:lnTo>
                          <a:lnTo>
                            <a:pt x="866" y="5773"/>
                          </a:lnTo>
                          <a:lnTo>
                            <a:pt x="1633" y="5773"/>
                          </a:lnTo>
                          <a:lnTo>
                            <a:pt x="2401" y="4997"/>
                          </a:lnTo>
                          <a:lnTo>
                            <a:pt x="2945" y="4997"/>
                          </a:lnTo>
                          <a:lnTo>
                            <a:pt x="2945" y="5220"/>
                          </a:lnTo>
                          <a:lnTo>
                            <a:pt x="2499" y="5220"/>
                          </a:lnTo>
                          <a:lnTo>
                            <a:pt x="2249" y="5452"/>
                          </a:lnTo>
                          <a:cubicBezTo>
                            <a:pt x="2240" y="5443"/>
                            <a:pt x="2231" y="5434"/>
                            <a:pt x="2222" y="5434"/>
                          </a:cubicBezTo>
                          <a:cubicBezTo>
                            <a:pt x="2187" y="5434"/>
                            <a:pt x="2169" y="5460"/>
                            <a:pt x="2169" y="5487"/>
                          </a:cubicBezTo>
                          <a:cubicBezTo>
                            <a:pt x="2169" y="5523"/>
                            <a:pt x="2187" y="5541"/>
                            <a:pt x="2222" y="5541"/>
                          </a:cubicBezTo>
                          <a:cubicBezTo>
                            <a:pt x="2249" y="5541"/>
                            <a:pt x="2276" y="5523"/>
                            <a:pt x="2276" y="5487"/>
                          </a:cubicBezTo>
                          <a:cubicBezTo>
                            <a:pt x="2276" y="5478"/>
                            <a:pt x="2267" y="5469"/>
                            <a:pt x="2267" y="5460"/>
                          </a:cubicBezTo>
                          <a:lnTo>
                            <a:pt x="2508" y="5237"/>
                          </a:lnTo>
                          <a:lnTo>
                            <a:pt x="2945" y="5237"/>
                          </a:lnTo>
                          <a:lnTo>
                            <a:pt x="2945" y="5362"/>
                          </a:lnTo>
                          <a:cubicBezTo>
                            <a:pt x="2945" y="5389"/>
                            <a:pt x="2954" y="5416"/>
                            <a:pt x="2963" y="5443"/>
                          </a:cubicBezTo>
                          <a:lnTo>
                            <a:pt x="2517" y="5443"/>
                          </a:lnTo>
                          <a:lnTo>
                            <a:pt x="2160" y="5782"/>
                          </a:lnTo>
                          <a:cubicBezTo>
                            <a:pt x="2151" y="5773"/>
                            <a:pt x="2142" y="5773"/>
                            <a:pt x="2133" y="5773"/>
                          </a:cubicBezTo>
                          <a:cubicBezTo>
                            <a:pt x="2097" y="5773"/>
                            <a:pt x="2079" y="5791"/>
                            <a:pt x="2079" y="5826"/>
                          </a:cubicBezTo>
                          <a:cubicBezTo>
                            <a:pt x="2079" y="5853"/>
                            <a:pt x="2097" y="5880"/>
                            <a:pt x="2133" y="5880"/>
                          </a:cubicBezTo>
                          <a:cubicBezTo>
                            <a:pt x="2160" y="5880"/>
                            <a:pt x="2187" y="5853"/>
                            <a:pt x="2187" y="5826"/>
                          </a:cubicBezTo>
                          <a:cubicBezTo>
                            <a:pt x="2187" y="5808"/>
                            <a:pt x="2178" y="5799"/>
                            <a:pt x="2169" y="5791"/>
                          </a:cubicBezTo>
                          <a:lnTo>
                            <a:pt x="2526" y="5460"/>
                          </a:lnTo>
                          <a:lnTo>
                            <a:pt x="2972" y="5460"/>
                          </a:lnTo>
                          <a:lnTo>
                            <a:pt x="2972" y="5452"/>
                          </a:lnTo>
                          <a:cubicBezTo>
                            <a:pt x="2998" y="5523"/>
                            <a:pt x="3079" y="5576"/>
                            <a:pt x="3168" y="5576"/>
                          </a:cubicBezTo>
                          <a:lnTo>
                            <a:pt x="3159" y="5576"/>
                          </a:lnTo>
                          <a:lnTo>
                            <a:pt x="3150" y="5951"/>
                          </a:lnTo>
                          <a:lnTo>
                            <a:pt x="3159" y="5960"/>
                          </a:lnTo>
                          <a:lnTo>
                            <a:pt x="4051" y="6879"/>
                          </a:lnTo>
                          <a:lnTo>
                            <a:pt x="4604" y="6879"/>
                          </a:lnTo>
                          <a:cubicBezTo>
                            <a:pt x="4586" y="6941"/>
                            <a:pt x="4560" y="6995"/>
                            <a:pt x="4542" y="7048"/>
                          </a:cubicBezTo>
                          <a:lnTo>
                            <a:pt x="3962" y="7048"/>
                          </a:lnTo>
                          <a:lnTo>
                            <a:pt x="3212" y="6281"/>
                          </a:lnTo>
                          <a:cubicBezTo>
                            <a:pt x="3221" y="6254"/>
                            <a:pt x="3212" y="6219"/>
                            <a:pt x="3186" y="6210"/>
                          </a:cubicBezTo>
                          <a:cubicBezTo>
                            <a:pt x="3176" y="6204"/>
                            <a:pt x="3166" y="6201"/>
                            <a:pt x="3155" y="6201"/>
                          </a:cubicBezTo>
                          <a:cubicBezTo>
                            <a:pt x="3137" y="6201"/>
                            <a:pt x="3120" y="6210"/>
                            <a:pt x="3114" y="6228"/>
                          </a:cubicBezTo>
                          <a:cubicBezTo>
                            <a:pt x="3096" y="6254"/>
                            <a:pt x="3114" y="6290"/>
                            <a:pt x="3141" y="6299"/>
                          </a:cubicBezTo>
                          <a:cubicBezTo>
                            <a:pt x="3148" y="6303"/>
                            <a:pt x="3156" y="6305"/>
                            <a:pt x="3163" y="6305"/>
                          </a:cubicBezTo>
                          <a:cubicBezTo>
                            <a:pt x="3174" y="6305"/>
                            <a:pt x="3184" y="6301"/>
                            <a:pt x="3195" y="6290"/>
                          </a:cubicBezTo>
                          <a:lnTo>
                            <a:pt x="3953" y="7075"/>
                          </a:lnTo>
                          <a:lnTo>
                            <a:pt x="4542" y="7075"/>
                          </a:lnTo>
                          <a:cubicBezTo>
                            <a:pt x="4524" y="7129"/>
                            <a:pt x="4506" y="7191"/>
                            <a:pt x="4497" y="7236"/>
                          </a:cubicBezTo>
                          <a:lnTo>
                            <a:pt x="3810" y="7236"/>
                          </a:lnTo>
                          <a:lnTo>
                            <a:pt x="2838" y="6281"/>
                          </a:lnTo>
                          <a:cubicBezTo>
                            <a:pt x="2847" y="6272"/>
                            <a:pt x="2847" y="6263"/>
                            <a:pt x="2847" y="6254"/>
                          </a:cubicBezTo>
                          <a:cubicBezTo>
                            <a:pt x="2847" y="6228"/>
                            <a:pt x="2820" y="6201"/>
                            <a:pt x="2793" y="6201"/>
                          </a:cubicBezTo>
                          <a:cubicBezTo>
                            <a:pt x="2766" y="6201"/>
                            <a:pt x="2740" y="6228"/>
                            <a:pt x="2740" y="6254"/>
                          </a:cubicBezTo>
                          <a:cubicBezTo>
                            <a:pt x="2740" y="6281"/>
                            <a:pt x="2766" y="6308"/>
                            <a:pt x="2793" y="6308"/>
                          </a:cubicBezTo>
                          <a:cubicBezTo>
                            <a:pt x="2811" y="6308"/>
                            <a:pt x="2820" y="6299"/>
                            <a:pt x="2829" y="6290"/>
                          </a:cubicBezTo>
                          <a:lnTo>
                            <a:pt x="3801" y="7254"/>
                          </a:lnTo>
                          <a:lnTo>
                            <a:pt x="4488" y="7254"/>
                          </a:lnTo>
                          <a:cubicBezTo>
                            <a:pt x="4488" y="7271"/>
                            <a:pt x="4488" y="7280"/>
                            <a:pt x="4479" y="7289"/>
                          </a:cubicBezTo>
                          <a:cubicBezTo>
                            <a:pt x="4470" y="7334"/>
                            <a:pt x="4470" y="7396"/>
                            <a:pt x="4470" y="7450"/>
                          </a:cubicBezTo>
                          <a:lnTo>
                            <a:pt x="3685" y="7450"/>
                          </a:lnTo>
                          <a:lnTo>
                            <a:pt x="2508" y="6281"/>
                          </a:lnTo>
                          <a:cubicBezTo>
                            <a:pt x="2508" y="6272"/>
                            <a:pt x="2517" y="6263"/>
                            <a:pt x="2517" y="6254"/>
                          </a:cubicBezTo>
                          <a:cubicBezTo>
                            <a:pt x="2517" y="6228"/>
                            <a:pt x="2490" y="6201"/>
                            <a:pt x="2463" y="6201"/>
                          </a:cubicBezTo>
                          <a:cubicBezTo>
                            <a:pt x="2427" y="6201"/>
                            <a:pt x="2410" y="6228"/>
                            <a:pt x="2410" y="6254"/>
                          </a:cubicBezTo>
                          <a:cubicBezTo>
                            <a:pt x="2410" y="6281"/>
                            <a:pt x="2427" y="6308"/>
                            <a:pt x="2463" y="6308"/>
                          </a:cubicBezTo>
                          <a:cubicBezTo>
                            <a:pt x="2472" y="6308"/>
                            <a:pt x="2490" y="6299"/>
                            <a:pt x="2499" y="6290"/>
                          </a:cubicBezTo>
                          <a:lnTo>
                            <a:pt x="3676" y="7468"/>
                          </a:lnTo>
                          <a:lnTo>
                            <a:pt x="4470" y="7468"/>
                          </a:lnTo>
                          <a:cubicBezTo>
                            <a:pt x="4470" y="7503"/>
                            <a:pt x="4470" y="7539"/>
                            <a:pt x="4470" y="7575"/>
                          </a:cubicBezTo>
                          <a:lnTo>
                            <a:pt x="3899" y="7575"/>
                          </a:lnTo>
                          <a:cubicBezTo>
                            <a:pt x="3899" y="7566"/>
                            <a:pt x="3890" y="7548"/>
                            <a:pt x="3873" y="7539"/>
                          </a:cubicBezTo>
                          <a:cubicBezTo>
                            <a:pt x="3865" y="7534"/>
                            <a:pt x="3857" y="7532"/>
                            <a:pt x="3849" y="7532"/>
                          </a:cubicBezTo>
                          <a:cubicBezTo>
                            <a:pt x="3828" y="7532"/>
                            <a:pt x="3808" y="7547"/>
                            <a:pt x="3801" y="7566"/>
                          </a:cubicBezTo>
                          <a:cubicBezTo>
                            <a:pt x="3783" y="7593"/>
                            <a:pt x="3801" y="7619"/>
                            <a:pt x="3828" y="7637"/>
                          </a:cubicBezTo>
                          <a:cubicBezTo>
                            <a:pt x="3835" y="7639"/>
                            <a:pt x="3841" y="7641"/>
                            <a:pt x="3848" y="7641"/>
                          </a:cubicBezTo>
                          <a:cubicBezTo>
                            <a:pt x="3868" y="7641"/>
                            <a:pt x="3886" y="7631"/>
                            <a:pt x="3899" y="7610"/>
                          </a:cubicBezTo>
                          <a:cubicBezTo>
                            <a:pt x="3899" y="7602"/>
                            <a:pt x="3899" y="7602"/>
                            <a:pt x="3899" y="7593"/>
                          </a:cubicBezTo>
                          <a:lnTo>
                            <a:pt x="4470" y="7593"/>
                          </a:lnTo>
                          <a:cubicBezTo>
                            <a:pt x="4470" y="7646"/>
                            <a:pt x="4479" y="7700"/>
                            <a:pt x="4479" y="7753"/>
                          </a:cubicBezTo>
                          <a:lnTo>
                            <a:pt x="4042" y="7753"/>
                          </a:lnTo>
                          <a:cubicBezTo>
                            <a:pt x="4042" y="7735"/>
                            <a:pt x="4033" y="7717"/>
                            <a:pt x="4015" y="7709"/>
                          </a:cubicBezTo>
                          <a:cubicBezTo>
                            <a:pt x="4009" y="7706"/>
                            <a:pt x="4002" y="7705"/>
                            <a:pt x="3995" y="7705"/>
                          </a:cubicBezTo>
                          <a:cubicBezTo>
                            <a:pt x="3976" y="7705"/>
                            <a:pt x="3957" y="7715"/>
                            <a:pt x="3944" y="7735"/>
                          </a:cubicBezTo>
                          <a:cubicBezTo>
                            <a:pt x="3935" y="7762"/>
                            <a:pt x="3944" y="7789"/>
                            <a:pt x="3971" y="7807"/>
                          </a:cubicBezTo>
                          <a:cubicBezTo>
                            <a:pt x="3977" y="7809"/>
                            <a:pt x="3984" y="7810"/>
                            <a:pt x="3991" y="7810"/>
                          </a:cubicBezTo>
                          <a:cubicBezTo>
                            <a:pt x="4010" y="7810"/>
                            <a:pt x="4029" y="7800"/>
                            <a:pt x="4042" y="7780"/>
                          </a:cubicBezTo>
                          <a:cubicBezTo>
                            <a:pt x="4042" y="7780"/>
                            <a:pt x="4042" y="7771"/>
                            <a:pt x="4042" y="7771"/>
                          </a:cubicBezTo>
                          <a:lnTo>
                            <a:pt x="4488" y="7771"/>
                          </a:lnTo>
                          <a:cubicBezTo>
                            <a:pt x="4488" y="7816"/>
                            <a:pt x="4497" y="7869"/>
                            <a:pt x="4497" y="7923"/>
                          </a:cubicBezTo>
                          <a:lnTo>
                            <a:pt x="4176" y="7923"/>
                          </a:lnTo>
                          <a:cubicBezTo>
                            <a:pt x="4176" y="7914"/>
                            <a:pt x="4167" y="7896"/>
                            <a:pt x="4149" y="7887"/>
                          </a:cubicBezTo>
                          <a:cubicBezTo>
                            <a:pt x="4142" y="7885"/>
                            <a:pt x="4135" y="7884"/>
                            <a:pt x="4128" y="7884"/>
                          </a:cubicBezTo>
                          <a:cubicBezTo>
                            <a:pt x="4106" y="7884"/>
                            <a:pt x="4084" y="7894"/>
                            <a:pt x="4078" y="7914"/>
                          </a:cubicBezTo>
                          <a:cubicBezTo>
                            <a:pt x="4060" y="7941"/>
                            <a:pt x="4078" y="7967"/>
                            <a:pt x="4105" y="7985"/>
                          </a:cubicBezTo>
                          <a:cubicBezTo>
                            <a:pt x="4109" y="7987"/>
                            <a:pt x="4115" y="7988"/>
                            <a:pt x="4121" y="7988"/>
                          </a:cubicBezTo>
                          <a:cubicBezTo>
                            <a:pt x="4139" y="7988"/>
                            <a:pt x="4163" y="7978"/>
                            <a:pt x="4176" y="7958"/>
                          </a:cubicBezTo>
                          <a:cubicBezTo>
                            <a:pt x="4176" y="7958"/>
                            <a:pt x="4176" y="7949"/>
                            <a:pt x="4176" y="7941"/>
                          </a:cubicBezTo>
                          <a:lnTo>
                            <a:pt x="4506" y="7941"/>
                          </a:lnTo>
                          <a:cubicBezTo>
                            <a:pt x="4506" y="7976"/>
                            <a:pt x="4506" y="8003"/>
                            <a:pt x="4515" y="8039"/>
                          </a:cubicBezTo>
                          <a:cubicBezTo>
                            <a:pt x="4515" y="8056"/>
                            <a:pt x="4515" y="8083"/>
                            <a:pt x="4515" y="8101"/>
                          </a:cubicBezTo>
                          <a:lnTo>
                            <a:pt x="4328" y="8101"/>
                          </a:lnTo>
                          <a:cubicBezTo>
                            <a:pt x="4328" y="8083"/>
                            <a:pt x="4310" y="8074"/>
                            <a:pt x="4301" y="8065"/>
                          </a:cubicBezTo>
                          <a:cubicBezTo>
                            <a:pt x="4291" y="8059"/>
                            <a:pt x="4281" y="8056"/>
                            <a:pt x="4271" y="8056"/>
                          </a:cubicBezTo>
                          <a:cubicBezTo>
                            <a:pt x="4252" y="8056"/>
                            <a:pt x="4235" y="8066"/>
                            <a:pt x="4229" y="8083"/>
                          </a:cubicBezTo>
                          <a:cubicBezTo>
                            <a:pt x="4212" y="8110"/>
                            <a:pt x="4221" y="8146"/>
                            <a:pt x="4247" y="8155"/>
                          </a:cubicBezTo>
                          <a:cubicBezTo>
                            <a:pt x="4257" y="8161"/>
                            <a:pt x="4267" y="8164"/>
                            <a:pt x="4278" y="8164"/>
                          </a:cubicBezTo>
                          <a:cubicBezTo>
                            <a:pt x="4296" y="8164"/>
                            <a:pt x="4313" y="8154"/>
                            <a:pt x="4319" y="8137"/>
                          </a:cubicBezTo>
                          <a:cubicBezTo>
                            <a:pt x="4328" y="8128"/>
                            <a:pt x="4328" y="8128"/>
                            <a:pt x="4328" y="8119"/>
                          </a:cubicBezTo>
                          <a:lnTo>
                            <a:pt x="4524" y="8119"/>
                          </a:lnTo>
                          <a:cubicBezTo>
                            <a:pt x="4524" y="8164"/>
                            <a:pt x="4533" y="8199"/>
                            <a:pt x="4533" y="8244"/>
                          </a:cubicBezTo>
                          <a:lnTo>
                            <a:pt x="4247" y="8244"/>
                          </a:lnTo>
                          <a:lnTo>
                            <a:pt x="4051" y="8378"/>
                          </a:lnTo>
                          <a:lnTo>
                            <a:pt x="3659" y="8378"/>
                          </a:lnTo>
                          <a:lnTo>
                            <a:pt x="3659" y="8387"/>
                          </a:lnTo>
                          <a:cubicBezTo>
                            <a:pt x="3650" y="8342"/>
                            <a:pt x="3605" y="8315"/>
                            <a:pt x="3560" y="8315"/>
                          </a:cubicBezTo>
                          <a:lnTo>
                            <a:pt x="3534" y="8315"/>
                          </a:lnTo>
                          <a:lnTo>
                            <a:pt x="3534" y="7753"/>
                          </a:lnTo>
                          <a:lnTo>
                            <a:pt x="1803" y="6014"/>
                          </a:lnTo>
                          <a:lnTo>
                            <a:pt x="866" y="6014"/>
                          </a:lnTo>
                          <a:lnTo>
                            <a:pt x="866" y="6031"/>
                          </a:lnTo>
                          <a:lnTo>
                            <a:pt x="1794" y="6031"/>
                          </a:lnTo>
                          <a:lnTo>
                            <a:pt x="3516" y="7762"/>
                          </a:lnTo>
                          <a:lnTo>
                            <a:pt x="3516" y="8315"/>
                          </a:lnTo>
                          <a:lnTo>
                            <a:pt x="3257" y="8315"/>
                          </a:lnTo>
                          <a:cubicBezTo>
                            <a:pt x="3212" y="8315"/>
                            <a:pt x="3177" y="8342"/>
                            <a:pt x="3168" y="8387"/>
                          </a:cubicBezTo>
                          <a:lnTo>
                            <a:pt x="3168" y="8378"/>
                          </a:lnTo>
                          <a:lnTo>
                            <a:pt x="2517" y="8378"/>
                          </a:lnTo>
                          <a:lnTo>
                            <a:pt x="2276" y="8627"/>
                          </a:lnTo>
                          <a:lnTo>
                            <a:pt x="2276" y="9145"/>
                          </a:lnTo>
                          <a:lnTo>
                            <a:pt x="1910" y="9493"/>
                          </a:lnTo>
                          <a:lnTo>
                            <a:pt x="1268" y="9493"/>
                          </a:lnTo>
                          <a:lnTo>
                            <a:pt x="1268" y="9404"/>
                          </a:lnTo>
                          <a:lnTo>
                            <a:pt x="1794" y="9404"/>
                          </a:lnTo>
                          <a:lnTo>
                            <a:pt x="2133" y="9038"/>
                          </a:lnTo>
                          <a:lnTo>
                            <a:pt x="2133" y="7396"/>
                          </a:lnTo>
                          <a:lnTo>
                            <a:pt x="1241" y="6513"/>
                          </a:lnTo>
                          <a:lnTo>
                            <a:pt x="866" y="6513"/>
                          </a:lnTo>
                          <a:lnTo>
                            <a:pt x="866" y="6531"/>
                          </a:lnTo>
                          <a:lnTo>
                            <a:pt x="1232" y="6531"/>
                          </a:lnTo>
                          <a:lnTo>
                            <a:pt x="2115" y="7405"/>
                          </a:lnTo>
                          <a:lnTo>
                            <a:pt x="2115" y="9029"/>
                          </a:lnTo>
                          <a:lnTo>
                            <a:pt x="1785" y="9386"/>
                          </a:lnTo>
                          <a:lnTo>
                            <a:pt x="1268" y="9386"/>
                          </a:lnTo>
                          <a:lnTo>
                            <a:pt x="1268" y="9198"/>
                          </a:lnTo>
                          <a:lnTo>
                            <a:pt x="1669" y="9198"/>
                          </a:lnTo>
                          <a:lnTo>
                            <a:pt x="1892" y="8975"/>
                          </a:lnTo>
                          <a:lnTo>
                            <a:pt x="1892" y="7396"/>
                          </a:lnTo>
                          <a:lnTo>
                            <a:pt x="1883" y="7396"/>
                          </a:lnTo>
                          <a:lnTo>
                            <a:pt x="1241" y="6763"/>
                          </a:lnTo>
                          <a:lnTo>
                            <a:pt x="839" y="6763"/>
                          </a:lnTo>
                          <a:lnTo>
                            <a:pt x="839" y="6781"/>
                          </a:lnTo>
                          <a:lnTo>
                            <a:pt x="1232" y="6781"/>
                          </a:lnTo>
                          <a:lnTo>
                            <a:pt x="1874" y="7405"/>
                          </a:lnTo>
                          <a:lnTo>
                            <a:pt x="1874" y="8975"/>
                          </a:lnTo>
                          <a:lnTo>
                            <a:pt x="1660" y="9181"/>
                          </a:lnTo>
                          <a:lnTo>
                            <a:pt x="1268" y="9181"/>
                          </a:lnTo>
                          <a:lnTo>
                            <a:pt x="1268" y="9154"/>
                          </a:lnTo>
                          <a:cubicBezTo>
                            <a:pt x="1268" y="9082"/>
                            <a:pt x="1223" y="9029"/>
                            <a:pt x="1170" y="9011"/>
                          </a:cubicBezTo>
                          <a:lnTo>
                            <a:pt x="1170" y="8128"/>
                          </a:lnTo>
                          <a:lnTo>
                            <a:pt x="1170" y="8119"/>
                          </a:lnTo>
                          <a:lnTo>
                            <a:pt x="420" y="7396"/>
                          </a:lnTo>
                          <a:lnTo>
                            <a:pt x="420" y="7173"/>
                          </a:lnTo>
                          <a:cubicBezTo>
                            <a:pt x="438" y="7173"/>
                            <a:pt x="456" y="7164"/>
                            <a:pt x="465" y="7147"/>
                          </a:cubicBezTo>
                          <a:cubicBezTo>
                            <a:pt x="474" y="7120"/>
                            <a:pt x="465" y="7084"/>
                            <a:pt x="438" y="7075"/>
                          </a:cubicBezTo>
                          <a:cubicBezTo>
                            <a:pt x="429" y="7069"/>
                            <a:pt x="419" y="7066"/>
                            <a:pt x="410" y="7066"/>
                          </a:cubicBezTo>
                          <a:cubicBezTo>
                            <a:pt x="393" y="7066"/>
                            <a:pt x="378" y="7076"/>
                            <a:pt x="367" y="7093"/>
                          </a:cubicBezTo>
                          <a:cubicBezTo>
                            <a:pt x="358" y="7120"/>
                            <a:pt x="367" y="7155"/>
                            <a:pt x="393" y="7164"/>
                          </a:cubicBezTo>
                          <a:cubicBezTo>
                            <a:pt x="393" y="7173"/>
                            <a:pt x="402" y="7173"/>
                            <a:pt x="402" y="7173"/>
                          </a:cubicBezTo>
                          <a:lnTo>
                            <a:pt x="402" y="7396"/>
                          </a:lnTo>
                          <a:lnTo>
                            <a:pt x="411" y="7405"/>
                          </a:lnTo>
                          <a:lnTo>
                            <a:pt x="1152" y="8137"/>
                          </a:lnTo>
                          <a:lnTo>
                            <a:pt x="1152" y="9002"/>
                          </a:lnTo>
                          <a:lnTo>
                            <a:pt x="1027" y="9002"/>
                          </a:lnTo>
                          <a:lnTo>
                            <a:pt x="1027" y="8190"/>
                          </a:lnTo>
                          <a:lnTo>
                            <a:pt x="251" y="7432"/>
                          </a:lnTo>
                          <a:lnTo>
                            <a:pt x="251" y="7120"/>
                          </a:lnTo>
                          <a:cubicBezTo>
                            <a:pt x="260" y="7120"/>
                            <a:pt x="277" y="7111"/>
                            <a:pt x="286" y="7093"/>
                          </a:cubicBezTo>
                          <a:cubicBezTo>
                            <a:pt x="304" y="7066"/>
                            <a:pt x="286" y="7039"/>
                            <a:pt x="260" y="7022"/>
                          </a:cubicBezTo>
                          <a:cubicBezTo>
                            <a:pt x="253" y="7019"/>
                            <a:pt x="246" y="7018"/>
                            <a:pt x="240" y="7018"/>
                          </a:cubicBezTo>
                          <a:cubicBezTo>
                            <a:pt x="220" y="7018"/>
                            <a:pt x="202" y="7028"/>
                            <a:pt x="188" y="7048"/>
                          </a:cubicBezTo>
                          <a:cubicBezTo>
                            <a:pt x="179" y="7075"/>
                            <a:pt x="188" y="7102"/>
                            <a:pt x="215" y="7120"/>
                          </a:cubicBezTo>
                          <a:lnTo>
                            <a:pt x="233" y="7120"/>
                          </a:lnTo>
                          <a:lnTo>
                            <a:pt x="233" y="7441"/>
                          </a:lnTo>
                          <a:lnTo>
                            <a:pt x="1009" y="8199"/>
                          </a:lnTo>
                          <a:lnTo>
                            <a:pt x="1009" y="9002"/>
                          </a:lnTo>
                          <a:lnTo>
                            <a:pt x="875" y="9002"/>
                          </a:lnTo>
                          <a:lnTo>
                            <a:pt x="875" y="8699"/>
                          </a:lnTo>
                          <a:lnTo>
                            <a:pt x="875" y="8690"/>
                          </a:lnTo>
                          <a:lnTo>
                            <a:pt x="331" y="8164"/>
                          </a:lnTo>
                          <a:lnTo>
                            <a:pt x="37" y="8164"/>
                          </a:lnTo>
                          <a:lnTo>
                            <a:pt x="37" y="4372"/>
                          </a:lnTo>
                          <a:lnTo>
                            <a:pt x="804" y="4372"/>
                          </a:lnTo>
                          <a:lnTo>
                            <a:pt x="1205" y="3953"/>
                          </a:lnTo>
                          <a:cubicBezTo>
                            <a:pt x="1214" y="3962"/>
                            <a:pt x="1223" y="3971"/>
                            <a:pt x="1241" y="3971"/>
                          </a:cubicBezTo>
                          <a:cubicBezTo>
                            <a:pt x="1268" y="3971"/>
                            <a:pt x="1294" y="3944"/>
                            <a:pt x="1294" y="3917"/>
                          </a:cubicBezTo>
                          <a:cubicBezTo>
                            <a:pt x="1294" y="3881"/>
                            <a:pt x="1268" y="3864"/>
                            <a:pt x="1241" y="3864"/>
                          </a:cubicBezTo>
                          <a:cubicBezTo>
                            <a:pt x="1205" y="3864"/>
                            <a:pt x="1187" y="3881"/>
                            <a:pt x="1187" y="3917"/>
                          </a:cubicBezTo>
                          <a:cubicBezTo>
                            <a:pt x="1187" y="3926"/>
                            <a:pt x="1187" y="3935"/>
                            <a:pt x="1196" y="3944"/>
                          </a:cubicBezTo>
                          <a:lnTo>
                            <a:pt x="795" y="4354"/>
                          </a:lnTo>
                          <a:lnTo>
                            <a:pt x="37" y="4354"/>
                          </a:lnTo>
                          <a:lnTo>
                            <a:pt x="37" y="4256"/>
                          </a:lnTo>
                          <a:lnTo>
                            <a:pt x="715" y="4256"/>
                          </a:lnTo>
                          <a:lnTo>
                            <a:pt x="1000" y="3962"/>
                          </a:lnTo>
                          <a:cubicBezTo>
                            <a:pt x="1009" y="3962"/>
                            <a:pt x="1018" y="3971"/>
                            <a:pt x="1027" y="3971"/>
                          </a:cubicBezTo>
                          <a:cubicBezTo>
                            <a:pt x="1054" y="3971"/>
                            <a:pt x="1080" y="3944"/>
                            <a:pt x="1080" y="3917"/>
                          </a:cubicBezTo>
                          <a:cubicBezTo>
                            <a:pt x="1080" y="3881"/>
                            <a:pt x="1054" y="3864"/>
                            <a:pt x="1027" y="3864"/>
                          </a:cubicBezTo>
                          <a:cubicBezTo>
                            <a:pt x="991" y="3864"/>
                            <a:pt x="973" y="3881"/>
                            <a:pt x="973" y="3917"/>
                          </a:cubicBezTo>
                          <a:cubicBezTo>
                            <a:pt x="973" y="3926"/>
                            <a:pt x="973" y="3944"/>
                            <a:pt x="982" y="3953"/>
                          </a:cubicBezTo>
                          <a:lnTo>
                            <a:pt x="706" y="4238"/>
                          </a:lnTo>
                          <a:lnTo>
                            <a:pt x="37" y="4238"/>
                          </a:lnTo>
                          <a:lnTo>
                            <a:pt x="37" y="4122"/>
                          </a:lnTo>
                          <a:lnTo>
                            <a:pt x="616" y="4122"/>
                          </a:lnTo>
                          <a:lnTo>
                            <a:pt x="768" y="3962"/>
                          </a:lnTo>
                          <a:cubicBezTo>
                            <a:pt x="777" y="3962"/>
                            <a:pt x="786" y="3971"/>
                            <a:pt x="804" y="3971"/>
                          </a:cubicBezTo>
                          <a:cubicBezTo>
                            <a:pt x="831" y="3971"/>
                            <a:pt x="857" y="3944"/>
                            <a:pt x="857" y="3917"/>
                          </a:cubicBezTo>
                          <a:cubicBezTo>
                            <a:pt x="857" y="3881"/>
                            <a:pt x="831" y="3864"/>
                            <a:pt x="804" y="3864"/>
                          </a:cubicBezTo>
                          <a:cubicBezTo>
                            <a:pt x="768" y="3864"/>
                            <a:pt x="750" y="3881"/>
                            <a:pt x="750" y="3917"/>
                          </a:cubicBezTo>
                          <a:cubicBezTo>
                            <a:pt x="750" y="3926"/>
                            <a:pt x="750" y="3935"/>
                            <a:pt x="759" y="3944"/>
                          </a:cubicBezTo>
                          <a:lnTo>
                            <a:pt x="608" y="4104"/>
                          </a:lnTo>
                          <a:lnTo>
                            <a:pt x="37" y="4104"/>
                          </a:lnTo>
                          <a:lnTo>
                            <a:pt x="37" y="3453"/>
                          </a:lnTo>
                          <a:lnTo>
                            <a:pt x="313" y="3453"/>
                          </a:lnTo>
                          <a:lnTo>
                            <a:pt x="465" y="3578"/>
                          </a:lnTo>
                          <a:cubicBezTo>
                            <a:pt x="456" y="3587"/>
                            <a:pt x="447" y="3605"/>
                            <a:pt x="447" y="3614"/>
                          </a:cubicBezTo>
                          <a:cubicBezTo>
                            <a:pt x="447" y="3650"/>
                            <a:pt x="474" y="3667"/>
                            <a:pt x="500" y="3667"/>
                          </a:cubicBezTo>
                          <a:cubicBezTo>
                            <a:pt x="536" y="3667"/>
                            <a:pt x="554" y="3650"/>
                            <a:pt x="554" y="3614"/>
                          </a:cubicBezTo>
                          <a:cubicBezTo>
                            <a:pt x="554" y="3587"/>
                            <a:pt x="536" y="3560"/>
                            <a:pt x="500" y="3560"/>
                          </a:cubicBezTo>
                          <a:cubicBezTo>
                            <a:pt x="492" y="3560"/>
                            <a:pt x="483" y="3569"/>
                            <a:pt x="483" y="3569"/>
                          </a:cubicBezTo>
                          <a:lnTo>
                            <a:pt x="322" y="3435"/>
                          </a:lnTo>
                          <a:lnTo>
                            <a:pt x="37" y="3435"/>
                          </a:lnTo>
                          <a:lnTo>
                            <a:pt x="37" y="3355"/>
                          </a:lnTo>
                          <a:lnTo>
                            <a:pt x="447" y="3355"/>
                          </a:lnTo>
                          <a:lnTo>
                            <a:pt x="706" y="3587"/>
                          </a:lnTo>
                          <a:cubicBezTo>
                            <a:pt x="697" y="3596"/>
                            <a:pt x="697" y="3605"/>
                            <a:pt x="697" y="3614"/>
                          </a:cubicBezTo>
                          <a:cubicBezTo>
                            <a:pt x="697" y="3650"/>
                            <a:pt x="715" y="3667"/>
                            <a:pt x="750" y="3667"/>
                          </a:cubicBezTo>
                          <a:cubicBezTo>
                            <a:pt x="777" y="3667"/>
                            <a:pt x="804" y="3650"/>
                            <a:pt x="804" y="3614"/>
                          </a:cubicBezTo>
                          <a:cubicBezTo>
                            <a:pt x="804" y="3587"/>
                            <a:pt x="777" y="3560"/>
                            <a:pt x="750" y="3560"/>
                          </a:cubicBezTo>
                          <a:cubicBezTo>
                            <a:pt x="732" y="3560"/>
                            <a:pt x="723" y="3569"/>
                            <a:pt x="715" y="3569"/>
                          </a:cubicBezTo>
                          <a:lnTo>
                            <a:pt x="456" y="3337"/>
                          </a:lnTo>
                          <a:lnTo>
                            <a:pt x="37" y="3337"/>
                          </a:lnTo>
                          <a:lnTo>
                            <a:pt x="37" y="3186"/>
                          </a:lnTo>
                          <a:lnTo>
                            <a:pt x="518" y="3186"/>
                          </a:lnTo>
                          <a:lnTo>
                            <a:pt x="947" y="3587"/>
                          </a:lnTo>
                          <a:cubicBezTo>
                            <a:pt x="938" y="3596"/>
                            <a:pt x="938" y="3605"/>
                            <a:pt x="938" y="3614"/>
                          </a:cubicBezTo>
                          <a:cubicBezTo>
                            <a:pt x="938" y="3650"/>
                            <a:pt x="964" y="3667"/>
                            <a:pt x="991" y="3667"/>
                          </a:cubicBezTo>
                          <a:cubicBezTo>
                            <a:pt x="1018" y="3667"/>
                            <a:pt x="1045" y="3650"/>
                            <a:pt x="1045" y="3614"/>
                          </a:cubicBezTo>
                          <a:cubicBezTo>
                            <a:pt x="1045" y="3587"/>
                            <a:pt x="1018" y="3560"/>
                            <a:pt x="991" y="3560"/>
                          </a:cubicBezTo>
                          <a:cubicBezTo>
                            <a:pt x="973" y="3560"/>
                            <a:pt x="964" y="3569"/>
                            <a:pt x="955" y="3578"/>
                          </a:cubicBezTo>
                          <a:lnTo>
                            <a:pt x="527" y="3168"/>
                          </a:lnTo>
                          <a:lnTo>
                            <a:pt x="37" y="3168"/>
                          </a:lnTo>
                          <a:lnTo>
                            <a:pt x="37" y="1946"/>
                          </a:lnTo>
                          <a:lnTo>
                            <a:pt x="286" y="1946"/>
                          </a:lnTo>
                          <a:lnTo>
                            <a:pt x="393" y="1856"/>
                          </a:lnTo>
                          <a:close/>
                          <a:moveTo>
                            <a:pt x="4051" y="8708"/>
                          </a:moveTo>
                          <a:lnTo>
                            <a:pt x="4203" y="8842"/>
                          </a:lnTo>
                          <a:lnTo>
                            <a:pt x="4542" y="8842"/>
                          </a:lnTo>
                          <a:cubicBezTo>
                            <a:pt x="4542" y="8895"/>
                            <a:pt x="4524" y="8949"/>
                            <a:pt x="4506" y="8993"/>
                          </a:cubicBezTo>
                          <a:cubicBezTo>
                            <a:pt x="4399" y="9279"/>
                            <a:pt x="4149" y="9644"/>
                            <a:pt x="3828" y="9983"/>
                          </a:cubicBezTo>
                          <a:lnTo>
                            <a:pt x="3828" y="9279"/>
                          </a:lnTo>
                          <a:lnTo>
                            <a:pt x="3614" y="9056"/>
                          </a:lnTo>
                          <a:lnTo>
                            <a:pt x="3614" y="8797"/>
                          </a:lnTo>
                          <a:lnTo>
                            <a:pt x="3605" y="8797"/>
                          </a:lnTo>
                          <a:cubicBezTo>
                            <a:pt x="3632" y="8788"/>
                            <a:pt x="3659" y="8752"/>
                            <a:pt x="3659" y="8708"/>
                          </a:cubicBezTo>
                          <a:close/>
                          <a:moveTo>
                            <a:pt x="3596" y="8806"/>
                          </a:moveTo>
                          <a:lnTo>
                            <a:pt x="3596" y="9056"/>
                          </a:lnTo>
                          <a:lnTo>
                            <a:pt x="3810" y="9279"/>
                          </a:lnTo>
                          <a:lnTo>
                            <a:pt x="3810" y="10010"/>
                          </a:lnTo>
                          <a:cubicBezTo>
                            <a:pt x="3792" y="10037"/>
                            <a:pt x="3766" y="10064"/>
                            <a:pt x="3739" y="10090"/>
                          </a:cubicBezTo>
                          <a:lnTo>
                            <a:pt x="3739" y="9305"/>
                          </a:lnTo>
                          <a:lnTo>
                            <a:pt x="3516" y="9091"/>
                          </a:lnTo>
                          <a:lnTo>
                            <a:pt x="3516" y="8806"/>
                          </a:lnTo>
                          <a:close/>
                          <a:moveTo>
                            <a:pt x="3498" y="8806"/>
                          </a:moveTo>
                          <a:lnTo>
                            <a:pt x="3498" y="9091"/>
                          </a:lnTo>
                          <a:lnTo>
                            <a:pt x="3721" y="9314"/>
                          </a:lnTo>
                          <a:lnTo>
                            <a:pt x="3721" y="10108"/>
                          </a:lnTo>
                          <a:cubicBezTo>
                            <a:pt x="3676" y="10153"/>
                            <a:pt x="3632" y="10198"/>
                            <a:pt x="3587" y="10242"/>
                          </a:cubicBezTo>
                          <a:lnTo>
                            <a:pt x="3587" y="9377"/>
                          </a:lnTo>
                          <a:cubicBezTo>
                            <a:pt x="3605" y="9377"/>
                            <a:pt x="3614" y="9368"/>
                            <a:pt x="3623" y="9350"/>
                          </a:cubicBezTo>
                          <a:cubicBezTo>
                            <a:pt x="3641" y="9323"/>
                            <a:pt x="3632" y="9297"/>
                            <a:pt x="3605" y="9279"/>
                          </a:cubicBezTo>
                          <a:cubicBezTo>
                            <a:pt x="3598" y="9276"/>
                            <a:pt x="3591" y="9275"/>
                            <a:pt x="3584" y="9275"/>
                          </a:cubicBezTo>
                          <a:cubicBezTo>
                            <a:pt x="3562" y="9275"/>
                            <a:pt x="3540" y="9285"/>
                            <a:pt x="3534" y="9305"/>
                          </a:cubicBezTo>
                          <a:cubicBezTo>
                            <a:pt x="3516" y="9332"/>
                            <a:pt x="3525" y="9359"/>
                            <a:pt x="3551" y="9377"/>
                          </a:cubicBezTo>
                          <a:lnTo>
                            <a:pt x="3569" y="9377"/>
                          </a:lnTo>
                          <a:lnTo>
                            <a:pt x="3569" y="10260"/>
                          </a:lnTo>
                          <a:cubicBezTo>
                            <a:pt x="3525" y="10305"/>
                            <a:pt x="3480" y="10349"/>
                            <a:pt x="3435" y="10385"/>
                          </a:cubicBezTo>
                          <a:lnTo>
                            <a:pt x="3435" y="9484"/>
                          </a:lnTo>
                          <a:cubicBezTo>
                            <a:pt x="3453" y="9484"/>
                            <a:pt x="3471" y="9475"/>
                            <a:pt x="3480" y="9457"/>
                          </a:cubicBezTo>
                          <a:cubicBezTo>
                            <a:pt x="3489" y="9430"/>
                            <a:pt x="3480" y="9404"/>
                            <a:pt x="3453" y="9386"/>
                          </a:cubicBezTo>
                          <a:cubicBezTo>
                            <a:pt x="3447" y="9383"/>
                            <a:pt x="3439" y="9382"/>
                            <a:pt x="3432" y="9382"/>
                          </a:cubicBezTo>
                          <a:cubicBezTo>
                            <a:pt x="3410" y="9382"/>
                            <a:pt x="3389" y="9392"/>
                            <a:pt x="3382" y="9412"/>
                          </a:cubicBezTo>
                          <a:cubicBezTo>
                            <a:pt x="3364" y="9439"/>
                            <a:pt x="3373" y="9466"/>
                            <a:pt x="3400" y="9484"/>
                          </a:cubicBezTo>
                          <a:lnTo>
                            <a:pt x="3418" y="9484"/>
                          </a:lnTo>
                          <a:lnTo>
                            <a:pt x="3418" y="10403"/>
                          </a:lnTo>
                          <a:cubicBezTo>
                            <a:pt x="3364" y="10447"/>
                            <a:pt x="3311" y="10501"/>
                            <a:pt x="3257" y="10545"/>
                          </a:cubicBezTo>
                          <a:lnTo>
                            <a:pt x="3257" y="9680"/>
                          </a:lnTo>
                          <a:cubicBezTo>
                            <a:pt x="3275" y="9680"/>
                            <a:pt x="3293" y="9671"/>
                            <a:pt x="3302" y="9653"/>
                          </a:cubicBezTo>
                          <a:cubicBezTo>
                            <a:pt x="3311" y="9627"/>
                            <a:pt x="3302" y="9591"/>
                            <a:pt x="3275" y="9582"/>
                          </a:cubicBezTo>
                          <a:cubicBezTo>
                            <a:pt x="3267" y="9577"/>
                            <a:pt x="3259" y="9575"/>
                            <a:pt x="3251" y="9575"/>
                          </a:cubicBezTo>
                          <a:cubicBezTo>
                            <a:pt x="3230" y="9575"/>
                            <a:pt x="3210" y="9589"/>
                            <a:pt x="3204" y="9609"/>
                          </a:cubicBezTo>
                          <a:cubicBezTo>
                            <a:pt x="3186" y="9636"/>
                            <a:pt x="3204" y="9662"/>
                            <a:pt x="3221" y="9680"/>
                          </a:cubicBezTo>
                          <a:lnTo>
                            <a:pt x="3239" y="9680"/>
                          </a:lnTo>
                          <a:lnTo>
                            <a:pt x="3239" y="10563"/>
                          </a:lnTo>
                          <a:cubicBezTo>
                            <a:pt x="3195" y="10599"/>
                            <a:pt x="3150" y="10635"/>
                            <a:pt x="3105" y="10670"/>
                          </a:cubicBezTo>
                          <a:lnTo>
                            <a:pt x="3105" y="9350"/>
                          </a:lnTo>
                          <a:lnTo>
                            <a:pt x="3373" y="9073"/>
                          </a:lnTo>
                          <a:lnTo>
                            <a:pt x="3373" y="8806"/>
                          </a:lnTo>
                          <a:close/>
                          <a:moveTo>
                            <a:pt x="3177" y="8770"/>
                          </a:moveTo>
                          <a:cubicBezTo>
                            <a:pt x="3195" y="8788"/>
                            <a:pt x="3221" y="8806"/>
                            <a:pt x="3257" y="8806"/>
                          </a:cubicBezTo>
                          <a:lnTo>
                            <a:pt x="3355" y="8806"/>
                          </a:lnTo>
                          <a:lnTo>
                            <a:pt x="3355" y="9065"/>
                          </a:lnTo>
                          <a:lnTo>
                            <a:pt x="3088" y="9341"/>
                          </a:lnTo>
                          <a:lnTo>
                            <a:pt x="3088" y="10679"/>
                          </a:lnTo>
                          <a:cubicBezTo>
                            <a:pt x="3061" y="10706"/>
                            <a:pt x="3034" y="10724"/>
                            <a:pt x="3007" y="10751"/>
                          </a:cubicBezTo>
                          <a:lnTo>
                            <a:pt x="3007" y="9332"/>
                          </a:lnTo>
                          <a:lnTo>
                            <a:pt x="3257" y="9073"/>
                          </a:lnTo>
                          <a:lnTo>
                            <a:pt x="3257" y="8806"/>
                          </a:lnTo>
                          <a:lnTo>
                            <a:pt x="3239" y="8806"/>
                          </a:lnTo>
                          <a:lnTo>
                            <a:pt x="3239" y="9065"/>
                          </a:lnTo>
                          <a:lnTo>
                            <a:pt x="2981" y="9323"/>
                          </a:lnTo>
                          <a:lnTo>
                            <a:pt x="2981" y="10760"/>
                          </a:lnTo>
                          <a:cubicBezTo>
                            <a:pt x="2900" y="10822"/>
                            <a:pt x="2820" y="10876"/>
                            <a:pt x="2740" y="10929"/>
                          </a:cubicBezTo>
                          <a:lnTo>
                            <a:pt x="2740" y="8859"/>
                          </a:lnTo>
                          <a:lnTo>
                            <a:pt x="2820" y="8779"/>
                          </a:lnTo>
                          <a:lnTo>
                            <a:pt x="3177" y="8779"/>
                          </a:lnTo>
                          <a:lnTo>
                            <a:pt x="3177" y="8770"/>
                          </a:lnTo>
                          <a:close/>
                          <a:moveTo>
                            <a:pt x="3159" y="8627"/>
                          </a:moveTo>
                          <a:lnTo>
                            <a:pt x="3159" y="8708"/>
                          </a:lnTo>
                          <a:cubicBezTo>
                            <a:pt x="3159" y="8726"/>
                            <a:pt x="3168" y="8743"/>
                            <a:pt x="3177" y="8761"/>
                          </a:cubicBezTo>
                          <a:lnTo>
                            <a:pt x="2811" y="8761"/>
                          </a:lnTo>
                          <a:lnTo>
                            <a:pt x="2722" y="8850"/>
                          </a:lnTo>
                          <a:lnTo>
                            <a:pt x="2722" y="10938"/>
                          </a:lnTo>
                          <a:cubicBezTo>
                            <a:pt x="2686" y="10956"/>
                            <a:pt x="2650" y="10974"/>
                            <a:pt x="2615" y="10991"/>
                          </a:cubicBezTo>
                          <a:lnTo>
                            <a:pt x="2615" y="8752"/>
                          </a:lnTo>
                          <a:lnTo>
                            <a:pt x="2740" y="8627"/>
                          </a:lnTo>
                          <a:close/>
                          <a:moveTo>
                            <a:pt x="313" y="8547"/>
                          </a:moveTo>
                          <a:lnTo>
                            <a:pt x="563" y="8770"/>
                          </a:lnTo>
                          <a:lnTo>
                            <a:pt x="563" y="9011"/>
                          </a:lnTo>
                          <a:lnTo>
                            <a:pt x="572" y="9011"/>
                          </a:lnTo>
                          <a:cubicBezTo>
                            <a:pt x="509" y="9029"/>
                            <a:pt x="474" y="9091"/>
                            <a:pt x="474" y="9154"/>
                          </a:cubicBezTo>
                          <a:lnTo>
                            <a:pt x="474" y="9636"/>
                          </a:lnTo>
                          <a:cubicBezTo>
                            <a:pt x="474" y="9725"/>
                            <a:pt x="545" y="9796"/>
                            <a:pt x="625" y="9796"/>
                          </a:cubicBezTo>
                          <a:lnTo>
                            <a:pt x="768" y="9796"/>
                          </a:lnTo>
                          <a:lnTo>
                            <a:pt x="768" y="11099"/>
                          </a:lnTo>
                          <a:cubicBezTo>
                            <a:pt x="652" y="11063"/>
                            <a:pt x="545" y="11036"/>
                            <a:pt x="456" y="11000"/>
                          </a:cubicBezTo>
                          <a:lnTo>
                            <a:pt x="456" y="10269"/>
                          </a:lnTo>
                          <a:lnTo>
                            <a:pt x="625" y="10073"/>
                          </a:lnTo>
                          <a:lnTo>
                            <a:pt x="625" y="9796"/>
                          </a:lnTo>
                          <a:lnTo>
                            <a:pt x="608" y="9796"/>
                          </a:lnTo>
                          <a:lnTo>
                            <a:pt x="608" y="10073"/>
                          </a:lnTo>
                          <a:lnTo>
                            <a:pt x="438" y="10260"/>
                          </a:lnTo>
                          <a:lnTo>
                            <a:pt x="438" y="10991"/>
                          </a:lnTo>
                          <a:cubicBezTo>
                            <a:pt x="331" y="10947"/>
                            <a:pt x="242" y="10893"/>
                            <a:pt x="179" y="10840"/>
                          </a:cubicBezTo>
                          <a:cubicBezTo>
                            <a:pt x="126" y="10786"/>
                            <a:pt x="54" y="10572"/>
                            <a:pt x="37" y="10492"/>
                          </a:cubicBezTo>
                          <a:lnTo>
                            <a:pt x="37" y="8547"/>
                          </a:lnTo>
                          <a:close/>
                          <a:moveTo>
                            <a:pt x="938" y="9796"/>
                          </a:moveTo>
                          <a:lnTo>
                            <a:pt x="938" y="10135"/>
                          </a:lnTo>
                          <a:lnTo>
                            <a:pt x="947" y="10144"/>
                          </a:lnTo>
                          <a:lnTo>
                            <a:pt x="1571" y="10768"/>
                          </a:lnTo>
                          <a:lnTo>
                            <a:pt x="1571" y="11197"/>
                          </a:lnTo>
                          <a:cubicBezTo>
                            <a:pt x="1437" y="11188"/>
                            <a:pt x="1303" y="11179"/>
                            <a:pt x="1170" y="11161"/>
                          </a:cubicBezTo>
                          <a:cubicBezTo>
                            <a:pt x="1036" y="11152"/>
                            <a:pt x="902" y="11125"/>
                            <a:pt x="786" y="11099"/>
                          </a:cubicBezTo>
                          <a:lnTo>
                            <a:pt x="786" y="9796"/>
                          </a:lnTo>
                          <a:close/>
                          <a:moveTo>
                            <a:pt x="1089" y="9796"/>
                          </a:moveTo>
                          <a:lnTo>
                            <a:pt x="1089" y="10090"/>
                          </a:lnTo>
                          <a:lnTo>
                            <a:pt x="1089" y="10099"/>
                          </a:lnTo>
                          <a:lnTo>
                            <a:pt x="1732" y="10742"/>
                          </a:lnTo>
                          <a:lnTo>
                            <a:pt x="1732" y="11197"/>
                          </a:lnTo>
                          <a:lnTo>
                            <a:pt x="1589" y="11197"/>
                          </a:lnTo>
                          <a:lnTo>
                            <a:pt x="1589" y="10760"/>
                          </a:lnTo>
                          <a:lnTo>
                            <a:pt x="955" y="10135"/>
                          </a:lnTo>
                          <a:lnTo>
                            <a:pt x="955" y="9796"/>
                          </a:lnTo>
                          <a:close/>
                          <a:moveTo>
                            <a:pt x="3168" y="8395"/>
                          </a:moveTo>
                          <a:cubicBezTo>
                            <a:pt x="3168" y="8404"/>
                            <a:pt x="3159" y="8404"/>
                            <a:pt x="3159" y="8413"/>
                          </a:cubicBezTo>
                          <a:lnTo>
                            <a:pt x="3159" y="8485"/>
                          </a:lnTo>
                          <a:lnTo>
                            <a:pt x="2624" y="8485"/>
                          </a:lnTo>
                          <a:lnTo>
                            <a:pt x="2454" y="8645"/>
                          </a:lnTo>
                          <a:lnTo>
                            <a:pt x="2454" y="9181"/>
                          </a:lnTo>
                          <a:lnTo>
                            <a:pt x="2008" y="9636"/>
                          </a:lnTo>
                          <a:lnTo>
                            <a:pt x="1268" y="9636"/>
                          </a:lnTo>
                          <a:lnTo>
                            <a:pt x="1268" y="9653"/>
                          </a:lnTo>
                          <a:lnTo>
                            <a:pt x="2017" y="9653"/>
                          </a:lnTo>
                          <a:lnTo>
                            <a:pt x="2472" y="9189"/>
                          </a:lnTo>
                          <a:lnTo>
                            <a:pt x="2472" y="8645"/>
                          </a:lnTo>
                          <a:lnTo>
                            <a:pt x="2633" y="8503"/>
                          </a:lnTo>
                          <a:lnTo>
                            <a:pt x="3159" y="8503"/>
                          </a:lnTo>
                          <a:lnTo>
                            <a:pt x="3159" y="8610"/>
                          </a:lnTo>
                          <a:lnTo>
                            <a:pt x="2731" y="8610"/>
                          </a:lnTo>
                          <a:lnTo>
                            <a:pt x="2597" y="8743"/>
                          </a:lnTo>
                          <a:lnTo>
                            <a:pt x="2597" y="11000"/>
                          </a:lnTo>
                          <a:cubicBezTo>
                            <a:pt x="2561" y="11018"/>
                            <a:pt x="2526" y="11036"/>
                            <a:pt x="2490" y="11054"/>
                          </a:cubicBezTo>
                          <a:lnTo>
                            <a:pt x="2490" y="10349"/>
                          </a:lnTo>
                          <a:lnTo>
                            <a:pt x="2071" y="9957"/>
                          </a:lnTo>
                          <a:cubicBezTo>
                            <a:pt x="2071" y="9957"/>
                            <a:pt x="2071" y="9948"/>
                            <a:pt x="2071" y="9948"/>
                          </a:cubicBezTo>
                          <a:cubicBezTo>
                            <a:pt x="2079" y="9921"/>
                            <a:pt x="2071" y="9894"/>
                            <a:pt x="2044" y="9876"/>
                          </a:cubicBezTo>
                          <a:cubicBezTo>
                            <a:pt x="2037" y="9874"/>
                            <a:pt x="2030" y="9873"/>
                            <a:pt x="2024" y="9873"/>
                          </a:cubicBezTo>
                          <a:cubicBezTo>
                            <a:pt x="2004" y="9873"/>
                            <a:pt x="1986" y="9883"/>
                            <a:pt x="1972" y="9903"/>
                          </a:cubicBezTo>
                          <a:cubicBezTo>
                            <a:pt x="1964" y="9930"/>
                            <a:pt x="1972" y="9957"/>
                            <a:pt x="1999" y="9974"/>
                          </a:cubicBezTo>
                          <a:cubicBezTo>
                            <a:pt x="2007" y="9978"/>
                            <a:pt x="2014" y="9980"/>
                            <a:pt x="2021" y="9980"/>
                          </a:cubicBezTo>
                          <a:cubicBezTo>
                            <a:pt x="2032" y="9980"/>
                            <a:pt x="2042" y="9976"/>
                            <a:pt x="2053" y="9966"/>
                          </a:cubicBezTo>
                          <a:lnTo>
                            <a:pt x="2472" y="10358"/>
                          </a:lnTo>
                          <a:lnTo>
                            <a:pt x="2472" y="11063"/>
                          </a:lnTo>
                          <a:cubicBezTo>
                            <a:pt x="2427" y="11090"/>
                            <a:pt x="2383" y="11107"/>
                            <a:pt x="2329" y="11116"/>
                          </a:cubicBezTo>
                          <a:lnTo>
                            <a:pt x="2329" y="10483"/>
                          </a:lnTo>
                          <a:lnTo>
                            <a:pt x="1928" y="10117"/>
                          </a:lnTo>
                          <a:cubicBezTo>
                            <a:pt x="1937" y="10090"/>
                            <a:pt x="1928" y="10055"/>
                            <a:pt x="1901" y="10046"/>
                          </a:cubicBezTo>
                          <a:cubicBezTo>
                            <a:pt x="1892" y="10040"/>
                            <a:pt x="1882" y="10037"/>
                            <a:pt x="1873" y="10037"/>
                          </a:cubicBezTo>
                          <a:cubicBezTo>
                            <a:pt x="1856" y="10037"/>
                            <a:pt x="1841" y="10046"/>
                            <a:pt x="1830" y="10064"/>
                          </a:cubicBezTo>
                          <a:cubicBezTo>
                            <a:pt x="1821" y="10090"/>
                            <a:pt x="1830" y="10126"/>
                            <a:pt x="1856" y="10135"/>
                          </a:cubicBezTo>
                          <a:cubicBezTo>
                            <a:pt x="1865" y="10140"/>
                            <a:pt x="1877" y="10142"/>
                            <a:pt x="1887" y="10142"/>
                          </a:cubicBezTo>
                          <a:cubicBezTo>
                            <a:pt x="1897" y="10142"/>
                            <a:pt x="1906" y="10140"/>
                            <a:pt x="1910" y="10135"/>
                          </a:cubicBezTo>
                          <a:lnTo>
                            <a:pt x="2311" y="10492"/>
                          </a:lnTo>
                          <a:lnTo>
                            <a:pt x="2311" y="11125"/>
                          </a:lnTo>
                          <a:cubicBezTo>
                            <a:pt x="2294" y="11134"/>
                            <a:pt x="2267" y="11134"/>
                            <a:pt x="2249" y="11143"/>
                          </a:cubicBezTo>
                          <a:cubicBezTo>
                            <a:pt x="2231" y="11143"/>
                            <a:pt x="2204" y="11152"/>
                            <a:pt x="2187" y="11152"/>
                          </a:cubicBezTo>
                          <a:lnTo>
                            <a:pt x="2187" y="10661"/>
                          </a:lnTo>
                          <a:lnTo>
                            <a:pt x="1758" y="10251"/>
                          </a:lnTo>
                          <a:cubicBezTo>
                            <a:pt x="1758" y="10251"/>
                            <a:pt x="1758" y="10242"/>
                            <a:pt x="1767" y="10242"/>
                          </a:cubicBezTo>
                          <a:cubicBezTo>
                            <a:pt x="1776" y="10215"/>
                            <a:pt x="1767" y="10189"/>
                            <a:pt x="1740" y="10171"/>
                          </a:cubicBezTo>
                          <a:cubicBezTo>
                            <a:pt x="1734" y="10169"/>
                            <a:pt x="1727" y="10167"/>
                            <a:pt x="1719" y="10167"/>
                          </a:cubicBezTo>
                          <a:cubicBezTo>
                            <a:pt x="1698" y="10167"/>
                            <a:pt x="1676" y="10177"/>
                            <a:pt x="1669" y="10198"/>
                          </a:cubicBezTo>
                          <a:cubicBezTo>
                            <a:pt x="1651" y="10224"/>
                            <a:pt x="1660" y="10251"/>
                            <a:pt x="1687" y="10269"/>
                          </a:cubicBezTo>
                          <a:cubicBezTo>
                            <a:pt x="1698" y="10273"/>
                            <a:pt x="1708" y="10275"/>
                            <a:pt x="1716" y="10275"/>
                          </a:cubicBezTo>
                          <a:cubicBezTo>
                            <a:pt x="1729" y="10275"/>
                            <a:pt x="1739" y="10270"/>
                            <a:pt x="1749" y="10260"/>
                          </a:cubicBezTo>
                          <a:lnTo>
                            <a:pt x="2169" y="10670"/>
                          </a:lnTo>
                          <a:lnTo>
                            <a:pt x="2169" y="11161"/>
                          </a:lnTo>
                          <a:cubicBezTo>
                            <a:pt x="2044" y="11179"/>
                            <a:pt x="1901" y="11197"/>
                            <a:pt x="1749" y="11197"/>
                          </a:cubicBezTo>
                          <a:lnTo>
                            <a:pt x="1749" y="10733"/>
                          </a:lnTo>
                          <a:lnTo>
                            <a:pt x="1740" y="10733"/>
                          </a:lnTo>
                          <a:lnTo>
                            <a:pt x="1107" y="10090"/>
                          </a:lnTo>
                          <a:lnTo>
                            <a:pt x="1107" y="9796"/>
                          </a:lnTo>
                          <a:lnTo>
                            <a:pt x="1116" y="9796"/>
                          </a:lnTo>
                          <a:cubicBezTo>
                            <a:pt x="1196" y="9796"/>
                            <a:pt x="1268" y="9725"/>
                            <a:pt x="1268" y="9636"/>
                          </a:cubicBezTo>
                          <a:lnTo>
                            <a:pt x="1268" y="9511"/>
                          </a:lnTo>
                          <a:lnTo>
                            <a:pt x="1919" y="9511"/>
                          </a:lnTo>
                          <a:lnTo>
                            <a:pt x="2294" y="9154"/>
                          </a:lnTo>
                          <a:lnTo>
                            <a:pt x="2294" y="8627"/>
                          </a:lnTo>
                          <a:lnTo>
                            <a:pt x="2526" y="8395"/>
                          </a:lnTo>
                          <a:close/>
                          <a:moveTo>
                            <a:pt x="768" y="0"/>
                          </a:moveTo>
                          <a:cubicBezTo>
                            <a:pt x="637" y="0"/>
                            <a:pt x="397" y="85"/>
                            <a:pt x="295" y="161"/>
                          </a:cubicBezTo>
                          <a:cubicBezTo>
                            <a:pt x="188" y="242"/>
                            <a:pt x="10" y="581"/>
                            <a:pt x="1" y="590"/>
                          </a:cubicBezTo>
                          <a:lnTo>
                            <a:pt x="1" y="599"/>
                          </a:lnTo>
                          <a:lnTo>
                            <a:pt x="1" y="10492"/>
                          </a:lnTo>
                          <a:cubicBezTo>
                            <a:pt x="1" y="10510"/>
                            <a:pt x="81" y="10795"/>
                            <a:pt x="161" y="10867"/>
                          </a:cubicBezTo>
                          <a:cubicBezTo>
                            <a:pt x="447" y="11116"/>
                            <a:pt x="1125" y="11232"/>
                            <a:pt x="1678" y="11232"/>
                          </a:cubicBezTo>
                          <a:cubicBezTo>
                            <a:pt x="1901" y="11232"/>
                            <a:pt x="2106" y="11215"/>
                            <a:pt x="2258" y="11179"/>
                          </a:cubicBezTo>
                          <a:cubicBezTo>
                            <a:pt x="3025" y="10991"/>
                            <a:pt x="4256" y="9743"/>
                            <a:pt x="4542" y="9002"/>
                          </a:cubicBezTo>
                          <a:cubicBezTo>
                            <a:pt x="4631" y="8779"/>
                            <a:pt x="4586" y="8395"/>
                            <a:pt x="4551" y="8030"/>
                          </a:cubicBezTo>
                          <a:cubicBezTo>
                            <a:pt x="4515" y="7744"/>
                            <a:pt x="4488" y="7477"/>
                            <a:pt x="4515" y="7298"/>
                          </a:cubicBezTo>
                          <a:cubicBezTo>
                            <a:pt x="4551" y="7129"/>
                            <a:pt x="4640" y="6879"/>
                            <a:pt x="4738" y="6638"/>
                          </a:cubicBezTo>
                          <a:cubicBezTo>
                            <a:pt x="4818" y="6406"/>
                            <a:pt x="4907" y="6174"/>
                            <a:pt x="4943" y="6005"/>
                          </a:cubicBezTo>
                          <a:cubicBezTo>
                            <a:pt x="5006" y="5701"/>
                            <a:pt x="5006" y="5059"/>
                            <a:pt x="4961" y="4729"/>
                          </a:cubicBezTo>
                          <a:cubicBezTo>
                            <a:pt x="4881" y="4247"/>
                            <a:pt x="4479" y="3328"/>
                            <a:pt x="4185" y="2945"/>
                          </a:cubicBezTo>
                          <a:cubicBezTo>
                            <a:pt x="3971" y="2677"/>
                            <a:pt x="3132" y="2133"/>
                            <a:pt x="3096" y="2106"/>
                          </a:cubicBezTo>
                          <a:cubicBezTo>
                            <a:pt x="3096" y="2106"/>
                            <a:pt x="2936" y="1981"/>
                            <a:pt x="2900" y="1928"/>
                          </a:cubicBezTo>
                          <a:cubicBezTo>
                            <a:pt x="2820" y="1812"/>
                            <a:pt x="2749" y="1589"/>
                            <a:pt x="2686" y="1375"/>
                          </a:cubicBezTo>
                          <a:cubicBezTo>
                            <a:pt x="2615" y="1125"/>
                            <a:pt x="2543" y="875"/>
                            <a:pt x="2436" y="741"/>
                          </a:cubicBezTo>
                          <a:cubicBezTo>
                            <a:pt x="2151" y="393"/>
                            <a:pt x="1241" y="54"/>
                            <a:pt x="786" y="1"/>
                          </a:cubicBezTo>
                          <a:cubicBezTo>
                            <a:pt x="780" y="0"/>
                            <a:pt x="774" y="0"/>
                            <a:pt x="768" y="0"/>
                          </a:cubicBezTo>
                          <a:close/>
                        </a:path>
                      </a:pathLst>
                    </a:custGeom>
                    <a:gradFill>
                      <a:gsLst>
                        <a:gs pos="0">
                          <a:schemeClr val="accent3">
                            <a:alpha val="70000"/>
                          </a:schemeClr>
                        </a:gs>
                        <a:gs pos="100000">
                          <a:schemeClr val="lt2">
                            <a:alpha val="70000"/>
                          </a:schemeClr>
                        </a:gs>
                      </a:gsLst>
                      <a:lin ang="5400012" scaled="0"/>
                    </a:gradFill>
                    <a:ln>
                      <a:noFill/>
                    </a:ln>
                    <a:effectLst>
                      <a:outerShdw blurRad="57150" rotWithShape="0" algn="bl" dist="9525">
                        <a:schemeClr val="dk2">
                          <a:alpha val="73000"/>
                        </a:schemeClr>
                      </a:outerShdw>
                    </a:effectLst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328" name="Google Shape;328;p25"/>
                    <p:cNvSpPr/>
                    <p:nvPr/>
                  </p:nvSpPr>
                  <p:spPr>
                    <a:xfrm>
                      <a:off x="2843326" y="1772417"/>
                      <a:ext cx="133216" cy="111858"/>
                    </a:xfrm>
                    <a:custGeom>
                      <a:rect b="b" l="l" r="r" t="t"/>
                      <a:pathLst>
                        <a:path extrusionOk="0" h="2053" w="2445">
                          <a:moveTo>
                            <a:pt x="1508" y="0"/>
                          </a:moveTo>
                          <a:lnTo>
                            <a:pt x="0" y="1490"/>
                          </a:lnTo>
                          <a:lnTo>
                            <a:pt x="0" y="2052"/>
                          </a:lnTo>
                          <a:lnTo>
                            <a:pt x="18" y="2052"/>
                          </a:lnTo>
                          <a:lnTo>
                            <a:pt x="18" y="1499"/>
                          </a:lnTo>
                          <a:lnTo>
                            <a:pt x="1517" y="18"/>
                          </a:lnTo>
                          <a:lnTo>
                            <a:pt x="2445" y="18"/>
                          </a:lnTo>
                          <a:lnTo>
                            <a:pt x="2445" y="0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chemeClr val="accent3">
                            <a:alpha val="70000"/>
                          </a:schemeClr>
                        </a:gs>
                        <a:gs pos="100000">
                          <a:schemeClr val="lt2">
                            <a:alpha val="70000"/>
                          </a:schemeClr>
                        </a:gs>
                      </a:gsLst>
                      <a:lin ang="5400012" scaled="0"/>
                    </a:gradFill>
                    <a:ln>
                      <a:noFill/>
                    </a:ln>
                    <a:effectLst>
                      <a:outerShdw blurRad="57150" rotWithShape="0" algn="bl" dist="9525">
                        <a:schemeClr val="dk2">
                          <a:alpha val="73000"/>
                        </a:schemeClr>
                      </a:outerShdw>
                    </a:effectLst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329" name="Google Shape;329;p25"/>
                    <p:cNvSpPr/>
                    <p:nvPr/>
                  </p:nvSpPr>
                  <p:spPr>
                    <a:xfrm>
                      <a:off x="2950284" y="1823743"/>
                      <a:ext cx="45713" cy="93769"/>
                    </a:xfrm>
                    <a:custGeom>
                      <a:rect b="b" l="l" r="r" t="t"/>
                      <a:pathLst>
                        <a:path extrusionOk="0" h="1721" w="839">
                          <a:moveTo>
                            <a:pt x="778" y="1"/>
                          </a:moveTo>
                          <a:cubicBezTo>
                            <a:pt x="772" y="1"/>
                            <a:pt x="765" y="2"/>
                            <a:pt x="758" y="4"/>
                          </a:cubicBezTo>
                          <a:cubicBezTo>
                            <a:pt x="732" y="22"/>
                            <a:pt x="714" y="49"/>
                            <a:pt x="732" y="75"/>
                          </a:cubicBezTo>
                          <a:cubicBezTo>
                            <a:pt x="741" y="93"/>
                            <a:pt x="758" y="102"/>
                            <a:pt x="767" y="102"/>
                          </a:cubicBezTo>
                          <a:lnTo>
                            <a:pt x="767" y="209"/>
                          </a:lnTo>
                          <a:lnTo>
                            <a:pt x="54" y="923"/>
                          </a:lnTo>
                          <a:lnTo>
                            <a:pt x="54" y="1610"/>
                          </a:lnTo>
                          <a:cubicBezTo>
                            <a:pt x="45" y="1610"/>
                            <a:pt x="45" y="1619"/>
                            <a:pt x="36" y="1619"/>
                          </a:cubicBezTo>
                          <a:cubicBezTo>
                            <a:pt x="9" y="1628"/>
                            <a:pt x="0" y="1663"/>
                            <a:pt x="9" y="1690"/>
                          </a:cubicBezTo>
                          <a:cubicBezTo>
                            <a:pt x="22" y="1710"/>
                            <a:pt x="41" y="1720"/>
                            <a:pt x="60" y="1720"/>
                          </a:cubicBezTo>
                          <a:cubicBezTo>
                            <a:pt x="67" y="1720"/>
                            <a:pt x="74" y="1719"/>
                            <a:pt x="80" y="1717"/>
                          </a:cubicBezTo>
                          <a:cubicBezTo>
                            <a:pt x="107" y="1699"/>
                            <a:pt x="125" y="1663"/>
                            <a:pt x="107" y="1637"/>
                          </a:cubicBezTo>
                          <a:cubicBezTo>
                            <a:pt x="98" y="1628"/>
                            <a:pt x="80" y="1619"/>
                            <a:pt x="71" y="1610"/>
                          </a:cubicBezTo>
                          <a:lnTo>
                            <a:pt x="71" y="932"/>
                          </a:lnTo>
                          <a:lnTo>
                            <a:pt x="785" y="218"/>
                          </a:lnTo>
                          <a:lnTo>
                            <a:pt x="785" y="102"/>
                          </a:lnTo>
                          <a:lnTo>
                            <a:pt x="803" y="102"/>
                          </a:lnTo>
                          <a:cubicBezTo>
                            <a:pt x="830" y="84"/>
                            <a:pt x="839" y="58"/>
                            <a:pt x="830" y="31"/>
                          </a:cubicBezTo>
                          <a:cubicBezTo>
                            <a:pt x="816" y="11"/>
                            <a:pt x="798" y="1"/>
                            <a:pt x="778" y="1"/>
                          </a:cubicBezTo>
                          <a:close/>
                        </a:path>
                      </a:pathLst>
                    </a:custGeom>
                    <a:gradFill>
                      <a:gsLst>
                        <a:gs pos="0">
                          <a:schemeClr val="accent3">
                            <a:alpha val="70000"/>
                          </a:schemeClr>
                        </a:gs>
                        <a:gs pos="100000">
                          <a:schemeClr val="lt2">
                            <a:alpha val="70000"/>
                          </a:schemeClr>
                        </a:gs>
                      </a:gsLst>
                      <a:lin ang="5400012" scaled="0"/>
                    </a:gradFill>
                    <a:ln>
                      <a:noFill/>
                    </a:ln>
                    <a:effectLst>
                      <a:outerShdw blurRad="57150" rotWithShape="0" algn="bl" dist="9525">
                        <a:schemeClr val="dk2">
                          <a:alpha val="73000"/>
                        </a:schemeClr>
                      </a:outerShdw>
                    </a:effectLst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330" name="Google Shape;330;p25"/>
                    <p:cNvSpPr/>
                    <p:nvPr/>
                  </p:nvSpPr>
                  <p:spPr>
                    <a:xfrm>
                      <a:off x="2942982" y="1585746"/>
                      <a:ext cx="46203" cy="104066"/>
                    </a:xfrm>
                    <a:custGeom>
                      <a:rect b="b" l="l" r="r" t="t"/>
                      <a:pathLst>
                        <a:path extrusionOk="0" h="1910" w="848">
                          <a:moveTo>
                            <a:pt x="794" y="1"/>
                          </a:moveTo>
                          <a:cubicBezTo>
                            <a:pt x="768" y="1"/>
                            <a:pt x="741" y="27"/>
                            <a:pt x="741" y="54"/>
                          </a:cubicBezTo>
                          <a:cubicBezTo>
                            <a:pt x="741" y="63"/>
                            <a:pt x="741" y="81"/>
                            <a:pt x="750" y="90"/>
                          </a:cubicBezTo>
                          <a:lnTo>
                            <a:pt x="9" y="839"/>
                          </a:lnTo>
                          <a:lnTo>
                            <a:pt x="0" y="848"/>
                          </a:lnTo>
                          <a:lnTo>
                            <a:pt x="0" y="1535"/>
                          </a:lnTo>
                          <a:lnTo>
                            <a:pt x="295" y="1821"/>
                          </a:lnTo>
                          <a:cubicBezTo>
                            <a:pt x="295" y="1830"/>
                            <a:pt x="286" y="1838"/>
                            <a:pt x="286" y="1856"/>
                          </a:cubicBezTo>
                          <a:cubicBezTo>
                            <a:pt x="286" y="1883"/>
                            <a:pt x="313" y="1910"/>
                            <a:pt x="339" y="1910"/>
                          </a:cubicBezTo>
                          <a:cubicBezTo>
                            <a:pt x="375" y="1910"/>
                            <a:pt x="393" y="1883"/>
                            <a:pt x="393" y="1856"/>
                          </a:cubicBezTo>
                          <a:cubicBezTo>
                            <a:pt x="393" y="1821"/>
                            <a:pt x="375" y="1803"/>
                            <a:pt x="339" y="1803"/>
                          </a:cubicBezTo>
                          <a:cubicBezTo>
                            <a:pt x="330" y="1803"/>
                            <a:pt x="321" y="1803"/>
                            <a:pt x="313" y="1812"/>
                          </a:cubicBezTo>
                          <a:lnTo>
                            <a:pt x="18" y="1526"/>
                          </a:lnTo>
                          <a:lnTo>
                            <a:pt x="18" y="857"/>
                          </a:lnTo>
                          <a:lnTo>
                            <a:pt x="768" y="99"/>
                          </a:lnTo>
                          <a:cubicBezTo>
                            <a:pt x="776" y="108"/>
                            <a:pt x="785" y="108"/>
                            <a:pt x="794" y="108"/>
                          </a:cubicBezTo>
                          <a:cubicBezTo>
                            <a:pt x="821" y="108"/>
                            <a:pt x="848" y="81"/>
                            <a:pt x="848" y="54"/>
                          </a:cubicBezTo>
                          <a:cubicBezTo>
                            <a:pt x="848" y="27"/>
                            <a:pt x="821" y="1"/>
                            <a:pt x="794" y="1"/>
                          </a:cubicBezTo>
                          <a:close/>
                        </a:path>
                      </a:pathLst>
                    </a:custGeom>
                    <a:gradFill>
                      <a:gsLst>
                        <a:gs pos="0">
                          <a:schemeClr val="accent3">
                            <a:alpha val="70000"/>
                          </a:schemeClr>
                        </a:gs>
                        <a:gs pos="100000">
                          <a:schemeClr val="lt2">
                            <a:alpha val="70000"/>
                          </a:schemeClr>
                        </a:gs>
                      </a:gsLst>
                      <a:lin ang="5400012" scaled="0"/>
                    </a:gradFill>
                    <a:ln>
                      <a:noFill/>
                    </a:ln>
                    <a:effectLst>
                      <a:outerShdw blurRad="57150" rotWithShape="0" algn="bl" dist="9525">
                        <a:schemeClr val="dk2">
                          <a:alpha val="73000"/>
                        </a:schemeClr>
                      </a:outerShdw>
                    </a:effectLst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331" name="Google Shape;331;p25"/>
                    <p:cNvSpPr/>
                    <p:nvPr/>
                  </p:nvSpPr>
                  <p:spPr>
                    <a:xfrm>
                      <a:off x="2854986" y="1778247"/>
                      <a:ext cx="80747" cy="97910"/>
                    </a:xfrm>
                    <a:custGeom>
                      <a:rect b="b" l="l" r="r" t="t"/>
                      <a:pathLst>
                        <a:path extrusionOk="0" h="1797" w="1482">
                          <a:moveTo>
                            <a:pt x="1428" y="0"/>
                          </a:moveTo>
                          <a:cubicBezTo>
                            <a:pt x="1401" y="0"/>
                            <a:pt x="1374" y="27"/>
                            <a:pt x="1374" y="54"/>
                          </a:cubicBezTo>
                          <a:cubicBezTo>
                            <a:pt x="1374" y="63"/>
                            <a:pt x="1374" y="72"/>
                            <a:pt x="1383" y="81"/>
                          </a:cubicBezTo>
                          <a:lnTo>
                            <a:pt x="54" y="1401"/>
                          </a:lnTo>
                          <a:lnTo>
                            <a:pt x="54" y="1686"/>
                          </a:lnTo>
                          <a:cubicBezTo>
                            <a:pt x="45" y="1686"/>
                            <a:pt x="45" y="1695"/>
                            <a:pt x="36" y="1695"/>
                          </a:cubicBezTo>
                          <a:cubicBezTo>
                            <a:pt x="10" y="1704"/>
                            <a:pt x="1" y="1740"/>
                            <a:pt x="18" y="1767"/>
                          </a:cubicBezTo>
                          <a:cubicBezTo>
                            <a:pt x="25" y="1787"/>
                            <a:pt x="47" y="1797"/>
                            <a:pt x="69" y="1797"/>
                          </a:cubicBezTo>
                          <a:cubicBezTo>
                            <a:pt x="76" y="1797"/>
                            <a:pt x="83" y="1796"/>
                            <a:pt x="90" y="1794"/>
                          </a:cubicBezTo>
                          <a:cubicBezTo>
                            <a:pt x="117" y="1776"/>
                            <a:pt x="125" y="1740"/>
                            <a:pt x="108" y="1713"/>
                          </a:cubicBezTo>
                          <a:cubicBezTo>
                            <a:pt x="99" y="1704"/>
                            <a:pt x="90" y="1695"/>
                            <a:pt x="72" y="1686"/>
                          </a:cubicBezTo>
                          <a:lnTo>
                            <a:pt x="72" y="1410"/>
                          </a:lnTo>
                          <a:lnTo>
                            <a:pt x="1392" y="90"/>
                          </a:lnTo>
                          <a:cubicBezTo>
                            <a:pt x="1401" y="99"/>
                            <a:pt x="1419" y="107"/>
                            <a:pt x="1428" y="107"/>
                          </a:cubicBezTo>
                          <a:cubicBezTo>
                            <a:pt x="1455" y="107"/>
                            <a:pt x="1481" y="81"/>
                            <a:pt x="1481" y="54"/>
                          </a:cubicBezTo>
                          <a:cubicBezTo>
                            <a:pt x="1481" y="27"/>
                            <a:pt x="1455" y="0"/>
                            <a:pt x="1428" y="0"/>
                          </a:cubicBezTo>
                          <a:close/>
                        </a:path>
                      </a:pathLst>
                    </a:custGeom>
                    <a:gradFill>
                      <a:gsLst>
                        <a:gs pos="0">
                          <a:schemeClr val="accent3">
                            <a:alpha val="70000"/>
                          </a:schemeClr>
                        </a:gs>
                        <a:gs pos="100000">
                          <a:schemeClr val="lt2">
                            <a:alpha val="70000"/>
                          </a:schemeClr>
                        </a:gs>
                      </a:gsLst>
                      <a:lin ang="5400012" scaled="0"/>
                    </a:gradFill>
                    <a:ln>
                      <a:noFill/>
                    </a:ln>
                    <a:effectLst>
                      <a:outerShdw blurRad="57150" rotWithShape="0" algn="bl" dist="9525">
                        <a:schemeClr val="dk2">
                          <a:alpha val="73000"/>
                        </a:schemeClr>
                      </a:outerShdw>
                    </a:effectLst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332" name="Google Shape;332;p25"/>
                    <p:cNvSpPr/>
                    <p:nvPr/>
                  </p:nvSpPr>
                  <p:spPr>
                    <a:xfrm>
                      <a:off x="2938623" y="1824724"/>
                      <a:ext cx="32582" cy="76933"/>
                    </a:xfrm>
                    <a:custGeom>
                      <a:rect b="b" l="l" r="r" t="t"/>
                      <a:pathLst>
                        <a:path extrusionOk="0" h="1412" w="598">
                          <a:moveTo>
                            <a:pt x="537" y="0"/>
                          </a:moveTo>
                          <a:cubicBezTo>
                            <a:pt x="531" y="0"/>
                            <a:pt x="524" y="2"/>
                            <a:pt x="517" y="4"/>
                          </a:cubicBezTo>
                          <a:cubicBezTo>
                            <a:pt x="491" y="22"/>
                            <a:pt x="482" y="57"/>
                            <a:pt x="491" y="75"/>
                          </a:cubicBezTo>
                          <a:cubicBezTo>
                            <a:pt x="491" y="84"/>
                            <a:pt x="491" y="84"/>
                            <a:pt x="491" y="84"/>
                          </a:cubicBezTo>
                          <a:lnTo>
                            <a:pt x="54" y="530"/>
                          </a:lnTo>
                          <a:lnTo>
                            <a:pt x="45" y="530"/>
                          </a:lnTo>
                          <a:lnTo>
                            <a:pt x="45" y="1306"/>
                          </a:lnTo>
                          <a:lnTo>
                            <a:pt x="36" y="1306"/>
                          </a:lnTo>
                          <a:cubicBezTo>
                            <a:pt x="9" y="1324"/>
                            <a:pt x="0" y="1360"/>
                            <a:pt x="9" y="1378"/>
                          </a:cubicBezTo>
                          <a:cubicBezTo>
                            <a:pt x="22" y="1397"/>
                            <a:pt x="39" y="1412"/>
                            <a:pt x="58" y="1412"/>
                          </a:cubicBezTo>
                          <a:cubicBezTo>
                            <a:pt x="65" y="1412"/>
                            <a:pt x="73" y="1409"/>
                            <a:pt x="80" y="1404"/>
                          </a:cubicBezTo>
                          <a:cubicBezTo>
                            <a:pt x="107" y="1396"/>
                            <a:pt x="116" y="1360"/>
                            <a:pt x="107" y="1333"/>
                          </a:cubicBezTo>
                          <a:cubicBezTo>
                            <a:pt x="98" y="1315"/>
                            <a:pt x="80" y="1306"/>
                            <a:pt x="71" y="1306"/>
                          </a:cubicBezTo>
                          <a:lnTo>
                            <a:pt x="71" y="539"/>
                          </a:lnTo>
                          <a:lnTo>
                            <a:pt x="509" y="102"/>
                          </a:lnTo>
                          <a:cubicBezTo>
                            <a:pt x="517" y="106"/>
                            <a:pt x="526" y="109"/>
                            <a:pt x="535" y="109"/>
                          </a:cubicBezTo>
                          <a:cubicBezTo>
                            <a:pt x="544" y="109"/>
                            <a:pt x="553" y="106"/>
                            <a:pt x="562" y="102"/>
                          </a:cubicBezTo>
                          <a:cubicBezTo>
                            <a:pt x="589" y="93"/>
                            <a:pt x="598" y="57"/>
                            <a:pt x="589" y="31"/>
                          </a:cubicBezTo>
                          <a:cubicBezTo>
                            <a:pt x="575" y="11"/>
                            <a:pt x="557" y="0"/>
                            <a:pt x="537" y="0"/>
                          </a:cubicBezTo>
                          <a:close/>
                        </a:path>
                      </a:pathLst>
                    </a:custGeom>
                    <a:gradFill>
                      <a:gsLst>
                        <a:gs pos="0">
                          <a:schemeClr val="accent3">
                            <a:alpha val="70000"/>
                          </a:schemeClr>
                        </a:gs>
                        <a:gs pos="100000">
                          <a:schemeClr val="lt2">
                            <a:alpha val="70000"/>
                          </a:schemeClr>
                        </a:gs>
                      </a:gsLst>
                      <a:lin ang="5400012" scaled="0"/>
                    </a:gradFill>
                    <a:ln>
                      <a:noFill/>
                    </a:ln>
                    <a:effectLst>
                      <a:outerShdw blurRad="57150" rotWithShape="0" algn="bl" dist="9525">
                        <a:schemeClr val="dk2">
                          <a:alpha val="73000"/>
                        </a:schemeClr>
                      </a:outerShdw>
                    </a:effectLst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333" name="Google Shape;333;p25"/>
                    <p:cNvSpPr/>
                    <p:nvPr/>
                  </p:nvSpPr>
                  <p:spPr>
                    <a:xfrm>
                      <a:off x="2864249" y="1572124"/>
                      <a:ext cx="49145" cy="33127"/>
                    </a:xfrm>
                    <a:custGeom>
                      <a:rect b="b" l="l" r="r" t="t"/>
                      <a:pathLst>
                        <a:path extrusionOk="0" h="608" w="902">
                          <a:moveTo>
                            <a:pt x="848" y="1"/>
                          </a:moveTo>
                          <a:cubicBezTo>
                            <a:pt x="812" y="1"/>
                            <a:pt x="794" y="19"/>
                            <a:pt x="794" y="54"/>
                          </a:cubicBezTo>
                          <a:cubicBezTo>
                            <a:pt x="794" y="63"/>
                            <a:pt x="794" y="72"/>
                            <a:pt x="803" y="81"/>
                          </a:cubicBezTo>
                          <a:lnTo>
                            <a:pt x="339" y="545"/>
                          </a:lnTo>
                          <a:lnTo>
                            <a:pt x="98" y="545"/>
                          </a:lnTo>
                          <a:cubicBezTo>
                            <a:pt x="98" y="527"/>
                            <a:pt x="80" y="500"/>
                            <a:pt x="54" y="500"/>
                          </a:cubicBezTo>
                          <a:cubicBezTo>
                            <a:pt x="18" y="500"/>
                            <a:pt x="0" y="527"/>
                            <a:pt x="0" y="554"/>
                          </a:cubicBezTo>
                          <a:cubicBezTo>
                            <a:pt x="0" y="590"/>
                            <a:pt x="18" y="608"/>
                            <a:pt x="54" y="608"/>
                          </a:cubicBezTo>
                          <a:cubicBezTo>
                            <a:pt x="80" y="608"/>
                            <a:pt x="98" y="590"/>
                            <a:pt x="98" y="563"/>
                          </a:cubicBezTo>
                          <a:lnTo>
                            <a:pt x="348" y="563"/>
                          </a:lnTo>
                          <a:lnTo>
                            <a:pt x="812" y="90"/>
                          </a:lnTo>
                          <a:cubicBezTo>
                            <a:pt x="821" y="99"/>
                            <a:pt x="830" y="108"/>
                            <a:pt x="848" y="108"/>
                          </a:cubicBezTo>
                          <a:cubicBezTo>
                            <a:pt x="874" y="108"/>
                            <a:pt x="901" y="81"/>
                            <a:pt x="901" y="54"/>
                          </a:cubicBezTo>
                          <a:cubicBezTo>
                            <a:pt x="901" y="19"/>
                            <a:pt x="874" y="1"/>
                            <a:pt x="848" y="1"/>
                          </a:cubicBezTo>
                          <a:close/>
                        </a:path>
                      </a:pathLst>
                    </a:custGeom>
                    <a:gradFill>
                      <a:gsLst>
                        <a:gs pos="0">
                          <a:schemeClr val="accent3">
                            <a:alpha val="70000"/>
                          </a:schemeClr>
                        </a:gs>
                        <a:gs pos="100000">
                          <a:schemeClr val="lt2">
                            <a:alpha val="70000"/>
                          </a:schemeClr>
                        </a:gs>
                      </a:gsLst>
                      <a:lin ang="5400012" scaled="0"/>
                    </a:gradFill>
                    <a:ln>
                      <a:noFill/>
                    </a:ln>
                    <a:effectLst>
                      <a:outerShdw blurRad="57150" rotWithShape="0" algn="bl" dist="9525">
                        <a:schemeClr val="dk2">
                          <a:alpha val="73000"/>
                        </a:schemeClr>
                      </a:outerShdw>
                    </a:effectLst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334" name="Google Shape;334;p25"/>
                    <p:cNvSpPr/>
                    <p:nvPr/>
                  </p:nvSpPr>
                  <p:spPr>
                    <a:xfrm>
                      <a:off x="2861797" y="1553163"/>
                      <a:ext cx="74427" cy="68597"/>
                    </a:xfrm>
                    <a:custGeom>
                      <a:rect b="b" l="l" r="r" t="t"/>
                      <a:pathLst>
                        <a:path extrusionOk="0" h="1259" w="1366">
                          <a:moveTo>
                            <a:pt x="1276" y="1"/>
                          </a:moveTo>
                          <a:cubicBezTo>
                            <a:pt x="1232" y="1"/>
                            <a:pt x="1187" y="37"/>
                            <a:pt x="1187" y="90"/>
                          </a:cubicBezTo>
                          <a:cubicBezTo>
                            <a:pt x="1187" y="135"/>
                            <a:pt x="1223" y="170"/>
                            <a:pt x="1267" y="170"/>
                          </a:cubicBezTo>
                          <a:lnTo>
                            <a:pt x="1267" y="527"/>
                          </a:lnTo>
                          <a:lnTo>
                            <a:pt x="589" y="1196"/>
                          </a:lnTo>
                          <a:lnTo>
                            <a:pt x="108" y="1196"/>
                          </a:lnTo>
                          <a:cubicBezTo>
                            <a:pt x="108" y="1179"/>
                            <a:pt x="81" y="1152"/>
                            <a:pt x="54" y="1152"/>
                          </a:cubicBezTo>
                          <a:cubicBezTo>
                            <a:pt x="27" y="1152"/>
                            <a:pt x="0" y="1179"/>
                            <a:pt x="0" y="1205"/>
                          </a:cubicBezTo>
                          <a:cubicBezTo>
                            <a:pt x="0" y="1241"/>
                            <a:pt x="27" y="1259"/>
                            <a:pt x="54" y="1259"/>
                          </a:cubicBezTo>
                          <a:cubicBezTo>
                            <a:pt x="81" y="1259"/>
                            <a:pt x="108" y="1241"/>
                            <a:pt x="108" y="1214"/>
                          </a:cubicBezTo>
                          <a:lnTo>
                            <a:pt x="598" y="1214"/>
                          </a:lnTo>
                          <a:lnTo>
                            <a:pt x="1285" y="536"/>
                          </a:lnTo>
                          <a:lnTo>
                            <a:pt x="1285" y="170"/>
                          </a:lnTo>
                          <a:cubicBezTo>
                            <a:pt x="1330" y="170"/>
                            <a:pt x="1365" y="135"/>
                            <a:pt x="1365" y="90"/>
                          </a:cubicBezTo>
                          <a:cubicBezTo>
                            <a:pt x="1365" y="37"/>
                            <a:pt x="1321" y="1"/>
                            <a:pt x="1276" y="1"/>
                          </a:cubicBezTo>
                          <a:close/>
                        </a:path>
                      </a:pathLst>
                    </a:custGeom>
                    <a:gradFill>
                      <a:gsLst>
                        <a:gs pos="0">
                          <a:schemeClr val="accent3">
                            <a:alpha val="70000"/>
                          </a:schemeClr>
                        </a:gs>
                        <a:gs pos="100000">
                          <a:schemeClr val="lt2">
                            <a:alpha val="70000"/>
                          </a:schemeClr>
                        </a:gs>
                      </a:gsLst>
                      <a:lin ang="5400012" scaled="0"/>
                    </a:gradFill>
                    <a:ln>
                      <a:noFill/>
                    </a:ln>
                    <a:effectLst>
                      <a:outerShdw blurRad="57150" rotWithShape="0" algn="bl" dist="9525">
                        <a:schemeClr val="dk2">
                          <a:alpha val="73000"/>
                        </a:schemeClr>
                      </a:outerShdw>
                    </a:effectLst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335" name="Google Shape;335;p25"/>
                    <p:cNvSpPr/>
                    <p:nvPr/>
                  </p:nvSpPr>
                  <p:spPr>
                    <a:xfrm>
                      <a:off x="2858419" y="1643120"/>
                      <a:ext cx="48165" cy="19996"/>
                    </a:xfrm>
                    <a:custGeom>
                      <a:rect b="b" l="l" r="r" t="t"/>
                      <a:pathLst>
                        <a:path extrusionOk="0" h="367" w="884">
                          <a:moveTo>
                            <a:pt x="830" y="0"/>
                          </a:moveTo>
                          <a:cubicBezTo>
                            <a:pt x="803" y="0"/>
                            <a:pt x="785" y="18"/>
                            <a:pt x="776" y="45"/>
                          </a:cubicBezTo>
                          <a:lnTo>
                            <a:pt x="196" y="45"/>
                          </a:lnTo>
                          <a:lnTo>
                            <a:pt x="45" y="179"/>
                          </a:lnTo>
                          <a:lnTo>
                            <a:pt x="45" y="259"/>
                          </a:lnTo>
                          <a:cubicBezTo>
                            <a:pt x="18" y="268"/>
                            <a:pt x="0" y="286"/>
                            <a:pt x="0" y="313"/>
                          </a:cubicBezTo>
                          <a:cubicBezTo>
                            <a:pt x="0" y="339"/>
                            <a:pt x="18" y="366"/>
                            <a:pt x="54" y="366"/>
                          </a:cubicBezTo>
                          <a:cubicBezTo>
                            <a:pt x="80" y="366"/>
                            <a:pt x="107" y="339"/>
                            <a:pt x="107" y="313"/>
                          </a:cubicBezTo>
                          <a:cubicBezTo>
                            <a:pt x="107" y="286"/>
                            <a:pt x="80" y="268"/>
                            <a:pt x="62" y="259"/>
                          </a:cubicBezTo>
                          <a:lnTo>
                            <a:pt x="62" y="188"/>
                          </a:lnTo>
                          <a:lnTo>
                            <a:pt x="205" y="63"/>
                          </a:lnTo>
                          <a:lnTo>
                            <a:pt x="776" y="63"/>
                          </a:lnTo>
                          <a:cubicBezTo>
                            <a:pt x="785" y="90"/>
                            <a:pt x="803" y="107"/>
                            <a:pt x="830" y="107"/>
                          </a:cubicBezTo>
                          <a:cubicBezTo>
                            <a:pt x="865" y="107"/>
                            <a:pt x="883" y="81"/>
                            <a:pt x="883" y="54"/>
                          </a:cubicBezTo>
                          <a:cubicBezTo>
                            <a:pt x="883" y="27"/>
                            <a:pt x="865" y="0"/>
                            <a:pt x="830" y="0"/>
                          </a:cubicBezTo>
                          <a:close/>
                        </a:path>
                      </a:pathLst>
                    </a:custGeom>
                    <a:gradFill>
                      <a:gsLst>
                        <a:gs pos="0">
                          <a:schemeClr val="accent3">
                            <a:alpha val="70000"/>
                          </a:schemeClr>
                        </a:gs>
                        <a:gs pos="100000">
                          <a:schemeClr val="lt2">
                            <a:alpha val="70000"/>
                          </a:schemeClr>
                        </a:gs>
                      </a:gsLst>
                      <a:lin ang="5400012" scaled="0"/>
                    </a:gradFill>
                    <a:ln>
                      <a:noFill/>
                    </a:ln>
                    <a:effectLst>
                      <a:outerShdw blurRad="57150" rotWithShape="0" algn="bl" dist="9525">
                        <a:schemeClr val="dk2">
                          <a:alpha val="73000"/>
                        </a:schemeClr>
                      </a:outerShdw>
                    </a:effectLst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336" name="Google Shape;336;p25"/>
                    <p:cNvSpPr/>
                    <p:nvPr/>
                  </p:nvSpPr>
                  <p:spPr>
                    <a:xfrm>
                      <a:off x="2750971" y="1431167"/>
                      <a:ext cx="272752" cy="612030"/>
                    </a:xfrm>
                    <a:custGeom>
                      <a:rect b="b" l="l" r="r" t="t"/>
                      <a:pathLst>
                        <a:path extrusionOk="0" h="11233" w="5006">
                          <a:moveTo>
                            <a:pt x="3810" y="126"/>
                          </a:moveTo>
                          <a:lnTo>
                            <a:pt x="3810" y="1259"/>
                          </a:lnTo>
                          <a:lnTo>
                            <a:pt x="3667" y="1259"/>
                          </a:lnTo>
                          <a:lnTo>
                            <a:pt x="3667" y="946"/>
                          </a:lnTo>
                          <a:lnTo>
                            <a:pt x="3453" y="732"/>
                          </a:lnTo>
                          <a:lnTo>
                            <a:pt x="3453" y="251"/>
                          </a:lnTo>
                          <a:cubicBezTo>
                            <a:pt x="3578" y="197"/>
                            <a:pt x="3694" y="161"/>
                            <a:pt x="3810" y="126"/>
                          </a:cubicBezTo>
                          <a:close/>
                          <a:moveTo>
                            <a:pt x="3970" y="81"/>
                          </a:moveTo>
                          <a:lnTo>
                            <a:pt x="3970" y="1259"/>
                          </a:lnTo>
                          <a:lnTo>
                            <a:pt x="3828" y="1259"/>
                          </a:lnTo>
                          <a:lnTo>
                            <a:pt x="3828" y="117"/>
                          </a:lnTo>
                          <a:cubicBezTo>
                            <a:pt x="3881" y="108"/>
                            <a:pt x="3926" y="99"/>
                            <a:pt x="3970" y="81"/>
                          </a:cubicBezTo>
                          <a:close/>
                          <a:moveTo>
                            <a:pt x="3435" y="251"/>
                          </a:moveTo>
                          <a:lnTo>
                            <a:pt x="3435" y="732"/>
                          </a:lnTo>
                          <a:lnTo>
                            <a:pt x="3649" y="955"/>
                          </a:lnTo>
                          <a:lnTo>
                            <a:pt x="3649" y="1259"/>
                          </a:lnTo>
                          <a:lnTo>
                            <a:pt x="3658" y="1259"/>
                          </a:lnTo>
                          <a:cubicBezTo>
                            <a:pt x="3605" y="1259"/>
                            <a:pt x="3551" y="1294"/>
                            <a:pt x="3524" y="1339"/>
                          </a:cubicBezTo>
                          <a:lnTo>
                            <a:pt x="3524" y="1330"/>
                          </a:lnTo>
                          <a:lnTo>
                            <a:pt x="3212" y="1330"/>
                          </a:lnTo>
                          <a:lnTo>
                            <a:pt x="2953" y="1071"/>
                          </a:lnTo>
                          <a:lnTo>
                            <a:pt x="2454" y="1071"/>
                          </a:lnTo>
                          <a:cubicBezTo>
                            <a:pt x="2498" y="946"/>
                            <a:pt x="2543" y="839"/>
                            <a:pt x="2605" y="768"/>
                          </a:cubicBezTo>
                          <a:cubicBezTo>
                            <a:pt x="2757" y="572"/>
                            <a:pt x="3087" y="393"/>
                            <a:pt x="3435" y="251"/>
                          </a:cubicBezTo>
                          <a:close/>
                          <a:moveTo>
                            <a:pt x="4256" y="37"/>
                          </a:moveTo>
                          <a:cubicBezTo>
                            <a:pt x="4372" y="37"/>
                            <a:pt x="4595" y="117"/>
                            <a:pt x="4693" y="188"/>
                          </a:cubicBezTo>
                          <a:cubicBezTo>
                            <a:pt x="4782" y="260"/>
                            <a:pt x="4952" y="572"/>
                            <a:pt x="4970" y="607"/>
                          </a:cubicBezTo>
                          <a:lnTo>
                            <a:pt x="4970" y="1241"/>
                          </a:lnTo>
                          <a:lnTo>
                            <a:pt x="4746" y="1241"/>
                          </a:lnTo>
                          <a:lnTo>
                            <a:pt x="4657" y="1330"/>
                          </a:lnTo>
                          <a:lnTo>
                            <a:pt x="4283" y="1330"/>
                          </a:lnTo>
                          <a:lnTo>
                            <a:pt x="4283" y="1339"/>
                          </a:lnTo>
                          <a:cubicBezTo>
                            <a:pt x="4256" y="1303"/>
                            <a:pt x="4211" y="1268"/>
                            <a:pt x="4167" y="1268"/>
                          </a:cubicBezTo>
                          <a:lnTo>
                            <a:pt x="4176" y="1268"/>
                          </a:lnTo>
                          <a:lnTo>
                            <a:pt x="4176" y="946"/>
                          </a:lnTo>
                          <a:lnTo>
                            <a:pt x="4381" y="723"/>
                          </a:lnTo>
                          <a:lnTo>
                            <a:pt x="4381" y="63"/>
                          </a:lnTo>
                          <a:lnTo>
                            <a:pt x="4363" y="63"/>
                          </a:lnTo>
                          <a:lnTo>
                            <a:pt x="4363" y="715"/>
                          </a:lnTo>
                          <a:lnTo>
                            <a:pt x="4167" y="938"/>
                          </a:lnTo>
                          <a:lnTo>
                            <a:pt x="4158" y="946"/>
                          </a:lnTo>
                          <a:lnTo>
                            <a:pt x="4158" y="1268"/>
                          </a:lnTo>
                          <a:cubicBezTo>
                            <a:pt x="4158" y="1268"/>
                            <a:pt x="4149" y="1259"/>
                            <a:pt x="4149" y="1259"/>
                          </a:cubicBezTo>
                          <a:lnTo>
                            <a:pt x="3988" y="1259"/>
                          </a:lnTo>
                          <a:lnTo>
                            <a:pt x="3988" y="81"/>
                          </a:lnTo>
                          <a:cubicBezTo>
                            <a:pt x="4077" y="63"/>
                            <a:pt x="4158" y="45"/>
                            <a:pt x="4229" y="37"/>
                          </a:cubicBezTo>
                          <a:close/>
                          <a:moveTo>
                            <a:pt x="2944" y="1089"/>
                          </a:moveTo>
                          <a:lnTo>
                            <a:pt x="3203" y="1348"/>
                          </a:lnTo>
                          <a:lnTo>
                            <a:pt x="3524" y="1348"/>
                          </a:lnTo>
                          <a:cubicBezTo>
                            <a:pt x="3515" y="1366"/>
                            <a:pt x="3506" y="1393"/>
                            <a:pt x="3506" y="1419"/>
                          </a:cubicBezTo>
                          <a:lnTo>
                            <a:pt x="3506" y="1491"/>
                          </a:lnTo>
                          <a:lnTo>
                            <a:pt x="3203" y="1491"/>
                          </a:lnTo>
                          <a:lnTo>
                            <a:pt x="2944" y="1250"/>
                          </a:lnTo>
                          <a:lnTo>
                            <a:pt x="2391" y="1250"/>
                          </a:lnTo>
                          <a:cubicBezTo>
                            <a:pt x="2409" y="1196"/>
                            <a:pt x="2427" y="1143"/>
                            <a:pt x="2445" y="1089"/>
                          </a:cubicBezTo>
                          <a:close/>
                          <a:moveTo>
                            <a:pt x="4970" y="1259"/>
                          </a:moveTo>
                          <a:lnTo>
                            <a:pt x="4970" y="1526"/>
                          </a:lnTo>
                          <a:lnTo>
                            <a:pt x="4300" y="1526"/>
                          </a:lnTo>
                          <a:lnTo>
                            <a:pt x="4300" y="1419"/>
                          </a:lnTo>
                          <a:cubicBezTo>
                            <a:pt x="4300" y="1393"/>
                            <a:pt x="4292" y="1366"/>
                            <a:pt x="4283" y="1348"/>
                          </a:cubicBezTo>
                          <a:lnTo>
                            <a:pt x="4657" y="1348"/>
                          </a:lnTo>
                          <a:lnTo>
                            <a:pt x="4755" y="1259"/>
                          </a:lnTo>
                          <a:close/>
                          <a:moveTo>
                            <a:pt x="2944" y="1268"/>
                          </a:moveTo>
                          <a:lnTo>
                            <a:pt x="3194" y="1508"/>
                          </a:lnTo>
                          <a:lnTo>
                            <a:pt x="3506" y="1508"/>
                          </a:lnTo>
                          <a:lnTo>
                            <a:pt x="3506" y="1651"/>
                          </a:lnTo>
                          <a:lnTo>
                            <a:pt x="2266" y="1651"/>
                          </a:lnTo>
                          <a:cubicBezTo>
                            <a:pt x="2302" y="1571"/>
                            <a:pt x="2329" y="1473"/>
                            <a:pt x="2356" y="1384"/>
                          </a:cubicBezTo>
                          <a:cubicBezTo>
                            <a:pt x="2365" y="1348"/>
                            <a:pt x="2373" y="1303"/>
                            <a:pt x="2391" y="1268"/>
                          </a:cubicBezTo>
                          <a:close/>
                          <a:moveTo>
                            <a:pt x="4970" y="1544"/>
                          </a:moveTo>
                          <a:lnTo>
                            <a:pt x="4970" y="1687"/>
                          </a:lnTo>
                          <a:lnTo>
                            <a:pt x="4300" y="1687"/>
                          </a:lnTo>
                          <a:lnTo>
                            <a:pt x="4300" y="1544"/>
                          </a:lnTo>
                          <a:close/>
                          <a:moveTo>
                            <a:pt x="3506" y="1669"/>
                          </a:moveTo>
                          <a:lnTo>
                            <a:pt x="3506" y="1803"/>
                          </a:lnTo>
                          <a:lnTo>
                            <a:pt x="2213" y="1803"/>
                          </a:lnTo>
                          <a:cubicBezTo>
                            <a:pt x="2231" y="1758"/>
                            <a:pt x="2249" y="1714"/>
                            <a:pt x="2266" y="1669"/>
                          </a:cubicBezTo>
                          <a:close/>
                          <a:moveTo>
                            <a:pt x="4970" y="1705"/>
                          </a:moveTo>
                          <a:lnTo>
                            <a:pt x="4970" y="1928"/>
                          </a:lnTo>
                          <a:lnTo>
                            <a:pt x="4729" y="1928"/>
                          </a:lnTo>
                          <a:lnTo>
                            <a:pt x="4622" y="1839"/>
                          </a:lnTo>
                          <a:lnTo>
                            <a:pt x="4300" y="1839"/>
                          </a:lnTo>
                          <a:lnTo>
                            <a:pt x="4300" y="1705"/>
                          </a:lnTo>
                          <a:close/>
                          <a:moveTo>
                            <a:pt x="777" y="3070"/>
                          </a:moveTo>
                          <a:lnTo>
                            <a:pt x="1365" y="3614"/>
                          </a:lnTo>
                          <a:lnTo>
                            <a:pt x="1365" y="4470"/>
                          </a:lnTo>
                          <a:lnTo>
                            <a:pt x="1169" y="4470"/>
                          </a:lnTo>
                          <a:cubicBezTo>
                            <a:pt x="1053" y="4470"/>
                            <a:pt x="955" y="4568"/>
                            <a:pt x="955" y="4693"/>
                          </a:cubicBezTo>
                          <a:lnTo>
                            <a:pt x="955" y="4881"/>
                          </a:lnTo>
                          <a:lnTo>
                            <a:pt x="72" y="4881"/>
                          </a:lnTo>
                          <a:cubicBezTo>
                            <a:pt x="72" y="4827"/>
                            <a:pt x="81" y="4782"/>
                            <a:pt x="81" y="4738"/>
                          </a:cubicBezTo>
                          <a:cubicBezTo>
                            <a:pt x="90" y="4675"/>
                            <a:pt x="108" y="4613"/>
                            <a:pt x="125" y="4551"/>
                          </a:cubicBezTo>
                          <a:lnTo>
                            <a:pt x="339" y="4551"/>
                          </a:lnTo>
                          <a:lnTo>
                            <a:pt x="411" y="4675"/>
                          </a:lnTo>
                          <a:lnTo>
                            <a:pt x="955" y="4675"/>
                          </a:lnTo>
                          <a:lnTo>
                            <a:pt x="955" y="4658"/>
                          </a:lnTo>
                          <a:lnTo>
                            <a:pt x="429" y="4658"/>
                          </a:lnTo>
                          <a:lnTo>
                            <a:pt x="348" y="4533"/>
                          </a:lnTo>
                          <a:lnTo>
                            <a:pt x="134" y="4533"/>
                          </a:lnTo>
                          <a:cubicBezTo>
                            <a:pt x="206" y="4256"/>
                            <a:pt x="331" y="3917"/>
                            <a:pt x="482" y="3605"/>
                          </a:cubicBezTo>
                          <a:lnTo>
                            <a:pt x="812" y="3908"/>
                          </a:lnTo>
                          <a:lnTo>
                            <a:pt x="812" y="4113"/>
                          </a:lnTo>
                          <a:cubicBezTo>
                            <a:pt x="786" y="4122"/>
                            <a:pt x="768" y="4140"/>
                            <a:pt x="768" y="4167"/>
                          </a:cubicBezTo>
                          <a:cubicBezTo>
                            <a:pt x="768" y="4194"/>
                            <a:pt x="794" y="4220"/>
                            <a:pt x="821" y="4220"/>
                          </a:cubicBezTo>
                          <a:cubicBezTo>
                            <a:pt x="857" y="4220"/>
                            <a:pt x="875" y="4194"/>
                            <a:pt x="875" y="4167"/>
                          </a:cubicBezTo>
                          <a:cubicBezTo>
                            <a:pt x="875" y="4140"/>
                            <a:pt x="857" y="4122"/>
                            <a:pt x="830" y="4113"/>
                          </a:cubicBezTo>
                          <a:lnTo>
                            <a:pt x="830" y="3899"/>
                          </a:lnTo>
                          <a:lnTo>
                            <a:pt x="491" y="3596"/>
                          </a:lnTo>
                          <a:cubicBezTo>
                            <a:pt x="518" y="3534"/>
                            <a:pt x="545" y="3471"/>
                            <a:pt x="580" y="3418"/>
                          </a:cubicBezTo>
                          <a:lnTo>
                            <a:pt x="1142" y="3935"/>
                          </a:lnTo>
                          <a:lnTo>
                            <a:pt x="1142" y="4470"/>
                          </a:lnTo>
                          <a:lnTo>
                            <a:pt x="1169" y="4470"/>
                          </a:lnTo>
                          <a:lnTo>
                            <a:pt x="1169" y="3926"/>
                          </a:lnTo>
                          <a:lnTo>
                            <a:pt x="589" y="3400"/>
                          </a:lnTo>
                          <a:cubicBezTo>
                            <a:pt x="652" y="3275"/>
                            <a:pt x="714" y="3168"/>
                            <a:pt x="777" y="3070"/>
                          </a:cubicBezTo>
                          <a:close/>
                          <a:moveTo>
                            <a:pt x="4184" y="2053"/>
                          </a:moveTo>
                          <a:lnTo>
                            <a:pt x="4184" y="2802"/>
                          </a:lnTo>
                          <a:lnTo>
                            <a:pt x="3328" y="3650"/>
                          </a:lnTo>
                          <a:lnTo>
                            <a:pt x="3328" y="4542"/>
                          </a:lnTo>
                          <a:lnTo>
                            <a:pt x="3685" y="4890"/>
                          </a:lnTo>
                          <a:lnTo>
                            <a:pt x="3694" y="4898"/>
                          </a:lnTo>
                          <a:lnTo>
                            <a:pt x="4140" y="4898"/>
                          </a:lnTo>
                          <a:lnTo>
                            <a:pt x="4140" y="4881"/>
                          </a:lnTo>
                          <a:lnTo>
                            <a:pt x="3703" y="4881"/>
                          </a:lnTo>
                          <a:lnTo>
                            <a:pt x="3346" y="4533"/>
                          </a:lnTo>
                          <a:lnTo>
                            <a:pt x="3346" y="3658"/>
                          </a:lnTo>
                          <a:lnTo>
                            <a:pt x="4202" y="2811"/>
                          </a:lnTo>
                          <a:lnTo>
                            <a:pt x="4202" y="2053"/>
                          </a:lnTo>
                          <a:close/>
                          <a:moveTo>
                            <a:pt x="955" y="4898"/>
                          </a:moveTo>
                          <a:lnTo>
                            <a:pt x="955" y="5130"/>
                          </a:lnTo>
                          <a:lnTo>
                            <a:pt x="54" y="5130"/>
                          </a:lnTo>
                          <a:cubicBezTo>
                            <a:pt x="54" y="5050"/>
                            <a:pt x="63" y="4970"/>
                            <a:pt x="63" y="4898"/>
                          </a:cubicBezTo>
                          <a:close/>
                          <a:moveTo>
                            <a:pt x="955" y="5148"/>
                          </a:moveTo>
                          <a:lnTo>
                            <a:pt x="955" y="5362"/>
                          </a:lnTo>
                          <a:lnTo>
                            <a:pt x="393" y="5362"/>
                          </a:lnTo>
                          <a:lnTo>
                            <a:pt x="286" y="5478"/>
                          </a:lnTo>
                          <a:lnTo>
                            <a:pt x="54" y="5478"/>
                          </a:lnTo>
                          <a:cubicBezTo>
                            <a:pt x="54" y="5371"/>
                            <a:pt x="54" y="5255"/>
                            <a:pt x="54" y="5148"/>
                          </a:cubicBezTo>
                          <a:close/>
                          <a:moveTo>
                            <a:pt x="955" y="5371"/>
                          </a:moveTo>
                          <a:cubicBezTo>
                            <a:pt x="964" y="5487"/>
                            <a:pt x="1053" y="5576"/>
                            <a:pt x="1169" y="5576"/>
                          </a:cubicBezTo>
                          <a:lnTo>
                            <a:pt x="1365" y="5576"/>
                          </a:lnTo>
                          <a:lnTo>
                            <a:pt x="1365" y="5960"/>
                          </a:lnTo>
                          <a:lnTo>
                            <a:pt x="919" y="6397"/>
                          </a:lnTo>
                          <a:lnTo>
                            <a:pt x="224" y="6397"/>
                          </a:lnTo>
                          <a:lnTo>
                            <a:pt x="224" y="6406"/>
                          </a:lnTo>
                          <a:cubicBezTo>
                            <a:pt x="197" y="6335"/>
                            <a:pt x="179" y="6272"/>
                            <a:pt x="152" y="6210"/>
                          </a:cubicBezTo>
                          <a:lnTo>
                            <a:pt x="893" y="6210"/>
                          </a:lnTo>
                          <a:lnTo>
                            <a:pt x="1142" y="5933"/>
                          </a:lnTo>
                          <a:lnTo>
                            <a:pt x="1142" y="5576"/>
                          </a:lnTo>
                          <a:lnTo>
                            <a:pt x="1125" y="5576"/>
                          </a:lnTo>
                          <a:lnTo>
                            <a:pt x="1125" y="5924"/>
                          </a:lnTo>
                          <a:lnTo>
                            <a:pt x="884" y="6192"/>
                          </a:lnTo>
                          <a:lnTo>
                            <a:pt x="152" y="6192"/>
                          </a:lnTo>
                          <a:cubicBezTo>
                            <a:pt x="143" y="6156"/>
                            <a:pt x="125" y="6121"/>
                            <a:pt x="116" y="6085"/>
                          </a:cubicBezTo>
                          <a:lnTo>
                            <a:pt x="687" y="6085"/>
                          </a:lnTo>
                          <a:lnTo>
                            <a:pt x="794" y="5978"/>
                          </a:lnTo>
                          <a:cubicBezTo>
                            <a:pt x="803" y="5982"/>
                            <a:pt x="812" y="5985"/>
                            <a:pt x="821" y="5985"/>
                          </a:cubicBezTo>
                          <a:cubicBezTo>
                            <a:pt x="830" y="5985"/>
                            <a:pt x="839" y="5982"/>
                            <a:pt x="848" y="5978"/>
                          </a:cubicBezTo>
                          <a:cubicBezTo>
                            <a:pt x="875" y="5969"/>
                            <a:pt x="884" y="5933"/>
                            <a:pt x="875" y="5907"/>
                          </a:cubicBezTo>
                          <a:cubicBezTo>
                            <a:pt x="863" y="5889"/>
                            <a:pt x="848" y="5879"/>
                            <a:pt x="831" y="5879"/>
                          </a:cubicBezTo>
                          <a:cubicBezTo>
                            <a:pt x="822" y="5879"/>
                            <a:pt x="813" y="5882"/>
                            <a:pt x="803" y="5889"/>
                          </a:cubicBezTo>
                          <a:cubicBezTo>
                            <a:pt x="777" y="5898"/>
                            <a:pt x="768" y="5933"/>
                            <a:pt x="777" y="5960"/>
                          </a:cubicBezTo>
                          <a:cubicBezTo>
                            <a:pt x="777" y="5960"/>
                            <a:pt x="777" y="5960"/>
                            <a:pt x="786" y="5969"/>
                          </a:cubicBezTo>
                          <a:lnTo>
                            <a:pt x="678" y="6067"/>
                          </a:lnTo>
                          <a:lnTo>
                            <a:pt x="116" y="6067"/>
                          </a:lnTo>
                          <a:cubicBezTo>
                            <a:pt x="108" y="6049"/>
                            <a:pt x="108" y="6022"/>
                            <a:pt x="99" y="6005"/>
                          </a:cubicBezTo>
                          <a:cubicBezTo>
                            <a:pt x="99" y="5978"/>
                            <a:pt x="90" y="5960"/>
                            <a:pt x="90" y="5942"/>
                          </a:cubicBezTo>
                          <a:lnTo>
                            <a:pt x="473" y="5942"/>
                          </a:lnTo>
                          <a:lnTo>
                            <a:pt x="554" y="5871"/>
                          </a:lnTo>
                          <a:cubicBezTo>
                            <a:pt x="566" y="5877"/>
                            <a:pt x="583" y="5883"/>
                            <a:pt x="599" y="5883"/>
                          </a:cubicBezTo>
                          <a:cubicBezTo>
                            <a:pt x="605" y="5883"/>
                            <a:pt x="611" y="5882"/>
                            <a:pt x="616" y="5880"/>
                          </a:cubicBezTo>
                          <a:cubicBezTo>
                            <a:pt x="643" y="5862"/>
                            <a:pt x="652" y="5835"/>
                            <a:pt x="643" y="5808"/>
                          </a:cubicBezTo>
                          <a:cubicBezTo>
                            <a:pt x="630" y="5789"/>
                            <a:pt x="612" y="5774"/>
                            <a:pt x="594" y="5774"/>
                          </a:cubicBezTo>
                          <a:cubicBezTo>
                            <a:pt x="586" y="5774"/>
                            <a:pt x="579" y="5777"/>
                            <a:pt x="571" y="5782"/>
                          </a:cubicBezTo>
                          <a:cubicBezTo>
                            <a:pt x="545" y="5791"/>
                            <a:pt x="527" y="5826"/>
                            <a:pt x="545" y="5853"/>
                          </a:cubicBezTo>
                          <a:lnTo>
                            <a:pt x="464" y="5924"/>
                          </a:lnTo>
                          <a:lnTo>
                            <a:pt x="90" y="5924"/>
                          </a:lnTo>
                          <a:cubicBezTo>
                            <a:pt x="81" y="5898"/>
                            <a:pt x="81" y="5862"/>
                            <a:pt x="72" y="5835"/>
                          </a:cubicBezTo>
                          <a:lnTo>
                            <a:pt x="366" y="5835"/>
                          </a:lnTo>
                          <a:lnTo>
                            <a:pt x="447" y="5746"/>
                          </a:lnTo>
                          <a:cubicBezTo>
                            <a:pt x="455" y="5750"/>
                            <a:pt x="464" y="5753"/>
                            <a:pt x="474" y="5753"/>
                          </a:cubicBezTo>
                          <a:cubicBezTo>
                            <a:pt x="484" y="5753"/>
                            <a:pt x="496" y="5750"/>
                            <a:pt x="509" y="5746"/>
                          </a:cubicBezTo>
                          <a:cubicBezTo>
                            <a:pt x="527" y="5737"/>
                            <a:pt x="545" y="5701"/>
                            <a:pt x="527" y="5675"/>
                          </a:cubicBezTo>
                          <a:cubicBezTo>
                            <a:pt x="520" y="5655"/>
                            <a:pt x="498" y="5644"/>
                            <a:pt x="477" y="5644"/>
                          </a:cubicBezTo>
                          <a:cubicBezTo>
                            <a:pt x="469" y="5644"/>
                            <a:pt x="462" y="5646"/>
                            <a:pt x="455" y="5648"/>
                          </a:cubicBezTo>
                          <a:cubicBezTo>
                            <a:pt x="429" y="5666"/>
                            <a:pt x="420" y="5692"/>
                            <a:pt x="429" y="5719"/>
                          </a:cubicBezTo>
                          <a:cubicBezTo>
                            <a:pt x="438" y="5728"/>
                            <a:pt x="438" y="5728"/>
                            <a:pt x="438" y="5728"/>
                          </a:cubicBezTo>
                          <a:lnTo>
                            <a:pt x="357" y="5817"/>
                          </a:lnTo>
                          <a:lnTo>
                            <a:pt x="72" y="5817"/>
                          </a:lnTo>
                          <a:cubicBezTo>
                            <a:pt x="72" y="5773"/>
                            <a:pt x="63" y="5737"/>
                            <a:pt x="63" y="5692"/>
                          </a:cubicBezTo>
                          <a:lnTo>
                            <a:pt x="241" y="5692"/>
                          </a:lnTo>
                          <a:lnTo>
                            <a:pt x="322" y="5621"/>
                          </a:lnTo>
                          <a:cubicBezTo>
                            <a:pt x="332" y="5632"/>
                            <a:pt x="343" y="5636"/>
                            <a:pt x="353" y="5636"/>
                          </a:cubicBezTo>
                          <a:cubicBezTo>
                            <a:pt x="360" y="5636"/>
                            <a:pt x="368" y="5634"/>
                            <a:pt x="375" y="5630"/>
                          </a:cubicBezTo>
                          <a:cubicBezTo>
                            <a:pt x="402" y="5621"/>
                            <a:pt x="420" y="5585"/>
                            <a:pt x="402" y="5559"/>
                          </a:cubicBezTo>
                          <a:cubicBezTo>
                            <a:pt x="395" y="5539"/>
                            <a:pt x="374" y="5528"/>
                            <a:pt x="352" y="5528"/>
                          </a:cubicBezTo>
                          <a:cubicBezTo>
                            <a:pt x="345" y="5528"/>
                            <a:pt x="337" y="5530"/>
                            <a:pt x="331" y="5532"/>
                          </a:cubicBezTo>
                          <a:cubicBezTo>
                            <a:pt x="304" y="5550"/>
                            <a:pt x="295" y="5585"/>
                            <a:pt x="304" y="5603"/>
                          </a:cubicBezTo>
                          <a:cubicBezTo>
                            <a:pt x="304" y="5612"/>
                            <a:pt x="313" y="5612"/>
                            <a:pt x="313" y="5612"/>
                          </a:cubicBezTo>
                          <a:lnTo>
                            <a:pt x="241" y="5675"/>
                          </a:lnTo>
                          <a:lnTo>
                            <a:pt x="63" y="5675"/>
                          </a:lnTo>
                          <a:cubicBezTo>
                            <a:pt x="63" y="5621"/>
                            <a:pt x="54" y="5559"/>
                            <a:pt x="54" y="5496"/>
                          </a:cubicBezTo>
                          <a:lnTo>
                            <a:pt x="295" y="5496"/>
                          </a:lnTo>
                          <a:lnTo>
                            <a:pt x="402" y="5380"/>
                          </a:lnTo>
                          <a:lnTo>
                            <a:pt x="955" y="5380"/>
                          </a:lnTo>
                          <a:lnTo>
                            <a:pt x="955" y="5371"/>
                          </a:lnTo>
                          <a:close/>
                          <a:moveTo>
                            <a:pt x="1606" y="5576"/>
                          </a:moveTo>
                          <a:lnTo>
                            <a:pt x="1606" y="5924"/>
                          </a:lnTo>
                          <a:lnTo>
                            <a:pt x="946" y="6620"/>
                          </a:lnTo>
                          <a:lnTo>
                            <a:pt x="304" y="6620"/>
                          </a:lnTo>
                          <a:cubicBezTo>
                            <a:pt x="277" y="6558"/>
                            <a:pt x="250" y="6486"/>
                            <a:pt x="232" y="6415"/>
                          </a:cubicBezTo>
                          <a:lnTo>
                            <a:pt x="928" y="6415"/>
                          </a:lnTo>
                          <a:lnTo>
                            <a:pt x="1383" y="5969"/>
                          </a:lnTo>
                          <a:lnTo>
                            <a:pt x="1383" y="5576"/>
                          </a:lnTo>
                          <a:close/>
                          <a:moveTo>
                            <a:pt x="1829" y="5576"/>
                          </a:moveTo>
                          <a:lnTo>
                            <a:pt x="1838" y="5951"/>
                          </a:lnTo>
                          <a:lnTo>
                            <a:pt x="946" y="6861"/>
                          </a:lnTo>
                          <a:lnTo>
                            <a:pt x="393" y="6861"/>
                          </a:lnTo>
                          <a:cubicBezTo>
                            <a:pt x="366" y="6790"/>
                            <a:pt x="339" y="6709"/>
                            <a:pt x="313" y="6638"/>
                          </a:cubicBezTo>
                          <a:lnTo>
                            <a:pt x="955" y="6638"/>
                          </a:lnTo>
                          <a:lnTo>
                            <a:pt x="1624" y="5933"/>
                          </a:lnTo>
                          <a:lnTo>
                            <a:pt x="1624" y="5576"/>
                          </a:lnTo>
                          <a:close/>
                          <a:moveTo>
                            <a:pt x="759" y="8262"/>
                          </a:moveTo>
                          <a:lnTo>
                            <a:pt x="946" y="8395"/>
                          </a:lnTo>
                          <a:lnTo>
                            <a:pt x="1348" y="8395"/>
                          </a:lnTo>
                          <a:cubicBezTo>
                            <a:pt x="1348" y="8404"/>
                            <a:pt x="1348" y="8404"/>
                            <a:pt x="1348" y="8413"/>
                          </a:cubicBezTo>
                          <a:lnTo>
                            <a:pt x="1348" y="8503"/>
                          </a:lnTo>
                          <a:lnTo>
                            <a:pt x="955" y="8503"/>
                          </a:lnTo>
                          <a:lnTo>
                            <a:pt x="768" y="8378"/>
                          </a:lnTo>
                          <a:lnTo>
                            <a:pt x="455" y="8378"/>
                          </a:lnTo>
                          <a:cubicBezTo>
                            <a:pt x="464" y="8342"/>
                            <a:pt x="464" y="8297"/>
                            <a:pt x="473" y="8262"/>
                          </a:cubicBezTo>
                          <a:close/>
                          <a:moveTo>
                            <a:pt x="759" y="8395"/>
                          </a:moveTo>
                          <a:lnTo>
                            <a:pt x="946" y="8520"/>
                          </a:lnTo>
                          <a:lnTo>
                            <a:pt x="1348" y="8520"/>
                          </a:lnTo>
                          <a:lnTo>
                            <a:pt x="1348" y="8592"/>
                          </a:lnTo>
                          <a:lnTo>
                            <a:pt x="919" y="8592"/>
                          </a:lnTo>
                          <a:lnTo>
                            <a:pt x="794" y="8717"/>
                          </a:lnTo>
                          <a:lnTo>
                            <a:pt x="447" y="8717"/>
                          </a:lnTo>
                          <a:cubicBezTo>
                            <a:pt x="447" y="8619"/>
                            <a:pt x="447" y="8511"/>
                            <a:pt x="455" y="8395"/>
                          </a:cubicBezTo>
                          <a:close/>
                          <a:moveTo>
                            <a:pt x="1348" y="8610"/>
                          </a:moveTo>
                          <a:lnTo>
                            <a:pt x="1348" y="8690"/>
                          </a:lnTo>
                          <a:lnTo>
                            <a:pt x="946" y="8690"/>
                          </a:lnTo>
                          <a:lnTo>
                            <a:pt x="794" y="8824"/>
                          </a:lnTo>
                          <a:lnTo>
                            <a:pt x="455" y="8824"/>
                          </a:lnTo>
                          <a:cubicBezTo>
                            <a:pt x="455" y="8797"/>
                            <a:pt x="455" y="8761"/>
                            <a:pt x="447" y="8734"/>
                          </a:cubicBezTo>
                          <a:lnTo>
                            <a:pt x="803" y="8734"/>
                          </a:lnTo>
                          <a:lnTo>
                            <a:pt x="928" y="8610"/>
                          </a:lnTo>
                          <a:close/>
                          <a:moveTo>
                            <a:pt x="4970" y="8181"/>
                          </a:moveTo>
                          <a:lnTo>
                            <a:pt x="4970" y="8315"/>
                          </a:lnTo>
                          <a:lnTo>
                            <a:pt x="4675" y="8315"/>
                          </a:lnTo>
                          <a:lnTo>
                            <a:pt x="4309" y="8699"/>
                          </a:lnTo>
                          <a:lnTo>
                            <a:pt x="4309" y="9002"/>
                          </a:lnTo>
                          <a:lnTo>
                            <a:pt x="4149" y="9002"/>
                          </a:lnTo>
                          <a:lnTo>
                            <a:pt x="4149" y="8699"/>
                          </a:lnTo>
                          <a:lnTo>
                            <a:pt x="4684" y="8181"/>
                          </a:lnTo>
                          <a:close/>
                          <a:moveTo>
                            <a:pt x="4970" y="8333"/>
                          </a:moveTo>
                          <a:lnTo>
                            <a:pt x="4970" y="8529"/>
                          </a:lnTo>
                          <a:lnTo>
                            <a:pt x="4684" y="8529"/>
                          </a:lnTo>
                          <a:lnTo>
                            <a:pt x="4425" y="8761"/>
                          </a:lnTo>
                          <a:lnTo>
                            <a:pt x="4425" y="9002"/>
                          </a:lnTo>
                          <a:lnTo>
                            <a:pt x="4327" y="9002"/>
                          </a:lnTo>
                          <a:lnTo>
                            <a:pt x="4327" y="8699"/>
                          </a:lnTo>
                          <a:lnTo>
                            <a:pt x="4684" y="8333"/>
                          </a:lnTo>
                          <a:close/>
                          <a:moveTo>
                            <a:pt x="3506" y="1821"/>
                          </a:moveTo>
                          <a:lnTo>
                            <a:pt x="3506" y="1901"/>
                          </a:lnTo>
                          <a:cubicBezTo>
                            <a:pt x="3506" y="1972"/>
                            <a:pt x="3551" y="2035"/>
                            <a:pt x="3622" y="2053"/>
                          </a:cubicBezTo>
                          <a:cubicBezTo>
                            <a:pt x="3631" y="2053"/>
                            <a:pt x="3649" y="2062"/>
                            <a:pt x="3658" y="2062"/>
                          </a:cubicBezTo>
                          <a:lnTo>
                            <a:pt x="3756" y="2062"/>
                          </a:lnTo>
                          <a:lnTo>
                            <a:pt x="3756" y="2802"/>
                          </a:lnTo>
                          <a:lnTo>
                            <a:pt x="2721" y="3846"/>
                          </a:lnTo>
                          <a:lnTo>
                            <a:pt x="1990" y="3846"/>
                          </a:lnTo>
                          <a:lnTo>
                            <a:pt x="1856" y="3971"/>
                          </a:lnTo>
                          <a:lnTo>
                            <a:pt x="1856" y="4470"/>
                          </a:lnTo>
                          <a:lnTo>
                            <a:pt x="1874" y="4470"/>
                          </a:lnTo>
                          <a:lnTo>
                            <a:pt x="1874" y="3980"/>
                          </a:lnTo>
                          <a:lnTo>
                            <a:pt x="1999" y="3864"/>
                          </a:lnTo>
                          <a:lnTo>
                            <a:pt x="2730" y="3864"/>
                          </a:lnTo>
                          <a:lnTo>
                            <a:pt x="3774" y="2811"/>
                          </a:lnTo>
                          <a:lnTo>
                            <a:pt x="3774" y="2062"/>
                          </a:lnTo>
                          <a:lnTo>
                            <a:pt x="3890" y="2062"/>
                          </a:lnTo>
                          <a:lnTo>
                            <a:pt x="3890" y="2802"/>
                          </a:lnTo>
                          <a:lnTo>
                            <a:pt x="3043" y="3641"/>
                          </a:lnTo>
                          <a:lnTo>
                            <a:pt x="3043" y="3650"/>
                          </a:lnTo>
                          <a:lnTo>
                            <a:pt x="3043" y="4925"/>
                          </a:lnTo>
                          <a:lnTo>
                            <a:pt x="3399" y="5300"/>
                          </a:lnTo>
                          <a:lnTo>
                            <a:pt x="4140" y="5300"/>
                          </a:lnTo>
                          <a:lnTo>
                            <a:pt x="4140" y="5282"/>
                          </a:lnTo>
                          <a:lnTo>
                            <a:pt x="3417" y="5282"/>
                          </a:lnTo>
                          <a:lnTo>
                            <a:pt x="3060" y="4916"/>
                          </a:lnTo>
                          <a:lnTo>
                            <a:pt x="3060" y="3658"/>
                          </a:lnTo>
                          <a:lnTo>
                            <a:pt x="3908" y="2820"/>
                          </a:lnTo>
                          <a:lnTo>
                            <a:pt x="3908" y="2811"/>
                          </a:lnTo>
                          <a:lnTo>
                            <a:pt x="3908" y="2062"/>
                          </a:lnTo>
                          <a:lnTo>
                            <a:pt x="4024" y="2062"/>
                          </a:lnTo>
                          <a:lnTo>
                            <a:pt x="4024" y="2793"/>
                          </a:lnTo>
                          <a:lnTo>
                            <a:pt x="3176" y="3650"/>
                          </a:lnTo>
                          <a:lnTo>
                            <a:pt x="3176" y="4756"/>
                          </a:lnTo>
                          <a:lnTo>
                            <a:pt x="3542" y="5095"/>
                          </a:lnTo>
                          <a:lnTo>
                            <a:pt x="4140" y="5095"/>
                          </a:lnTo>
                          <a:lnTo>
                            <a:pt x="4140" y="5077"/>
                          </a:lnTo>
                          <a:lnTo>
                            <a:pt x="3551" y="5077"/>
                          </a:lnTo>
                          <a:lnTo>
                            <a:pt x="3194" y="4747"/>
                          </a:lnTo>
                          <a:lnTo>
                            <a:pt x="3194" y="3658"/>
                          </a:lnTo>
                          <a:lnTo>
                            <a:pt x="4042" y="2802"/>
                          </a:lnTo>
                          <a:lnTo>
                            <a:pt x="4042" y="2062"/>
                          </a:lnTo>
                          <a:lnTo>
                            <a:pt x="4149" y="2062"/>
                          </a:lnTo>
                          <a:cubicBezTo>
                            <a:pt x="4158" y="2062"/>
                            <a:pt x="4176" y="2053"/>
                            <a:pt x="4184" y="2053"/>
                          </a:cubicBezTo>
                          <a:cubicBezTo>
                            <a:pt x="4256" y="2035"/>
                            <a:pt x="4300" y="1972"/>
                            <a:pt x="4300" y="1901"/>
                          </a:cubicBezTo>
                          <a:lnTo>
                            <a:pt x="4300" y="1856"/>
                          </a:lnTo>
                          <a:lnTo>
                            <a:pt x="4613" y="1856"/>
                          </a:lnTo>
                          <a:lnTo>
                            <a:pt x="4720" y="1946"/>
                          </a:lnTo>
                          <a:lnTo>
                            <a:pt x="4970" y="1946"/>
                          </a:lnTo>
                          <a:lnTo>
                            <a:pt x="4970" y="3168"/>
                          </a:lnTo>
                          <a:lnTo>
                            <a:pt x="4488" y="3168"/>
                          </a:lnTo>
                          <a:lnTo>
                            <a:pt x="4051" y="3578"/>
                          </a:lnTo>
                          <a:cubicBezTo>
                            <a:pt x="4042" y="3569"/>
                            <a:pt x="4033" y="3560"/>
                            <a:pt x="4015" y="3560"/>
                          </a:cubicBezTo>
                          <a:cubicBezTo>
                            <a:pt x="3988" y="3560"/>
                            <a:pt x="3961" y="3587"/>
                            <a:pt x="3961" y="3614"/>
                          </a:cubicBezTo>
                          <a:cubicBezTo>
                            <a:pt x="3961" y="3650"/>
                            <a:pt x="3988" y="3667"/>
                            <a:pt x="4015" y="3667"/>
                          </a:cubicBezTo>
                          <a:cubicBezTo>
                            <a:pt x="4051" y="3667"/>
                            <a:pt x="4068" y="3650"/>
                            <a:pt x="4068" y="3614"/>
                          </a:cubicBezTo>
                          <a:cubicBezTo>
                            <a:pt x="4068" y="3605"/>
                            <a:pt x="4068" y="3596"/>
                            <a:pt x="4060" y="3587"/>
                          </a:cubicBezTo>
                          <a:lnTo>
                            <a:pt x="4488" y="3186"/>
                          </a:lnTo>
                          <a:lnTo>
                            <a:pt x="4970" y="3186"/>
                          </a:lnTo>
                          <a:lnTo>
                            <a:pt x="4970" y="3337"/>
                          </a:lnTo>
                          <a:lnTo>
                            <a:pt x="4550" y="3337"/>
                          </a:lnTo>
                          <a:lnTo>
                            <a:pt x="4292" y="3569"/>
                          </a:lnTo>
                          <a:cubicBezTo>
                            <a:pt x="4283" y="3569"/>
                            <a:pt x="4274" y="3560"/>
                            <a:pt x="4256" y="3560"/>
                          </a:cubicBezTo>
                          <a:cubicBezTo>
                            <a:pt x="4229" y="3560"/>
                            <a:pt x="4202" y="3587"/>
                            <a:pt x="4202" y="3614"/>
                          </a:cubicBezTo>
                          <a:cubicBezTo>
                            <a:pt x="4202" y="3650"/>
                            <a:pt x="4229" y="3667"/>
                            <a:pt x="4256" y="3667"/>
                          </a:cubicBezTo>
                          <a:cubicBezTo>
                            <a:pt x="4292" y="3667"/>
                            <a:pt x="4309" y="3650"/>
                            <a:pt x="4309" y="3614"/>
                          </a:cubicBezTo>
                          <a:cubicBezTo>
                            <a:pt x="4309" y="3605"/>
                            <a:pt x="4309" y="3596"/>
                            <a:pt x="4300" y="3587"/>
                          </a:cubicBezTo>
                          <a:lnTo>
                            <a:pt x="4559" y="3355"/>
                          </a:lnTo>
                          <a:lnTo>
                            <a:pt x="4970" y="3355"/>
                          </a:lnTo>
                          <a:lnTo>
                            <a:pt x="4970" y="3435"/>
                          </a:lnTo>
                          <a:lnTo>
                            <a:pt x="4684" y="3435"/>
                          </a:lnTo>
                          <a:lnTo>
                            <a:pt x="4523" y="3569"/>
                          </a:lnTo>
                          <a:cubicBezTo>
                            <a:pt x="4523" y="3569"/>
                            <a:pt x="4515" y="3560"/>
                            <a:pt x="4506" y="3560"/>
                          </a:cubicBezTo>
                          <a:cubicBezTo>
                            <a:pt x="4470" y="3560"/>
                            <a:pt x="4452" y="3587"/>
                            <a:pt x="4452" y="3614"/>
                          </a:cubicBezTo>
                          <a:cubicBezTo>
                            <a:pt x="4452" y="3650"/>
                            <a:pt x="4470" y="3667"/>
                            <a:pt x="4506" y="3667"/>
                          </a:cubicBezTo>
                          <a:cubicBezTo>
                            <a:pt x="4532" y="3667"/>
                            <a:pt x="4559" y="3650"/>
                            <a:pt x="4559" y="3614"/>
                          </a:cubicBezTo>
                          <a:cubicBezTo>
                            <a:pt x="4559" y="3605"/>
                            <a:pt x="4550" y="3587"/>
                            <a:pt x="4541" y="3578"/>
                          </a:cubicBezTo>
                          <a:lnTo>
                            <a:pt x="4693" y="3453"/>
                          </a:lnTo>
                          <a:lnTo>
                            <a:pt x="4970" y="3453"/>
                          </a:lnTo>
                          <a:lnTo>
                            <a:pt x="4970" y="4104"/>
                          </a:lnTo>
                          <a:lnTo>
                            <a:pt x="4399" y="4104"/>
                          </a:lnTo>
                          <a:lnTo>
                            <a:pt x="4247" y="3944"/>
                          </a:lnTo>
                          <a:cubicBezTo>
                            <a:pt x="4256" y="3935"/>
                            <a:pt x="4256" y="3926"/>
                            <a:pt x="4256" y="3917"/>
                          </a:cubicBezTo>
                          <a:cubicBezTo>
                            <a:pt x="4256" y="3881"/>
                            <a:pt x="4238" y="3864"/>
                            <a:pt x="4202" y="3864"/>
                          </a:cubicBezTo>
                          <a:cubicBezTo>
                            <a:pt x="4176" y="3864"/>
                            <a:pt x="4149" y="3881"/>
                            <a:pt x="4149" y="3917"/>
                          </a:cubicBezTo>
                          <a:cubicBezTo>
                            <a:pt x="4149" y="3944"/>
                            <a:pt x="4176" y="3971"/>
                            <a:pt x="4202" y="3971"/>
                          </a:cubicBezTo>
                          <a:cubicBezTo>
                            <a:pt x="4220" y="3971"/>
                            <a:pt x="4229" y="3962"/>
                            <a:pt x="4238" y="3962"/>
                          </a:cubicBezTo>
                          <a:lnTo>
                            <a:pt x="4390" y="4122"/>
                          </a:lnTo>
                          <a:lnTo>
                            <a:pt x="4970" y="4122"/>
                          </a:lnTo>
                          <a:lnTo>
                            <a:pt x="4970" y="4238"/>
                          </a:lnTo>
                          <a:lnTo>
                            <a:pt x="4300" y="4238"/>
                          </a:lnTo>
                          <a:lnTo>
                            <a:pt x="4024" y="3953"/>
                          </a:lnTo>
                          <a:cubicBezTo>
                            <a:pt x="4033" y="3944"/>
                            <a:pt x="4033" y="3926"/>
                            <a:pt x="4033" y="3917"/>
                          </a:cubicBezTo>
                          <a:cubicBezTo>
                            <a:pt x="4033" y="3881"/>
                            <a:pt x="4015" y="3864"/>
                            <a:pt x="3979" y="3864"/>
                          </a:cubicBezTo>
                          <a:cubicBezTo>
                            <a:pt x="3953" y="3864"/>
                            <a:pt x="3926" y="3881"/>
                            <a:pt x="3926" y="3917"/>
                          </a:cubicBezTo>
                          <a:cubicBezTo>
                            <a:pt x="3926" y="3944"/>
                            <a:pt x="3953" y="3971"/>
                            <a:pt x="3979" y="3971"/>
                          </a:cubicBezTo>
                          <a:cubicBezTo>
                            <a:pt x="3988" y="3971"/>
                            <a:pt x="3997" y="3962"/>
                            <a:pt x="4006" y="3962"/>
                          </a:cubicBezTo>
                          <a:lnTo>
                            <a:pt x="4292" y="4256"/>
                          </a:lnTo>
                          <a:lnTo>
                            <a:pt x="4970" y="4256"/>
                          </a:lnTo>
                          <a:lnTo>
                            <a:pt x="4970" y="4354"/>
                          </a:lnTo>
                          <a:lnTo>
                            <a:pt x="4211" y="4354"/>
                          </a:lnTo>
                          <a:lnTo>
                            <a:pt x="3810" y="3944"/>
                          </a:lnTo>
                          <a:cubicBezTo>
                            <a:pt x="3819" y="3935"/>
                            <a:pt x="3819" y="3926"/>
                            <a:pt x="3819" y="3917"/>
                          </a:cubicBezTo>
                          <a:cubicBezTo>
                            <a:pt x="3819" y="3881"/>
                            <a:pt x="3801" y="3864"/>
                            <a:pt x="3765" y="3864"/>
                          </a:cubicBezTo>
                          <a:cubicBezTo>
                            <a:pt x="3738" y="3864"/>
                            <a:pt x="3712" y="3881"/>
                            <a:pt x="3712" y="3917"/>
                          </a:cubicBezTo>
                          <a:cubicBezTo>
                            <a:pt x="3712" y="3944"/>
                            <a:pt x="3738" y="3971"/>
                            <a:pt x="3765" y="3971"/>
                          </a:cubicBezTo>
                          <a:cubicBezTo>
                            <a:pt x="3783" y="3971"/>
                            <a:pt x="3792" y="3962"/>
                            <a:pt x="3801" y="3962"/>
                          </a:cubicBezTo>
                          <a:lnTo>
                            <a:pt x="4202" y="4372"/>
                          </a:lnTo>
                          <a:lnTo>
                            <a:pt x="4970" y="4372"/>
                          </a:lnTo>
                          <a:lnTo>
                            <a:pt x="4970" y="8164"/>
                          </a:lnTo>
                          <a:lnTo>
                            <a:pt x="4675" y="8164"/>
                          </a:lnTo>
                          <a:lnTo>
                            <a:pt x="4131" y="8690"/>
                          </a:lnTo>
                          <a:lnTo>
                            <a:pt x="4131" y="8699"/>
                          </a:lnTo>
                          <a:lnTo>
                            <a:pt x="4131" y="9002"/>
                          </a:lnTo>
                          <a:lnTo>
                            <a:pt x="3997" y="9002"/>
                          </a:lnTo>
                          <a:lnTo>
                            <a:pt x="3997" y="8199"/>
                          </a:lnTo>
                          <a:lnTo>
                            <a:pt x="4773" y="7441"/>
                          </a:lnTo>
                          <a:lnTo>
                            <a:pt x="4773" y="7120"/>
                          </a:lnTo>
                          <a:lnTo>
                            <a:pt x="4791" y="7120"/>
                          </a:lnTo>
                          <a:cubicBezTo>
                            <a:pt x="4818" y="7102"/>
                            <a:pt x="4827" y="7075"/>
                            <a:pt x="4818" y="7048"/>
                          </a:cubicBezTo>
                          <a:cubicBezTo>
                            <a:pt x="4804" y="7028"/>
                            <a:pt x="4786" y="7018"/>
                            <a:pt x="4766" y="7018"/>
                          </a:cubicBezTo>
                          <a:cubicBezTo>
                            <a:pt x="4760" y="7018"/>
                            <a:pt x="4753" y="7019"/>
                            <a:pt x="4746" y="7022"/>
                          </a:cubicBezTo>
                          <a:cubicBezTo>
                            <a:pt x="4720" y="7039"/>
                            <a:pt x="4702" y="7066"/>
                            <a:pt x="4720" y="7093"/>
                          </a:cubicBezTo>
                          <a:cubicBezTo>
                            <a:pt x="4729" y="7111"/>
                            <a:pt x="4746" y="7120"/>
                            <a:pt x="4755" y="7120"/>
                          </a:cubicBezTo>
                          <a:lnTo>
                            <a:pt x="4755" y="7432"/>
                          </a:lnTo>
                          <a:lnTo>
                            <a:pt x="3979" y="8190"/>
                          </a:lnTo>
                          <a:lnTo>
                            <a:pt x="3979" y="9002"/>
                          </a:lnTo>
                          <a:lnTo>
                            <a:pt x="3854" y="9002"/>
                          </a:lnTo>
                          <a:lnTo>
                            <a:pt x="3854" y="8137"/>
                          </a:lnTo>
                          <a:lnTo>
                            <a:pt x="4595" y="7405"/>
                          </a:lnTo>
                          <a:lnTo>
                            <a:pt x="4604" y="7396"/>
                          </a:lnTo>
                          <a:lnTo>
                            <a:pt x="4604" y="7173"/>
                          </a:lnTo>
                          <a:cubicBezTo>
                            <a:pt x="4604" y="7173"/>
                            <a:pt x="4613" y="7173"/>
                            <a:pt x="4613" y="7164"/>
                          </a:cubicBezTo>
                          <a:cubicBezTo>
                            <a:pt x="4639" y="7155"/>
                            <a:pt x="4648" y="7120"/>
                            <a:pt x="4639" y="7093"/>
                          </a:cubicBezTo>
                          <a:cubicBezTo>
                            <a:pt x="4628" y="7076"/>
                            <a:pt x="4613" y="7066"/>
                            <a:pt x="4596" y="7066"/>
                          </a:cubicBezTo>
                          <a:cubicBezTo>
                            <a:pt x="4587" y="7066"/>
                            <a:pt x="4578" y="7069"/>
                            <a:pt x="4568" y="7075"/>
                          </a:cubicBezTo>
                          <a:cubicBezTo>
                            <a:pt x="4541" y="7084"/>
                            <a:pt x="4532" y="7120"/>
                            <a:pt x="4541" y="7147"/>
                          </a:cubicBezTo>
                          <a:cubicBezTo>
                            <a:pt x="4550" y="7164"/>
                            <a:pt x="4568" y="7173"/>
                            <a:pt x="4586" y="7173"/>
                          </a:cubicBezTo>
                          <a:lnTo>
                            <a:pt x="4586" y="7396"/>
                          </a:lnTo>
                          <a:lnTo>
                            <a:pt x="3837" y="8119"/>
                          </a:lnTo>
                          <a:lnTo>
                            <a:pt x="3837" y="8128"/>
                          </a:lnTo>
                          <a:lnTo>
                            <a:pt x="3837" y="9011"/>
                          </a:lnTo>
                          <a:cubicBezTo>
                            <a:pt x="3783" y="9029"/>
                            <a:pt x="3738" y="9082"/>
                            <a:pt x="3738" y="9154"/>
                          </a:cubicBezTo>
                          <a:lnTo>
                            <a:pt x="3738" y="9181"/>
                          </a:lnTo>
                          <a:lnTo>
                            <a:pt x="3346" y="9181"/>
                          </a:lnTo>
                          <a:lnTo>
                            <a:pt x="3132" y="8975"/>
                          </a:lnTo>
                          <a:lnTo>
                            <a:pt x="3132" y="7405"/>
                          </a:lnTo>
                          <a:lnTo>
                            <a:pt x="3774" y="6781"/>
                          </a:lnTo>
                          <a:lnTo>
                            <a:pt x="4167" y="6781"/>
                          </a:lnTo>
                          <a:lnTo>
                            <a:pt x="4167" y="6763"/>
                          </a:lnTo>
                          <a:lnTo>
                            <a:pt x="3765" y="6763"/>
                          </a:lnTo>
                          <a:lnTo>
                            <a:pt x="3123" y="7396"/>
                          </a:lnTo>
                          <a:lnTo>
                            <a:pt x="3114" y="7396"/>
                          </a:lnTo>
                          <a:lnTo>
                            <a:pt x="3114" y="8975"/>
                          </a:lnTo>
                          <a:lnTo>
                            <a:pt x="3337" y="9198"/>
                          </a:lnTo>
                          <a:lnTo>
                            <a:pt x="3738" y="9198"/>
                          </a:lnTo>
                          <a:lnTo>
                            <a:pt x="3738" y="9386"/>
                          </a:lnTo>
                          <a:lnTo>
                            <a:pt x="3221" y="9386"/>
                          </a:lnTo>
                          <a:lnTo>
                            <a:pt x="2891" y="9029"/>
                          </a:lnTo>
                          <a:lnTo>
                            <a:pt x="2891" y="7405"/>
                          </a:lnTo>
                          <a:lnTo>
                            <a:pt x="3774" y="6531"/>
                          </a:lnTo>
                          <a:lnTo>
                            <a:pt x="4140" y="6531"/>
                          </a:lnTo>
                          <a:lnTo>
                            <a:pt x="4140" y="6513"/>
                          </a:lnTo>
                          <a:lnTo>
                            <a:pt x="3765" y="6513"/>
                          </a:lnTo>
                          <a:lnTo>
                            <a:pt x="2873" y="7396"/>
                          </a:lnTo>
                          <a:lnTo>
                            <a:pt x="2873" y="9038"/>
                          </a:lnTo>
                          <a:lnTo>
                            <a:pt x="3212" y="9404"/>
                          </a:lnTo>
                          <a:lnTo>
                            <a:pt x="3738" y="9404"/>
                          </a:lnTo>
                          <a:lnTo>
                            <a:pt x="3738" y="9493"/>
                          </a:lnTo>
                          <a:lnTo>
                            <a:pt x="3096" y="9493"/>
                          </a:lnTo>
                          <a:lnTo>
                            <a:pt x="2730" y="9145"/>
                          </a:lnTo>
                          <a:lnTo>
                            <a:pt x="2730" y="8627"/>
                          </a:lnTo>
                          <a:lnTo>
                            <a:pt x="2489" y="8378"/>
                          </a:lnTo>
                          <a:lnTo>
                            <a:pt x="1838" y="8378"/>
                          </a:lnTo>
                          <a:lnTo>
                            <a:pt x="1838" y="8387"/>
                          </a:lnTo>
                          <a:cubicBezTo>
                            <a:pt x="1829" y="8342"/>
                            <a:pt x="1794" y="8315"/>
                            <a:pt x="1749" y="8315"/>
                          </a:cubicBezTo>
                          <a:lnTo>
                            <a:pt x="1490" y="8315"/>
                          </a:lnTo>
                          <a:lnTo>
                            <a:pt x="1490" y="7762"/>
                          </a:lnTo>
                          <a:lnTo>
                            <a:pt x="3212" y="6031"/>
                          </a:lnTo>
                          <a:lnTo>
                            <a:pt x="4140" y="6031"/>
                          </a:lnTo>
                          <a:lnTo>
                            <a:pt x="4140" y="6014"/>
                          </a:lnTo>
                          <a:lnTo>
                            <a:pt x="3203" y="6014"/>
                          </a:lnTo>
                          <a:lnTo>
                            <a:pt x="1472" y="7753"/>
                          </a:lnTo>
                          <a:lnTo>
                            <a:pt x="1472" y="8315"/>
                          </a:lnTo>
                          <a:lnTo>
                            <a:pt x="1446" y="8315"/>
                          </a:lnTo>
                          <a:cubicBezTo>
                            <a:pt x="1401" y="8315"/>
                            <a:pt x="1356" y="8342"/>
                            <a:pt x="1348" y="8387"/>
                          </a:cubicBezTo>
                          <a:lnTo>
                            <a:pt x="1348" y="8378"/>
                          </a:lnTo>
                          <a:lnTo>
                            <a:pt x="955" y="8378"/>
                          </a:lnTo>
                          <a:lnTo>
                            <a:pt x="759" y="8244"/>
                          </a:lnTo>
                          <a:lnTo>
                            <a:pt x="473" y="8244"/>
                          </a:lnTo>
                          <a:cubicBezTo>
                            <a:pt x="473" y="8199"/>
                            <a:pt x="482" y="8164"/>
                            <a:pt x="482" y="8119"/>
                          </a:cubicBezTo>
                          <a:lnTo>
                            <a:pt x="678" y="8119"/>
                          </a:lnTo>
                          <a:cubicBezTo>
                            <a:pt x="678" y="8128"/>
                            <a:pt x="678" y="8128"/>
                            <a:pt x="687" y="8137"/>
                          </a:cubicBezTo>
                          <a:cubicBezTo>
                            <a:pt x="693" y="8154"/>
                            <a:pt x="710" y="8164"/>
                            <a:pt x="729" y="8164"/>
                          </a:cubicBezTo>
                          <a:cubicBezTo>
                            <a:pt x="739" y="8164"/>
                            <a:pt x="749" y="8161"/>
                            <a:pt x="759" y="8155"/>
                          </a:cubicBezTo>
                          <a:cubicBezTo>
                            <a:pt x="786" y="8146"/>
                            <a:pt x="794" y="8110"/>
                            <a:pt x="777" y="8083"/>
                          </a:cubicBezTo>
                          <a:cubicBezTo>
                            <a:pt x="771" y="8066"/>
                            <a:pt x="754" y="8056"/>
                            <a:pt x="735" y="8056"/>
                          </a:cubicBezTo>
                          <a:cubicBezTo>
                            <a:pt x="725" y="8056"/>
                            <a:pt x="715" y="8059"/>
                            <a:pt x="705" y="8065"/>
                          </a:cubicBezTo>
                          <a:cubicBezTo>
                            <a:pt x="696" y="8074"/>
                            <a:pt x="687" y="8083"/>
                            <a:pt x="678" y="8101"/>
                          </a:cubicBezTo>
                          <a:lnTo>
                            <a:pt x="491" y="8101"/>
                          </a:lnTo>
                          <a:cubicBezTo>
                            <a:pt x="491" y="8083"/>
                            <a:pt x="491" y="8056"/>
                            <a:pt x="491" y="8039"/>
                          </a:cubicBezTo>
                          <a:cubicBezTo>
                            <a:pt x="500" y="8003"/>
                            <a:pt x="500" y="7976"/>
                            <a:pt x="500" y="7941"/>
                          </a:cubicBezTo>
                          <a:lnTo>
                            <a:pt x="830" y="7941"/>
                          </a:lnTo>
                          <a:cubicBezTo>
                            <a:pt x="830" y="7949"/>
                            <a:pt x="830" y="7958"/>
                            <a:pt x="830" y="7958"/>
                          </a:cubicBezTo>
                          <a:cubicBezTo>
                            <a:pt x="844" y="7978"/>
                            <a:pt x="867" y="7988"/>
                            <a:pt x="885" y="7988"/>
                          </a:cubicBezTo>
                          <a:cubicBezTo>
                            <a:pt x="891" y="7988"/>
                            <a:pt x="897" y="7987"/>
                            <a:pt x="902" y="7985"/>
                          </a:cubicBezTo>
                          <a:cubicBezTo>
                            <a:pt x="928" y="7967"/>
                            <a:pt x="946" y="7941"/>
                            <a:pt x="928" y="7914"/>
                          </a:cubicBezTo>
                          <a:cubicBezTo>
                            <a:pt x="922" y="7894"/>
                            <a:pt x="900" y="7884"/>
                            <a:pt x="878" y="7884"/>
                          </a:cubicBezTo>
                          <a:cubicBezTo>
                            <a:pt x="871" y="7884"/>
                            <a:pt x="864" y="7885"/>
                            <a:pt x="857" y="7887"/>
                          </a:cubicBezTo>
                          <a:cubicBezTo>
                            <a:pt x="839" y="7896"/>
                            <a:pt x="830" y="7914"/>
                            <a:pt x="830" y="7923"/>
                          </a:cubicBezTo>
                          <a:lnTo>
                            <a:pt x="509" y="7923"/>
                          </a:lnTo>
                          <a:cubicBezTo>
                            <a:pt x="509" y="7869"/>
                            <a:pt x="518" y="7816"/>
                            <a:pt x="518" y="7771"/>
                          </a:cubicBezTo>
                          <a:lnTo>
                            <a:pt x="964" y="7771"/>
                          </a:lnTo>
                          <a:cubicBezTo>
                            <a:pt x="964" y="7771"/>
                            <a:pt x="964" y="7780"/>
                            <a:pt x="964" y="7780"/>
                          </a:cubicBezTo>
                          <a:cubicBezTo>
                            <a:pt x="977" y="7800"/>
                            <a:pt x="996" y="7810"/>
                            <a:pt x="1015" y="7810"/>
                          </a:cubicBezTo>
                          <a:cubicBezTo>
                            <a:pt x="1022" y="7810"/>
                            <a:pt x="1029" y="7809"/>
                            <a:pt x="1035" y="7807"/>
                          </a:cubicBezTo>
                          <a:cubicBezTo>
                            <a:pt x="1062" y="7789"/>
                            <a:pt x="1071" y="7762"/>
                            <a:pt x="1062" y="7735"/>
                          </a:cubicBezTo>
                          <a:cubicBezTo>
                            <a:pt x="1049" y="7715"/>
                            <a:pt x="1030" y="7705"/>
                            <a:pt x="1011" y="7705"/>
                          </a:cubicBezTo>
                          <a:cubicBezTo>
                            <a:pt x="1004" y="7705"/>
                            <a:pt x="997" y="7706"/>
                            <a:pt x="991" y="7709"/>
                          </a:cubicBezTo>
                          <a:cubicBezTo>
                            <a:pt x="973" y="7717"/>
                            <a:pt x="964" y="7735"/>
                            <a:pt x="964" y="7753"/>
                          </a:cubicBezTo>
                          <a:lnTo>
                            <a:pt x="527" y="7753"/>
                          </a:lnTo>
                          <a:cubicBezTo>
                            <a:pt x="527" y="7700"/>
                            <a:pt x="536" y="7646"/>
                            <a:pt x="536" y="7593"/>
                          </a:cubicBezTo>
                          <a:lnTo>
                            <a:pt x="1107" y="7593"/>
                          </a:lnTo>
                          <a:cubicBezTo>
                            <a:pt x="1107" y="7602"/>
                            <a:pt x="1107" y="7610"/>
                            <a:pt x="1107" y="7610"/>
                          </a:cubicBezTo>
                          <a:cubicBezTo>
                            <a:pt x="1120" y="7631"/>
                            <a:pt x="1138" y="7641"/>
                            <a:pt x="1158" y="7641"/>
                          </a:cubicBezTo>
                          <a:cubicBezTo>
                            <a:pt x="1165" y="7641"/>
                            <a:pt x="1171" y="7639"/>
                            <a:pt x="1178" y="7637"/>
                          </a:cubicBezTo>
                          <a:cubicBezTo>
                            <a:pt x="1205" y="7619"/>
                            <a:pt x="1223" y="7593"/>
                            <a:pt x="1205" y="7566"/>
                          </a:cubicBezTo>
                          <a:cubicBezTo>
                            <a:pt x="1198" y="7547"/>
                            <a:pt x="1178" y="7532"/>
                            <a:pt x="1157" y="7532"/>
                          </a:cubicBezTo>
                          <a:cubicBezTo>
                            <a:pt x="1149" y="7532"/>
                            <a:pt x="1141" y="7534"/>
                            <a:pt x="1133" y="7539"/>
                          </a:cubicBezTo>
                          <a:cubicBezTo>
                            <a:pt x="1116" y="7548"/>
                            <a:pt x="1107" y="7566"/>
                            <a:pt x="1107" y="7575"/>
                          </a:cubicBezTo>
                          <a:lnTo>
                            <a:pt x="536" y="7575"/>
                          </a:lnTo>
                          <a:cubicBezTo>
                            <a:pt x="536" y="7539"/>
                            <a:pt x="536" y="7503"/>
                            <a:pt x="536" y="7468"/>
                          </a:cubicBezTo>
                          <a:lnTo>
                            <a:pt x="1330" y="7468"/>
                          </a:lnTo>
                          <a:lnTo>
                            <a:pt x="2507" y="6290"/>
                          </a:lnTo>
                          <a:cubicBezTo>
                            <a:pt x="2516" y="6299"/>
                            <a:pt x="2534" y="6308"/>
                            <a:pt x="2543" y="6308"/>
                          </a:cubicBezTo>
                          <a:cubicBezTo>
                            <a:pt x="2579" y="6308"/>
                            <a:pt x="2597" y="6281"/>
                            <a:pt x="2597" y="6254"/>
                          </a:cubicBezTo>
                          <a:cubicBezTo>
                            <a:pt x="2597" y="6228"/>
                            <a:pt x="2579" y="6201"/>
                            <a:pt x="2543" y="6201"/>
                          </a:cubicBezTo>
                          <a:cubicBezTo>
                            <a:pt x="2516" y="6201"/>
                            <a:pt x="2489" y="6228"/>
                            <a:pt x="2489" y="6254"/>
                          </a:cubicBezTo>
                          <a:cubicBezTo>
                            <a:pt x="2489" y="6263"/>
                            <a:pt x="2498" y="6272"/>
                            <a:pt x="2498" y="6281"/>
                          </a:cubicBezTo>
                          <a:lnTo>
                            <a:pt x="1321" y="7450"/>
                          </a:lnTo>
                          <a:lnTo>
                            <a:pt x="536" y="7450"/>
                          </a:lnTo>
                          <a:cubicBezTo>
                            <a:pt x="536" y="7396"/>
                            <a:pt x="536" y="7343"/>
                            <a:pt x="527" y="7289"/>
                          </a:cubicBezTo>
                          <a:cubicBezTo>
                            <a:pt x="518" y="7280"/>
                            <a:pt x="518" y="7271"/>
                            <a:pt x="518" y="7254"/>
                          </a:cubicBezTo>
                          <a:lnTo>
                            <a:pt x="1205" y="7254"/>
                          </a:lnTo>
                          <a:lnTo>
                            <a:pt x="2177" y="6290"/>
                          </a:lnTo>
                          <a:cubicBezTo>
                            <a:pt x="2186" y="6299"/>
                            <a:pt x="2195" y="6308"/>
                            <a:pt x="2213" y="6308"/>
                          </a:cubicBezTo>
                          <a:cubicBezTo>
                            <a:pt x="2240" y="6308"/>
                            <a:pt x="2266" y="6281"/>
                            <a:pt x="2266" y="6254"/>
                          </a:cubicBezTo>
                          <a:cubicBezTo>
                            <a:pt x="2266" y="6228"/>
                            <a:pt x="2240" y="6201"/>
                            <a:pt x="2213" y="6201"/>
                          </a:cubicBezTo>
                          <a:cubicBezTo>
                            <a:pt x="2186" y="6201"/>
                            <a:pt x="2159" y="6228"/>
                            <a:pt x="2159" y="6254"/>
                          </a:cubicBezTo>
                          <a:cubicBezTo>
                            <a:pt x="2159" y="6263"/>
                            <a:pt x="2159" y="6272"/>
                            <a:pt x="2168" y="6281"/>
                          </a:cubicBezTo>
                          <a:lnTo>
                            <a:pt x="1196" y="7236"/>
                          </a:lnTo>
                          <a:lnTo>
                            <a:pt x="509" y="7236"/>
                          </a:lnTo>
                          <a:cubicBezTo>
                            <a:pt x="500" y="7191"/>
                            <a:pt x="482" y="7129"/>
                            <a:pt x="464" y="7075"/>
                          </a:cubicBezTo>
                          <a:lnTo>
                            <a:pt x="1053" y="7075"/>
                          </a:lnTo>
                          <a:lnTo>
                            <a:pt x="1811" y="6290"/>
                          </a:lnTo>
                          <a:cubicBezTo>
                            <a:pt x="1822" y="6301"/>
                            <a:pt x="1832" y="6305"/>
                            <a:pt x="1843" y="6305"/>
                          </a:cubicBezTo>
                          <a:cubicBezTo>
                            <a:pt x="1850" y="6305"/>
                            <a:pt x="1858" y="6303"/>
                            <a:pt x="1865" y="6299"/>
                          </a:cubicBezTo>
                          <a:cubicBezTo>
                            <a:pt x="1892" y="6290"/>
                            <a:pt x="1910" y="6254"/>
                            <a:pt x="1892" y="6228"/>
                          </a:cubicBezTo>
                          <a:cubicBezTo>
                            <a:pt x="1886" y="6210"/>
                            <a:pt x="1869" y="6201"/>
                            <a:pt x="1851" y="6201"/>
                          </a:cubicBezTo>
                          <a:cubicBezTo>
                            <a:pt x="1840" y="6201"/>
                            <a:pt x="1830" y="6204"/>
                            <a:pt x="1820" y="6210"/>
                          </a:cubicBezTo>
                          <a:cubicBezTo>
                            <a:pt x="1794" y="6219"/>
                            <a:pt x="1785" y="6254"/>
                            <a:pt x="1794" y="6281"/>
                          </a:cubicBezTo>
                          <a:lnTo>
                            <a:pt x="1044" y="7048"/>
                          </a:lnTo>
                          <a:lnTo>
                            <a:pt x="464" y="7048"/>
                          </a:lnTo>
                          <a:cubicBezTo>
                            <a:pt x="447" y="6995"/>
                            <a:pt x="420" y="6941"/>
                            <a:pt x="402" y="6879"/>
                          </a:cubicBezTo>
                          <a:lnTo>
                            <a:pt x="955" y="6879"/>
                          </a:lnTo>
                          <a:lnTo>
                            <a:pt x="1847" y="5960"/>
                          </a:lnTo>
                          <a:lnTo>
                            <a:pt x="1856" y="5951"/>
                          </a:lnTo>
                          <a:lnTo>
                            <a:pt x="1847" y="5576"/>
                          </a:lnTo>
                          <a:lnTo>
                            <a:pt x="1838" y="5576"/>
                          </a:lnTo>
                          <a:cubicBezTo>
                            <a:pt x="1927" y="5576"/>
                            <a:pt x="2008" y="5523"/>
                            <a:pt x="2034" y="5452"/>
                          </a:cubicBezTo>
                          <a:lnTo>
                            <a:pt x="2034" y="5460"/>
                          </a:lnTo>
                          <a:lnTo>
                            <a:pt x="2481" y="5460"/>
                          </a:lnTo>
                          <a:lnTo>
                            <a:pt x="2837" y="5791"/>
                          </a:lnTo>
                          <a:cubicBezTo>
                            <a:pt x="2828" y="5799"/>
                            <a:pt x="2820" y="5808"/>
                            <a:pt x="2820" y="5826"/>
                          </a:cubicBezTo>
                          <a:cubicBezTo>
                            <a:pt x="2820" y="5853"/>
                            <a:pt x="2846" y="5880"/>
                            <a:pt x="2873" y="5880"/>
                          </a:cubicBezTo>
                          <a:cubicBezTo>
                            <a:pt x="2909" y="5880"/>
                            <a:pt x="2927" y="5853"/>
                            <a:pt x="2927" y="5826"/>
                          </a:cubicBezTo>
                          <a:cubicBezTo>
                            <a:pt x="2927" y="5791"/>
                            <a:pt x="2909" y="5773"/>
                            <a:pt x="2873" y="5773"/>
                          </a:cubicBezTo>
                          <a:cubicBezTo>
                            <a:pt x="2864" y="5773"/>
                            <a:pt x="2855" y="5773"/>
                            <a:pt x="2846" y="5782"/>
                          </a:cubicBezTo>
                          <a:lnTo>
                            <a:pt x="2489" y="5443"/>
                          </a:lnTo>
                          <a:lnTo>
                            <a:pt x="2043" y="5443"/>
                          </a:lnTo>
                          <a:cubicBezTo>
                            <a:pt x="2052" y="5416"/>
                            <a:pt x="2061" y="5389"/>
                            <a:pt x="2061" y="5362"/>
                          </a:cubicBezTo>
                          <a:lnTo>
                            <a:pt x="2061" y="5237"/>
                          </a:lnTo>
                          <a:lnTo>
                            <a:pt x="2498" y="5237"/>
                          </a:lnTo>
                          <a:lnTo>
                            <a:pt x="2739" y="5460"/>
                          </a:lnTo>
                          <a:cubicBezTo>
                            <a:pt x="2739" y="5469"/>
                            <a:pt x="2730" y="5478"/>
                            <a:pt x="2730" y="5487"/>
                          </a:cubicBezTo>
                          <a:cubicBezTo>
                            <a:pt x="2730" y="5523"/>
                            <a:pt x="2757" y="5541"/>
                            <a:pt x="2784" y="5541"/>
                          </a:cubicBezTo>
                          <a:cubicBezTo>
                            <a:pt x="2820" y="5541"/>
                            <a:pt x="2837" y="5523"/>
                            <a:pt x="2837" y="5487"/>
                          </a:cubicBezTo>
                          <a:cubicBezTo>
                            <a:pt x="2837" y="5460"/>
                            <a:pt x="2820" y="5434"/>
                            <a:pt x="2784" y="5434"/>
                          </a:cubicBezTo>
                          <a:cubicBezTo>
                            <a:pt x="2775" y="5434"/>
                            <a:pt x="2766" y="5443"/>
                            <a:pt x="2757" y="5452"/>
                          </a:cubicBezTo>
                          <a:lnTo>
                            <a:pt x="2507" y="5220"/>
                          </a:lnTo>
                          <a:lnTo>
                            <a:pt x="2061" y="5220"/>
                          </a:lnTo>
                          <a:lnTo>
                            <a:pt x="2061" y="4997"/>
                          </a:lnTo>
                          <a:lnTo>
                            <a:pt x="2605" y="4997"/>
                          </a:lnTo>
                          <a:lnTo>
                            <a:pt x="3373" y="5773"/>
                          </a:lnTo>
                          <a:lnTo>
                            <a:pt x="4140" y="5773"/>
                          </a:lnTo>
                          <a:lnTo>
                            <a:pt x="4140" y="5755"/>
                          </a:lnTo>
                          <a:lnTo>
                            <a:pt x="3382" y="5755"/>
                          </a:lnTo>
                          <a:lnTo>
                            <a:pt x="2614" y="4988"/>
                          </a:lnTo>
                          <a:lnTo>
                            <a:pt x="2605" y="4979"/>
                          </a:lnTo>
                          <a:lnTo>
                            <a:pt x="2061" y="4979"/>
                          </a:lnTo>
                          <a:lnTo>
                            <a:pt x="2061" y="4702"/>
                          </a:lnTo>
                          <a:lnTo>
                            <a:pt x="2597" y="4702"/>
                          </a:lnTo>
                          <a:lnTo>
                            <a:pt x="3426" y="5532"/>
                          </a:lnTo>
                          <a:lnTo>
                            <a:pt x="3426" y="5541"/>
                          </a:lnTo>
                          <a:lnTo>
                            <a:pt x="4140" y="5541"/>
                          </a:lnTo>
                          <a:lnTo>
                            <a:pt x="4140" y="5523"/>
                          </a:lnTo>
                          <a:lnTo>
                            <a:pt x="3435" y="5523"/>
                          </a:lnTo>
                          <a:lnTo>
                            <a:pt x="2605" y="4684"/>
                          </a:lnTo>
                          <a:lnTo>
                            <a:pt x="2061" y="4684"/>
                          </a:lnTo>
                          <a:lnTo>
                            <a:pt x="2061" y="4693"/>
                          </a:lnTo>
                          <a:cubicBezTo>
                            <a:pt x="2061" y="4568"/>
                            <a:pt x="1963" y="4470"/>
                            <a:pt x="1838" y="4470"/>
                          </a:cubicBezTo>
                          <a:lnTo>
                            <a:pt x="1642" y="4470"/>
                          </a:lnTo>
                          <a:lnTo>
                            <a:pt x="1642" y="3953"/>
                          </a:lnTo>
                          <a:lnTo>
                            <a:pt x="1954" y="3658"/>
                          </a:lnTo>
                          <a:lnTo>
                            <a:pt x="2811" y="3658"/>
                          </a:lnTo>
                          <a:lnTo>
                            <a:pt x="3622" y="2811"/>
                          </a:lnTo>
                          <a:lnTo>
                            <a:pt x="3622" y="2053"/>
                          </a:lnTo>
                          <a:lnTo>
                            <a:pt x="3605" y="2053"/>
                          </a:lnTo>
                          <a:lnTo>
                            <a:pt x="3605" y="2802"/>
                          </a:lnTo>
                          <a:lnTo>
                            <a:pt x="2802" y="3641"/>
                          </a:lnTo>
                          <a:lnTo>
                            <a:pt x="1945" y="3641"/>
                          </a:lnTo>
                          <a:lnTo>
                            <a:pt x="1633" y="3935"/>
                          </a:lnTo>
                          <a:lnTo>
                            <a:pt x="1624" y="3944"/>
                          </a:lnTo>
                          <a:lnTo>
                            <a:pt x="1624" y="4470"/>
                          </a:lnTo>
                          <a:lnTo>
                            <a:pt x="1383" y="4470"/>
                          </a:lnTo>
                          <a:lnTo>
                            <a:pt x="1383" y="3605"/>
                          </a:lnTo>
                          <a:lnTo>
                            <a:pt x="794" y="3052"/>
                          </a:lnTo>
                          <a:cubicBezTo>
                            <a:pt x="812" y="3025"/>
                            <a:pt x="830" y="2998"/>
                            <a:pt x="857" y="2972"/>
                          </a:cubicBezTo>
                          <a:cubicBezTo>
                            <a:pt x="866" y="2945"/>
                            <a:pt x="884" y="2927"/>
                            <a:pt x="910" y="2909"/>
                          </a:cubicBezTo>
                          <a:lnTo>
                            <a:pt x="1196" y="2909"/>
                          </a:lnTo>
                          <a:lnTo>
                            <a:pt x="1490" y="3186"/>
                          </a:lnTo>
                          <a:cubicBezTo>
                            <a:pt x="1490" y="3195"/>
                            <a:pt x="1481" y="3212"/>
                            <a:pt x="1481" y="3221"/>
                          </a:cubicBezTo>
                          <a:cubicBezTo>
                            <a:pt x="1481" y="3248"/>
                            <a:pt x="1508" y="3275"/>
                            <a:pt x="1535" y="3275"/>
                          </a:cubicBezTo>
                          <a:cubicBezTo>
                            <a:pt x="1562" y="3275"/>
                            <a:pt x="1588" y="3248"/>
                            <a:pt x="1588" y="3221"/>
                          </a:cubicBezTo>
                          <a:cubicBezTo>
                            <a:pt x="1588" y="3195"/>
                            <a:pt x="1562" y="3168"/>
                            <a:pt x="1535" y="3168"/>
                          </a:cubicBezTo>
                          <a:cubicBezTo>
                            <a:pt x="1526" y="3168"/>
                            <a:pt x="1517" y="3177"/>
                            <a:pt x="1508" y="3177"/>
                          </a:cubicBezTo>
                          <a:lnTo>
                            <a:pt x="1205" y="2891"/>
                          </a:lnTo>
                          <a:lnTo>
                            <a:pt x="928" y="2891"/>
                          </a:lnTo>
                          <a:cubicBezTo>
                            <a:pt x="973" y="2838"/>
                            <a:pt x="1035" y="2784"/>
                            <a:pt x="1107" y="2731"/>
                          </a:cubicBezTo>
                          <a:lnTo>
                            <a:pt x="1374" y="2731"/>
                          </a:lnTo>
                          <a:lnTo>
                            <a:pt x="1695" y="3043"/>
                          </a:lnTo>
                          <a:cubicBezTo>
                            <a:pt x="1687" y="3052"/>
                            <a:pt x="1678" y="3061"/>
                            <a:pt x="1678" y="3070"/>
                          </a:cubicBezTo>
                          <a:cubicBezTo>
                            <a:pt x="1678" y="3105"/>
                            <a:pt x="1704" y="3123"/>
                            <a:pt x="1731" y="3123"/>
                          </a:cubicBezTo>
                          <a:cubicBezTo>
                            <a:pt x="1767" y="3123"/>
                            <a:pt x="1785" y="3105"/>
                            <a:pt x="1785" y="3070"/>
                          </a:cubicBezTo>
                          <a:cubicBezTo>
                            <a:pt x="1785" y="3043"/>
                            <a:pt x="1767" y="3016"/>
                            <a:pt x="1731" y="3016"/>
                          </a:cubicBezTo>
                          <a:cubicBezTo>
                            <a:pt x="1722" y="3016"/>
                            <a:pt x="1713" y="3025"/>
                            <a:pt x="1704" y="3025"/>
                          </a:cubicBezTo>
                          <a:lnTo>
                            <a:pt x="1383" y="2713"/>
                          </a:lnTo>
                          <a:lnTo>
                            <a:pt x="1125" y="2713"/>
                          </a:lnTo>
                          <a:cubicBezTo>
                            <a:pt x="1169" y="2677"/>
                            <a:pt x="1214" y="2641"/>
                            <a:pt x="1258" y="2615"/>
                          </a:cubicBezTo>
                          <a:lnTo>
                            <a:pt x="1580" y="2615"/>
                          </a:lnTo>
                          <a:lnTo>
                            <a:pt x="1865" y="2891"/>
                          </a:lnTo>
                          <a:cubicBezTo>
                            <a:pt x="1865" y="2900"/>
                            <a:pt x="1856" y="2909"/>
                            <a:pt x="1856" y="2927"/>
                          </a:cubicBezTo>
                          <a:cubicBezTo>
                            <a:pt x="1856" y="2954"/>
                            <a:pt x="1883" y="2980"/>
                            <a:pt x="1910" y="2980"/>
                          </a:cubicBezTo>
                          <a:cubicBezTo>
                            <a:pt x="1945" y="2980"/>
                            <a:pt x="1963" y="2954"/>
                            <a:pt x="1963" y="2927"/>
                          </a:cubicBezTo>
                          <a:cubicBezTo>
                            <a:pt x="1963" y="2891"/>
                            <a:pt x="1945" y="2873"/>
                            <a:pt x="1910" y="2873"/>
                          </a:cubicBezTo>
                          <a:cubicBezTo>
                            <a:pt x="1901" y="2873"/>
                            <a:pt x="1892" y="2873"/>
                            <a:pt x="1883" y="2882"/>
                          </a:cubicBezTo>
                          <a:lnTo>
                            <a:pt x="1588" y="2588"/>
                          </a:lnTo>
                          <a:lnTo>
                            <a:pt x="1285" y="2588"/>
                          </a:lnTo>
                          <a:cubicBezTo>
                            <a:pt x="1356" y="2534"/>
                            <a:pt x="1437" y="2481"/>
                            <a:pt x="1508" y="2427"/>
                          </a:cubicBezTo>
                          <a:lnTo>
                            <a:pt x="2097" y="2427"/>
                          </a:lnTo>
                          <a:lnTo>
                            <a:pt x="2266" y="2311"/>
                          </a:lnTo>
                          <a:lnTo>
                            <a:pt x="2614" y="2311"/>
                          </a:lnTo>
                          <a:cubicBezTo>
                            <a:pt x="2614" y="2338"/>
                            <a:pt x="2632" y="2356"/>
                            <a:pt x="2659" y="2356"/>
                          </a:cubicBezTo>
                          <a:cubicBezTo>
                            <a:pt x="2695" y="2356"/>
                            <a:pt x="2712" y="2329"/>
                            <a:pt x="2712" y="2302"/>
                          </a:cubicBezTo>
                          <a:cubicBezTo>
                            <a:pt x="2712" y="2267"/>
                            <a:pt x="2695" y="2249"/>
                            <a:pt x="2659" y="2249"/>
                          </a:cubicBezTo>
                          <a:cubicBezTo>
                            <a:pt x="2632" y="2249"/>
                            <a:pt x="2614" y="2267"/>
                            <a:pt x="2614" y="2294"/>
                          </a:cubicBezTo>
                          <a:lnTo>
                            <a:pt x="2258" y="2294"/>
                          </a:lnTo>
                          <a:lnTo>
                            <a:pt x="2097" y="2409"/>
                          </a:lnTo>
                          <a:lnTo>
                            <a:pt x="1535" y="2409"/>
                          </a:lnTo>
                          <a:cubicBezTo>
                            <a:pt x="1642" y="2338"/>
                            <a:pt x="1740" y="2267"/>
                            <a:pt x="1811" y="2222"/>
                          </a:cubicBezTo>
                          <a:lnTo>
                            <a:pt x="2757" y="2222"/>
                          </a:lnTo>
                          <a:cubicBezTo>
                            <a:pt x="2766" y="2249"/>
                            <a:pt x="2784" y="2267"/>
                            <a:pt x="2820" y="2267"/>
                          </a:cubicBezTo>
                          <a:cubicBezTo>
                            <a:pt x="2855" y="2267"/>
                            <a:pt x="2882" y="2240"/>
                            <a:pt x="2882" y="2213"/>
                          </a:cubicBezTo>
                          <a:cubicBezTo>
                            <a:pt x="2882" y="2178"/>
                            <a:pt x="2855" y="2151"/>
                            <a:pt x="2820" y="2151"/>
                          </a:cubicBezTo>
                          <a:cubicBezTo>
                            <a:pt x="2784" y="2151"/>
                            <a:pt x="2766" y="2169"/>
                            <a:pt x="2757" y="2204"/>
                          </a:cubicBezTo>
                          <a:lnTo>
                            <a:pt x="1838" y="2204"/>
                          </a:lnTo>
                          <a:cubicBezTo>
                            <a:pt x="1892" y="2160"/>
                            <a:pt x="1927" y="2142"/>
                            <a:pt x="1936" y="2142"/>
                          </a:cubicBezTo>
                          <a:cubicBezTo>
                            <a:pt x="1936" y="2133"/>
                            <a:pt x="1963" y="2115"/>
                            <a:pt x="1990" y="2088"/>
                          </a:cubicBezTo>
                          <a:lnTo>
                            <a:pt x="3078" y="2088"/>
                          </a:lnTo>
                          <a:lnTo>
                            <a:pt x="3248" y="1946"/>
                          </a:lnTo>
                          <a:lnTo>
                            <a:pt x="3506" y="1946"/>
                          </a:lnTo>
                          <a:lnTo>
                            <a:pt x="3506" y="1928"/>
                          </a:lnTo>
                          <a:lnTo>
                            <a:pt x="3239" y="1928"/>
                          </a:lnTo>
                          <a:lnTo>
                            <a:pt x="3069" y="2070"/>
                          </a:lnTo>
                          <a:lnTo>
                            <a:pt x="2017" y="2070"/>
                          </a:lnTo>
                          <a:cubicBezTo>
                            <a:pt x="2061" y="2035"/>
                            <a:pt x="2115" y="1981"/>
                            <a:pt x="2133" y="1955"/>
                          </a:cubicBezTo>
                          <a:cubicBezTo>
                            <a:pt x="2159" y="1910"/>
                            <a:pt x="2186" y="1865"/>
                            <a:pt x="2204" y="1821"/>
                          </a:cubicBezTo>
                          <a:close/>
                          <a:moveTo>
                            <a:pt x="1348" y="8708"/>
                          </a:moveTo>
                          <a:cubicBezTo>
                            <a:pt x="1348" y="8752"/>
                            <a:pt x="1374" y="8788"/>
                            <a:pt x="1401" y="8797"/>
                          </a:cubicBezTo>
                          <a:lnTo>
                            <a:pt x="1392" y="8797"/>
                          </a:lnTo>
                          <a:lnTo>
                            <a:pt x="1392" y="9056"/>
                          </a:lnTo>
                          <a:lnTo>
                            <a:pt x="1178" y="9279"/>
                          </a:lnTo>
                          <a:lnTo>
                            <a:pt x="1178" y="9983"/>
                          </a:lnTo>
                          <a:cubicBezTo>
                            <a:pt x="857" y="9644"/>
                            <a:pt x="607" y="9279"/>
                            <a:pt x="500" y="8993"/>
                          </a:cubicBezTo>
                          <a:cubicBezTo>
                            <a:pt x="482" y="8949"/>
                            <a:pt x="473" y="8895"/>
                            <a:pt x="464" y="8842"/>
                          </a:cubicBezTo>
                          <a:lnTo>
                            <a:pt x="803" y="8842"/>
                          </a:lnTo>
                          <a:lnTo>
                            <a:pt x="955" y="8708"/>
                          </a:lnTo>
                          <a:close/>
                          <a:moveTo>
                            <a:pt x="1490" y="8806"/>
                          </a:moveTo>
                          <a:lnTo>
                            <a:pt x="1490" y="9091"/>
                          </a:lnTo>
                          <a:lnTo>
                            <a:pt x="1267" y="9305"/>
                          </a:lnTo>
                          <a:lnTo>
                            <a:pt x="1267" y="10090"/>
                          </a:lnTo>
                          <a:cubicBezTo>
                            <a:pt x="1241" y="10064"/>
                            <a:pt x="1214" y="10037"/>
                            <a:pt x="1196" y="10010"/>
                          </a:cubicBezTo>
                          <a:lnTo>
                            <a:pt x="1196" y="9279"/>
                          </a:lnTo>
                          <a:lnTo>
                            <a:pt x="1410" y="9056"/>
                          </a:lnTo>
                          <a:lnTo>
                            <a:pt x="1410" y="8806"/>
                          </a:lnTo>
                          <a:close/>
                          <a:moveTo>
                            <a:pt x="1633" y="8806"/>
                          </a:moveTo>
                          <a:lnTo>
                            <a:pt x="1633" y="9073"/>
                          </a:lnTo>
                          <a:lnTo>
                            <a:pt x="1901" y="9350"/>
                          </a:lnTo>
                          <a:lnTo>
                            <a:pt x="1901" y="10670"/>
                          </a:lnTo>
                          <a:cubicBezTo>
                            <a:pt x="1856" y="10635"/>
                            <a:pt x="1811" y="10599"/>
                            <a:pt x="1767" y="10563"/>
                          </a:cubicBezTo>
                          <a:lnTo>
                            <a:pt x="1767" y="9680"/>
                          </a:lnTo>
                          <a:lnTo>
                            <a:pt x="1785" y="9680"/>
                          </a:lnTo>
                          <a:cubicBezTo>
                            <a:pt x="1803" y="9662"/>
                            <a:pt x="1820" y="9636"/>
                            <a:pt x="1803" y="9609"/>
                          </a:cubicBezTo>
                          <a:cubicBezTo>
                            <a:pt x="1796" y="9589"/>
                            <a:pt x="1776" y="9575"/>
                            <a:pt x="1755" y="9575"/>
                          </a:cubicBezTo>
                          <a:cubicBezTo>
                            <a:pt x="1747" y="9575"/>
                            <a:pt x="1739" y="9577"/>
                            <a:pt x="1731" y="9582"/>
                          </a:cubicBezTo>
                          <a:cubicBezTo>
                            <a:pt x="1704" y="9591"/>
                            <a:pt x="1695" y="9627"/>
                            <a:pt x="1704" y="9653"/>
                          </a:cubicBezTo>
                          <a:cubicBezTo>
                            <a:pt x="1713" y="9671"/>
                            <a:pt x="1731" y="9680"/>
                            <a:pt x="1749" y="9680"/>
                          </a:cubicBezTo>
                          <a:lnTo>
                            <a:pt x="1749" y="10545"/>
                          </a:lnTo>
                          <a:cubicBezTo>
                            <a:pt x="1695" y="10501"/>
                            <a:pt x="1642" y="10447"/>
                            <a:pt x="1588" y="10403"/>
                          </a:cubicBezTo>
                          <a:lnTo>
                            <a:pt x="1588" y="9484"/>
                          </a:lnTo>
                          <a:lnTo>
                            <a:pt x="1606" y="9484"/>
                          </a:lnTo>
                          <a:cubicBezTo>
                            <a:pt x="1633" y="9466"/>
                            <a:pt x="1642" y="9439"/>
                            <a:pt x="1624" y="9412"/>
                          </a:cubicBezTo>
                          <a:cubicBezTo>
                            <a:pt x="1617" y="9392"/>
                            <a:pt x="1596" y="9382"/>
                            <a:pt x="1574" y="9382"/>
                          </a:cubicBezTo>
                          <a:cubicBezTo>
                            <a:pt x="1567" y="9382"/>
                            <a:pt x="1559" y="9383"/>
                            <a:pt x="1553" y="9386"/>
                          </a:cubicBezTo>
                          <a:cubicBezTo>
                            <a:pt x="1526" y="9404"/>
                            <a:pt x="1517" y="9430"/>
                            <a:pt x="1526" y="9457"/>
                          </a:cubicBezTo>
                          <a:cubicBezTo>
                            <a:pt x="1535" y="9475"/>
                            <a:pt x="1553" y="9484"/>
                            <a:pt x="1571" y="9484"/>
                          </a:cubicBezTo>
                          <a:lnTo>
                            <a:pt x="1571" y="10385"/>
                          </a:lnTo>
                          <a:cubicBezTo>
                            <a:pt x="1526" y="10349"/>
                            <a:pt x="1481" y="10305"/>
                            <a:pt x="1437" y="10260"/>
                          </a:cubicBezTo>
                          <a:lnTo>
                            <a:pt x="1437" y="9377"/>
                          </a:lnTo>
                          <a:lnTo>
                            <a:pt x="1455" y="9377"/>
                          </a:lnTo>
                          <a:cubicBezTo>
                            <a:pt x="1481" y="9359"/>
                            <a:pt x="1490" y="9332"/>
                            <a:pt x="1472" y="9305"/>
                          </a:cubicBezTo>
                          <a:cubicBezTo>
                            <a:pt x="1466" y="9285"/>
                            <a:pt x="1444" y="9275"/>
                            <a:pt x="1422" y="9275"/>
                          </a:cubicBezTo>
                          <a:cubicBezTo>
                            <a:pt x="1415" y="9275"/>
                            <a:pt x="1408" y="9276"/>
                            <a:pt x="1401" y="9279"/>
                          </a:cubicBezTo>
                          <a:cubicBezTo>
                            <a:pt x="1374" y="9297"/>
                            <a:pt x="1365" y="9323"/>
                            <a:pt x="1383" y="9350"/>
                          </a:cubicBezTo>
                          <a:cubicBezTo>
                            <a:pt x="1392" y="9368"/>
                            <a:pt x="1401" y="9377"/>
                            <a:pt x="1419" y="9377"/>
                          </a:cubicBezTo>
                          <a:lnTo>
                            <a:pt x="1419" y="10242"/>
                          </a:lnTo>
                          <a:cubicBezTo>
                            <a:pt x="1374" y="10198"/>
                            <a:pt x="1330" y="10153"/>
                            <a:pt x="1285" y="10108"/>
                          </a:cubicBezTo>
                          <a:lnTo>
                            <a:pt x="1285" y="9314"/>
                          </a:lnTo>
                          <a:lnTo>
                            <a:pt x="1508" y="9091"/>
                          </a:lnTo>
                          <a:lnTo>
                            <a:pt x="1508" y="8806"/>
                          </a:lnTo>
                          <a:close/>
                          <a:moveTo>
                            <a:pt x="1829" y="8770"/>
                          </a:moveTo>
                          <a:lnTo>
                            <a:pt x="1829" y="8779"/>
                          </a:lnTo>
                          <a:lnTo>
                            <a:pt x="2186" y="8779"/>
                          </a:lnTo>
                          <a:lnTo>
                            <a:pt x="2266" y="8859"/>
                          </a:lnTo>
                          <a:lnTo>
                            <a:pt x="2266" y="10929"/>
                          </a:lnTo>
                          <a:cubicBezTo>
                            <a:pt x="2186" y="10876"/>
                            <a:pt x="2106" y="10822"/>
                            <a:pt x="2026" y="10760"/>
                          </a:cubicBezTo>
                          <a:lnTo>
                            <a:pt x="2026" y="9323"/>
                          </a:lnTo>
                          <a:lnTo>
                            <a:pt x="1767" y="9065"/>
                          </a:lnTo>
                          <a:lnTo>
                            <a:pt x="1767" y="8806"/>
                          </a:lnTo>
                          <a:lnTo>
                            <a:pt x="1749" y="8806"/>
                          </a:lnTo>
                          <a:lnTo>
                            <a:pt x="1749" y="9073"/>
                          </a:lnTo>
                          <a:lnTo>
                            <a:pt x="2008" y="9332"/>
                          </a:lnTo>
                          <a:lnTo>
                            <a:pt x="2008" y="10751"/>
                          </a:lnTo>
                          <a:cubicBezTo>
                            <a:pt x="1972" y="10724"/>
                            <a:pt x="1945" y="10706"/>
                            <a:pt x="1919" y="10679"/>
                          </a:cubicBezTo>
                          <a:lnTo>
                            <a:pt x="1919" y="9341"/>
                          </a:lnTo>
                          <a:lnTo>
                            <a:pt x="1651" y="9065"/>
                          </a:lnTo>
                          <a:lnTo>
                            <a:pt x="1651" y="8806"/>
                          </a:lnTo>
                          <a:lnTo>
                            <a:pt x="1749" y="8806"/>
                          </a:lnTo>
                          <a:cubicBezTo>
                            <a:pt x="1785" y="8806"/>
                            <a:pt x="1811" y="8788"/>
                            <a:pt x="1829" y="8770"/>
                          </a:cubicBezTo>
                          <a:close/>
                          <a:moveTo>
                            <a:pt x="2266" y="8627"/>
                          </a:moveTo>
                          <a:lnTo>
                            <a:pt x="2391" y="8752"/>
                          </a:lnTo>
                          <a:lnTo>
                            <a:pt x="2391" y="10991"/>
                          </a:lnTo>
                          <a:cubicBezTo>
                            <a:pt x="2356" y="10974"/>
                            <a:pt x="2320" y="10956"/>
                            <a:pt x="2284" y="10938"/>
                          </a:cubicBezTo>
                          <a:lnTo>
                            <a:pt x="2284" y="8850"/>
                          </a:lnTo>
                          <a:lnTo>
                            <a:pt x="2195" y="8761"/>
                          </a:lnTo>
                          <a:lnTo>
                            <a:pt x="1829" y="8761"/>
                          </a:lnTo>
                          <a:cubicBezTo>
                            <a:pt x="1838" y="8743"/>
                            <a:pt x="1847" y="8726"/>
                            <a:pt x="1847" y="8708"/>
                          </a:cubicBezTo>
                          <a:lnTo>
                            <a:pt x="1847" y="8627"/>
                          </a:lnTo>
                          <a:close/>
                          <a:moveTo>
                            <a:pt x="4970" y="8547"/>
                          </a:moveTo>
                          <a:lnTo>
                            <a:pt x="4970" y="10492"/>
                          </a:lnTo>
                          <a:cubicBezTo>
                            <a:pt x="4952" y="10572"/>
                            <a:pt x="4880" y="10786"/>
                            <a:pt x="4827" y="10840"/>
                          </a:cubicBezTo>
                          <a:cubicBezTo>
                            <a:pt x="4764" y="10893"/>
                            <a:pt x="4675" y="10947"/>
                            <a:pt x="4568" y="10991"/>
                          </a:cubicBezTo>
                          <a:lnTo>
                            <a:pt x="4568" y="10260"/>
                          </a:lnTo>
                          <a:lnTo>
                            <a:pt x="4399" y="10073"/>
                          </a:lnTo>
                          <a:lnTo>
                            <a:pt x="4399" y="9796"/>
                          </a:lnTo>
                          <a:lnTo>
                            <a:pt x="4381" y="9796"/>
                          </a:lnTo>
                          <a:lnTo>
                            <a:pt x="4381" y="10073"/>
                          </a:lnTo>
                          <a:lnTo>
                            <a:pt x="4550" y="10269"/>
                          </a:lnTo>
                          <a:lnTo>
                            <a:pt x="4550" y="11000"/>
                          </a:lnTo>
                          <a:cubicBezTo>
                            <a:pt x="4461" y="11036"/>
                            <a:pt x="4354" y="11063"/>
                            <a:pt x="4238" y="11099"/>
                          </a:cubicBezTo>
                          <a:lnTo>
                            <a:pt x="4238" y="9796"/>
                          </a:lnTo>
                          <a:lnTo>
                            <a:pt x="4381" y="9796"/>
                          </a:lnTo>
                          <a:cubicBezTo>
                            <a:pt x="4461" y="9796"/>
                            <a:pt x="4532" y="9725"/>
                            <a:pt x="4532" y="9636"/>
                          </a:cubicBezTo>
                          <a:lnTo>
                            <a:pt x="4532" y="9154"/>
                          </a:lnTo>
                          <a:cubicBezTo>
                            <a:pt x="4532" y="9091"/>
                            <a:pt x="4497" y="9029"/>
                            <a:pt x="4434" y="9011"/>
                          </a:cubicBezTo>
                          <a:lnTo>
                            <a:pt x="4443" y="9011"/>
                          </a:lnTo>
                          <a:lnTo>
                            <a:pt x="4443" y="8770"/>
                          </a:lnTo>
                          <a:lnTo>
                            <a:pt x="4693" y="8547"/>
                          </a:lnTo>
                          <a:close/>
                          <a:moveTo>
                            <a:pt x="2481" y="8395"/>
                          </a:moveTo>
                          <a:lnTo>
                            <a:pt x="2712" y="8627"/>
                          </a:lnTo>
                          <a:lnTo>
                            <a:pt x="2712" y="9154"/>
                          </a:lnTo>
                          <a:lnTo>
                            <a:pt x="3087" y="9511"/>
                          </a:lnTo>
                          <a:lnTo>
                            <a:pt x="3738" y="9511"/>
                          </a:lnTo>
                          <a:lnTo>
                            <a:pt x="3738" y="9636"/>
                          </a:lnTo>
                          <a:cubicBezTo>
                            <a:pt x="3738" y="9725"/>
                            <a:pt x="3810" y="9796"/>
                            <a:pt x="3890" y="9796"/>
                          </a:cubicBezTo>
                          <a:lnTo>
                            <a:pt x="3899" y="9796"/>
                          </a:lnTo>
                          <a:lnTo>
                            <a:pt x="3899" y="10090"/>
                          </a:lnTo>
                          <a:lnTo>
                            <a:pt x="3266" y="10733"/>
                          </a:lnTo>
                          <a:lnTo>
                            <a:pt x="3257" y="10733"/>
                          </a:lnTo>
                          <a:lnTo>
                            <a:pt x="3257" y="11197"/>
                          </a:lnTo>
                          <a:cubicBezTo>
                            <a:pt x="3105" y="11197"/>
                            <a:pt x="2962" y="11179"/>
                            <a:pt x="2837" y="11161"/>
                          </a:cubicBezTo>
                          <a:lnTo>
                            <a:pt x="2837" y="10670"/>
                          </a:lnTo>
                          <a:lnTo>
                            <a:pt x="3257" y="10260"/>
                          </a:lnTo>
                          <a:cubicBezTo>
                            <a:pt x="3267" y="10270"/>
                            <a:pt x="3281" y="10275"/>
                            <a:pt x="3294" y="10275"/>
                          </a:cubicBezTo>
                          <a:cubicBezTo>
                            <a:pt x="3303" y="10275"/>
                            <a:pt x="3312" y="10273"/>
                            <a:pt x="3319" y="10269"/>
                          </a:cubicBezTo>
                          <a:cubicBezTo>
                            <a:pt x="3346" y="10251"/>
                            <a:pt x="3355" y="10224"/>
                            <a:pt x="3337" y="10198"/>
                          </a:cubicBezTo>
                          <a:cubicBezTo>
                            <a:pt x="3330" y="10177"/>
                            <a:pt x="3309" y="10167"/>
                            <a:pt x="3287" y="10167"/>
                          </a:cubicBezTo>
                          <a:cubicBezTo>
                            <a:pt x="3280" y="10167"/>
                            <a:pt x="3272" y="10169"/>
                            <a:pt x="3266" y="10171"/>
                          </a:cubicBezTo>
                          <a:cubicBezTo>
                            <a:pt x="3239" y="10189"/>
                            <a:pt x="3230" y="10215"/>
                            <a:pt x="3248" y="10242"/>
                          </a:cubicBezTo>
                          <a:cubicBezTo>
                            <a:pt x="3248" y="10242"/>
                            <a:pt x="3248" y="10251"/>
                            <a:pt x="3248" y="10251"/>
                          </a:cubicBezTo>
                          <a:lnTo>
                            <a:pt x="2820" y="10661"/>
                          </a:lnTo>
                          <a:lnTo>
                            <a:pt x="2820" y="11152"/>
                          </a:lnTo>
                          <a:cubicBezTo>
                            <a:pt x="2802" y="11152"/>
                            <a:pt x="2775" y="11143"/>
                            <a:pt x="2757" y="11143"/>
                          </a:cubicBezTo>
                          <a:cubicBezTo>
                            <a:pt x="2739" y="11134"/>
                            <a:pt x="2712" y="11134"/>
                            <a:pt x="2695" y="11125"/>
                          </a:cubicBezTo>
                          <a:lnTo>
                            <a:pt x="2695" y="10492"/>
                          </a:lnTo>
                          <a:lnTo>
                            <a:pt x="3096" y="10135"/>
                          </a:lnTo>
                          <a:cubicBezTo>
                            <a:pt x="3101" y="10140"/>
                            <a:pt x="3109" y="10142"/>
                            <a:pt x="3120" y="10142"/>
                          </a:cubicBezTo>
                          <a:cubicBezTo>
                            <a:pt x="3130" y="10142"/>
                            <a:pt x="3141" y="10140"/>
                            <a:pt x="3150" y="10135"/>
                          </a:cubicBezTo>
                          <a:cubicBezTo>
                            <a:pt x="3176" y="10126"/>
                            <a:pt x="3185" y="10090"/>
                            <a:pt x="3176" y="10064"/>
                          </a:cubicBezTo>
                          <a:cubicBezTo>
                            <a:pt x="3165" y="10046"/>
                            <a:pt x="3150" y="10037"/>
                            <a:pt x="3133" y="10037"/>
                          </a:cubicBezTo>
                          <a:cubicBezTo>
                            <a:pt x="3124" y="10037"/>
                            <a:pt x="3115" y="10040"/>
                            <a:pt x="3105" y="10046"/>
                          </a:cubicBezTo>
                          <a:cubicBezTo>
                            <a:pt x="3078" y="10055"/>
                            <a:pt x="3069" y="10090"/>
                            <a:pt x="3078" y="10117"/>
                          </a:cubicBezTo>
                          <a:lnTo>
                            <a:pt x="2677" y="10483"/>
                          </a:lnTo>
                          <a:lnTo>
                            <a:pt x="2677" y="11116"/>
                          </a:lnTo>
                          <a:cubicBezTo>
                            <a:pt x="2623" y="11107"/>
                            <a:pt x="2579" y="11090"/>
                            <a:pt x="2534" y="11063"/>
                          </a:cubicBezTo>
                          <a:lnTo>
                            <a:pt x="2534" y="10358"/>
                          </a:lnTo>
                          <a:lnTo>
                            <a:pt x="2953" y="9966"/>
                          </a:lnTo>
                          <a:cubicBezTo>
                            <a:pt x="2964" y="9976"/>
                            <a:pt x="2974" y="9980"/>
                            <a:pt x="2985" y="9980"/>
                          </a:cubicBezTo>
                          <a:cubicBezTo>
                            <a:pt x="2992" y="9980"/>
                            <a:pt x="3000" y="9978"/>
                            <a:pt x="3007" y="9974"/>
                          </a:cubicBezTo>
                          <a:cubicBezTo>
                            <a:pt x="3034" y="9957"/>
                            <a:pt x="3043" y="9930"/>
                            <a:pt x="3034" y="9903"/>
                          </a:cubicBezTo>
                          <a:cubicBezTo>
                            <a:pt x="3020" y="9883"/>
                            <a:pt x="3002" y="9873"/>
                            <a:pt x="2982" y="9873"/>
                          </a:cubicBezTo>
                          <a:cubicBezTo>
                            <a:pt x="2976" y="9873"/>
                            <a:pt x="2969" y="9874"/>
                            <a:pt x="2962" y="9876"/>
                          </a:cubicBezTo>
                          <a:cubicBezTo>
                            <a:pt x="2936" y="9894"/>
                            <a:pt x="2927" y="9921"/>
                            <a:pt x="2936" y="9948"/>
                          </a:cubicBezTo>
                          <a:cubicBezTo>
                            <a:pt x="2936" y="9948"/>
                            <a:pt x="2936" y="9957"/>
                            <a:pt x="2936" y="9957"/>
                          </a:cubicBezTo>
                          <a:lnTo>
                            <a:pt x="2516" y="10349"/>
                          </a:lnTo>
                          <a:lnTo>
                            <a:pt x="2516" y="11054"/>
                          </a:lnTo>
                          <a:cubicBezTo>
                            <a:pt x="2481" y="11036"/>
                            <a:pt x="2445" y="11018"/>
                            <a:pt x="2409" y="11000"/>
                          </a:cubicBezTo>
                          <a:lnTo>
                            <a:pt x="2409" y="8743"/>
                          </a:lnTo>
                          <a:lnTo>
                            <a:pt x="2275" y="8610"/>
                          </a:lnTo>
                          <a:lnTo>
                            <a:pt x="1847" y="8610"/>
                          </a:lnTo>
                          <a:lnTo>
                            <a:pt x="1847" y="8503"/>
                          </a:lnTo>
                          <a:lnTo>
                            <a:pt x="2373" y="8503"/>
                          </a:lnTo>
                          <a:lnTo>
                            <a:pt x="2534" y="8645"/>
                          </a:lnTo>
                          <a:lnTo>
                            <a:pt x="2534" y="9189"/>
                          </a:lnTo>
                          <a:lnTo>
                            <a:pt x="2989" y="9653"/>
                          </a:lnTo>
                          <a:lnTo>
                            <a:pt x="3738" y="9653"/>
                          </a:lnTo>
                          <a:lnTo>
                            <a:pt x="3738" y="9636"/>
                          </a:lnTo>
                          <a:lnTo>
                            <a:pt x="2998" y="9636"/>
                          </a:lnTo>
                          <a:lnTo>
                            <a:pt x="2552" y="9181"/>
                          </a:lnTo>
                          <a:lnTo>
                            <a:pt x="2552" y="8645"/>
                          </a:lnTo>
                          <a:lnTo>
                            <a:pt x="2382" y="8485"/>
                          </a:lnTo>
                          <a:lnTo>
                            <a:pt x="1847" y="8485"/>
                          </a:lnTo>
                          <a:lnTo>
                            <a:pt x="1847" y="8413"/>
                          </a:lnTo>
                          <a:cubicBezTo>
                            <a:pt x="1847" y="8404"/>
                            <a:pt x="1838" y="8404"/>
                            <a:pt x="1838" y="8395"/>
                          </a:cubicBezTo>
                          <a:close/>
                          <a:moveTo>
                            <a:pt x="4051" y="9796"/>
                          </a:moveTo>
                          <a:lnTo>
                            <a:pt x="4051" y="10135"/>
                          </a:lnTo>
                          <a:lnTo>
                            <a:pt x="3417" y="10760"/>
                          </a:lnTo>
                          <a:lnTo>
                            <a:pt x="3417" y="11197"/>
                          </a:lnTo>
                          <a:lnTo>
                            <a:pt x="3283" y="11197"/>
                          </a:lnTo>
                          <a:lnTo>
                            <a:pt x="3283" y="10742"/>
                          </a:lnTo>
                          <a:lnTo>
                            <a:pt x="3917" y="10099"/>
                          </a:lnTo>
                          <a:lnTo>
                            <a:pt x="3917" y="10090"/>
                          </a:lnTo>
                          <a:lnTo>
                            <a:pt x="3917" y="9796"/>
                          </a:lnTo>
                          <a:close/>
                          <a:moveTo>
                            <a:pt x="4220" y="9796"/>
                          </a:moveTo>
                          <a:lnTo>
                            <a:pt x="4220" y="11099"/>
                          </a:lnTo>
                          <a:cubicBezTo>
                            <a:pt x="4104" y="11125"/>
                            <a:pt x="3970" y="11152"/>
                            <a:pt x="3837" y="11161"/>
                          </a:cubicBezTo>
                          <a:cubicBezTo>
                            <a:pt x="3703" y="11179"/>
                            <a:pt x="3569" y="11188"/>
                            <a:pt x="3435" y="11197"/>
                          </a:cubicBezTo>
                          <a:lnTo>
                            <a:pt x="3435" y="10768"/>
                          </a:lnTo>
                          <a:lnTo>
                            <a:pt x="4060" y="10144"/>
                          </a:lnTo>
                          <a:lnTo>
                            <a:pt x="4068" y="10135"/>
                          </a:lnTo>
                          <a:lnTo>
                            <a:pt x="4068" y="9796"/>
                          </a:lnTo>
                          <a:close/>
                          <a:moveTo>
                            <a:pt x="4238" y="0"/>
                          </a:moveTo>
                          <a:cubicBezTo>
                            <a:pt x="4232" y="0"/>
                            <a:pt x="4226" y="0"/>
                            <a:pt x="4220" y="1"/>
                          </a:cubicBezTo>
                          <a:cubicBezTo>
                            <a:pt x="3765" y="54"/>
                            <a:pt x="2855" y="393"/>
                            <a:pt x="2579" y="741"/>
                          </a:cubicBezTo>
                          <a:cubicBezTo>
                            <a:pt x="2463" y="875"/>
                            <a:pt x="2391" y="1125"/>
                            <a:pt x="2320" y="1375"/>
                          </a:cubicBezTo>
                          <a:cubicBezTo>
                            <a:pt x="2258" y="1589"/>
                            <a:pt x="2186" y="1812"/>
                            <a:pt x="2106" y="1928"/>
                          </a:cubicBezTo>
                          <a:cubicBezTo>
                            <a:pt x="2070" y="1981"/>
                            <a:pt x="1910" y="2106"/>
                            <a:pt x="1910" y="2106"/>
                          </a:cubicBezTo>
                          <a:cubicBezTo>
                            <a:pt x="1874" y="2133"/>
                            <a:pt x="1035" y="2677"/>
                            <a:pt x="821" y="2945"/>
                          </a:cubicBezTo>
                          <a:cubicBezTo>
                            <a:pt x="527" y="3328"/>
                            <a:pt x="125" y="4247"/>
                            <a:pt x="45" y="4729"/>
                          </a:cubicBezTo>
                          <a:cubicBezTo>
                            <a:pt x="1" y="5059"/>
                            <a:pt x="1" y="5701"/>
                            <a:pt x="63" y="6005"/>
                          </a:cubicBezTo>
                          <a:cubicBezTo>
                            <a:pt x="99" y="6174"/>
                            <a:pt x="188" y="6406"/>
                            <a:pt x="268" y="6638"/>
                          </a:cubicBezTo>
                          <a:cubicBezTo>
                            <a:pt x="366" y="6879"/>
                            <a:pt x="455" y="7129"/>
                            <a:pt x="491" y="7298"/>
                          </a:cubicBezTo>
                          <a:cubicBezTo>
                            <a:pt x="518" y="7477"/>
                            <a:pt x="491" y="7744"/>
                            <a:pt x="455" y="8030"/>
                          </a:cubicBezTo>
                          <a:cubicBezTo>
                            <a:pt x="420" y="8395"/>
                            <a:pt x="375" y="8779"/>
                            <a:pt x="464" y="9002"/>
                          </a:cubicBezTo>
                          <a:cubicBezTo>
                            <a:pt x="750" y="9743"/>
                            <a:pt x="1981" y="10991"/>
                            <a:pt x="2748" y="11179"/>
                          </a:cubicBezTo>
                          <a:cubicBezTo>
                            <a:pt x="2900" y="11215"/>
                            <a:pt x="3105" y="11232"/>
                            <a:pt x="3328" y="11232"/>
                          </a:cubicBezTo>
                          <a:cubicBezTo>
                            <a:pt x="3881" y="11232"/>
                            <a:pt x="4559" y="11116"/>
                            <a:pt x="4845" y="10867"/>
                          </a:cubicBezTo>
                          <a:cubicBezTo>
                            <a:pt x="4925" y="10795"/>
                            <a:pt x="5005" y="10510"/>
                            <a:pt x="5005" y="10492"/>
                          </a:cubicBezTo>
                          <a:lnTo>
                            <a:pt x="5005" y="599"/>
                          </a:lnTo>
                          <a:lnTo>
                            <a:pt x="5005" y="590"/>
                          </a:lnTo>
                          <a:cubicBezTo>
                            <a:pt x="4996" y="581"/>
                            <a:pt x="4818" y="242"/>
                            <a:pt x="4711" y="161"/>
                          </a:cubicBezTo>
                          <a:cubicBezTo>
                            <a:pt x="4609" y="85"/>
                            <a:pt x="4369" y="0"/>
                            <a:pt x="4238" y="0"/>
                          </a:cubicBezTo>
                          <a:close/>
                        </a:path>
                      </a:pathLst>
                    </a:custGeom>
                    <a:gradFill>
                      <a:gsLst>
                        <a:gs pos="0">
                          <a:schemeClr val="accent3">
                            <a:alpha val="70000"/>
                          </a:schemeClr>
                        </a:gs>
                        <a:gs pos="100000">
                          <a:schemeClr val="lt2">
                            <a:alpha val="70000"/>
                          </a:schemeClr>
                        </a:gs>
                      </a:gsLst>
                      <a:lin ang="5400012" scaled="0"/>
                    </a:gradFill>
                    <a:ln>
                      <a:noFill/>
                    </a:ln>
                    <a:effectLst>
                      <a:outerShdw blurRad="57150" rotWithShape="0" algn="bl" dist="9525">
                        <a:schemeClr val="dk2">
                          <a:alpha val="73000"/>
                        </a:schemeClr>
                      </a:outerShdw>
                    </a:effectLst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</p:grpSp>
              <p:sp>
                <p:nvSpPr>
                  <p:cNvPr id="337" name="Google Shape;337;p25"/>
                  <p:cNvSpPr/>
                  <p:nvPr/>
                </p:nvSpPr>
                <p:spPr>
                  <a:xfrm>
                    <a:off x="2762389" y="2464281"/>
                    <a:ext cx="563973" cy="354886"/>
                  </a:xfrm>
                  <a:custGeom>
                    <a:rect b="b" l="l" r="r" t="t"/>
                    <a:pathLst>
                      <a:path extrusionOk="0" h="4301" w="6835">
                        <a:moveTo>
                          <a:pt x="1" y="1"/>
                        </a:moveTo>
                        <a:lnTo>
                          <a:pt x="2918" y="4301"/>
                        </a:lnTo>
                        <a:lnTo>
                          <a:pt x="4024" y="4301"/>
                        </a:lnTo>
                        <a:lnTo>
                          <a:pt x="6834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accent3">
                          <a:alpha val="50000"/>
                        </a:schemeClr>
                      </a:gs>
                      <a:gs pos="83000">
                        <a:srgbClr val="FFFFFF">
                          <a:alpha val="0"/>
                          <a:alpha val="50000"/>
                        </a:srgbClr>
                      </a:gs>
                      <a:gs pos="100000">
                        <a:srgbClr val="FFFFFF">
                          <a:alpha val="0"/>
                          <a:alpha val="50000"/>
                        </a:srgbClr>
                      </a:gs>
                    </a:gsLst>
                    <a:lin ang="16200038" scaled="0"/>
                  </a:gradFill>
                  <a:ln>
                    <a:noFill/>
                  </a:ln>
                  <a:effectLst>
                    <a:outerShdw blurRad="114300" rotWithShape="0" algn="bl">
                      <a:schemeClr val="dk2">
                        <a:alpha val="50000"/>
                      </a:schemeClr>
                    </a:outerShdw>
                  </a:effectLst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38" name="Google Shape;338;p25"/>
                  <p:cNvSpPr/>
                  <p:nvPr/>
                </p:nvSpPr>
                <p:spPr>
                  <a:xfrm>
                    <a:off x="2585157" y="2888934"/>
                    <a:ext cx="76719" cy="21296"/>
                  </a:xfrm>
                  <a:custGeom>
                    <a:rect b="b" l="l" r="r" t="t"/>
                    <a:pathLst>
                      <a:path extrusionOk="0" h="322" w="1160">
                        <a:moveTo>
                          <a:pt x="54" y="107"/>
                        </a:moveTo>
                        <a:cubicBezTo>
                          <a:pt x="36" y="116"/>
                          <a:pt x="27" y="134"/>
                          <a:pt x="18" y="152"/>
                        </a:cubicBezTo>
                        <a:lnTo>
                          <a:pt x="18" y="152"/>
                        </a:lnTo>
                        <a:cubicBezTo>
                          <a:pt x="9" y="161"/>
                          <a:pt x="0" y="188"/>
                          <a:pt x="9" y="197"/>
                        </a:cubicBezTo>
                        <a:lnTo>
                          <a:pt x="9" y="197"/>
                        </a:lnTo>
                        <a:cubicBezTo>
                          <a:pt x="18" y="232"/>
                          <a:pt x="54" y="241"/>
                          <a:pt x="80" y="250"/>
                        </a:cubicBezTo>
                        <a:lnTo>
                          <a:pt x="80" y="250"/>
                        </a:lnTo>
                        <a:cubicBezTo>
                          <a:pt x="303" y="295"/>
                          <a:pt x="526" y="321"/>
                          <a:pt x="758" y="321"/>
                        </a:cubicBezTo>
                        <a:lnTo>
                          <a:pt x="758" y="321"/>
                        </a:lnTo>
                        <a:cubicBezTo>
                          <a:pt x="812" y="321"/>
                          <a:pt x="865" y="321"/>
                          <a:pt x="910" y="321"/>
                        </a:cubicBezTo>
                        <a:lnTo>
                          <a:pt x="910" y="321"/>
                        </a:lnTo>
                        <a:cubicBezTo>
                          <a:pt x="964" y="321"/>
                          <a:pt x="1008" y="313"/>
                          <a:pt x="1062" y="313"/>
                        </a:cubicBezTo>
                        <a:lnTo>
                          <a:pt x="1062" y="313"/>
                        </a:lnTo>
                        <a:cubicBezTo>
                          <a:pt x="1080" y="313"/>
                          <a:pt x="1151" y="313"/>
                          <a:pt x="1151" y="286"/>
                        </a:cubicBezTo>
                        <a:lnTo>
                          <a:pt x="1151" y="286"/>
                        </a:lnTo>
                        <a:cubicBezTo>
                          <a:pt x="1160" y="268"/>
                          <a:pt x="1142" y="259"/>
                          <a:pt x="1133" y="250"/>
                        </a:cubicBezTo>
                        <a:lnTo>
                          <a:pt x="1133" y="250"/>
                        </a:lnTo>
                        <a:cubicBezTo>
                          <a:pt x="1106" y="232"/>
                          <a:pt x="1080" y="214"/>
                          <a:pt x="1053" y="197"/>
                        </a:cubicBezTo>
                        <a:lnTo>
                          <a:pt x="1053" y="197"/>
                        </a:lnTo>
                        <a:cubicBezTo>
                          <a:pt x="919" y="116"/>
                          <a:pt x="785" y="63"/>
                          <a:pt x="633" y="27"/>
                        </a:cubicBezTo>
                        <a:lnTo>
                          <a:pt x="633" y="27"/>
                        </a:lnTo>
                        <a:cubicBezTo>
                          <a:pt x="571" y="9"/>
                          <a:pt x="491" y="0"/>
                          <a:pt x="419" y="0"/>
                        </a:cubicBezTo>
                        <a:lnTo>
                          <a:pt x="419" y="0"/>
                        </a:lnTo>
                        <a:cubicBezTo>
                          <a:pt x="286" y="0"/>
                          <a:pt x="161" y="36"/>
                          <a:pt x="54" y="107"/>
                        </a:cubicBezTo>
                      </a:path>
                    </a:pathLst>
                  </a:custGeom>
                  <a:gradFill>
                    <a:gsLst>
                      <a:gs pos="0">
                        <a:schemeClr val="dk1"/>
                      </a:gs>
                      <a:gs pos="100000">
                        <a:schemeClr val="dk2"/>
                      </a:gs>
                    </a:gsLst>
                    <a:lin ang="5400012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39" name="Google Shape;339;p25"/>
                  <p:cNvSpPr/>
                  <p:nvPr/>
                </p:nvSpPr>
                <p:spPr>
                  <a:xfrm>
                    <a:off x="2918497" y="2859436"/>
                    <a:ext cx="452579" cy="159325"/>
                  </a:xfrm>
                  <a:custGeom>
                    <a:rect b="b" l="l" r="r" t="t"/>
                    <a:pathLst>
                      <a:path extrusionOk="0" h="2409" w="6843">
                        <a:moveTo>
                          <a:pt x="36" y="232"/>
                        </a:moveTo>
                        <a:cubicBezTo>
                          <a:pt x="63" y="312"/>
                          <a:pt x="107" y="375"/>
                          <a:pt x="161" y="437"/>
                        </a:cubicBezTo>
                        <a:lnTo>
                          <a:pt x="161" y="437"/>
                        </a:lnTo>
                        <a:cubicBezTo>
                          <a:pt x="259" y="562"/>
                          <a:pt x="411" y="643"/>
                          <a:pt x="562" y="705"/>
                        </a:cubicBezTo>
                        <a:lnTo>
                          <a:pt x="562" y="705"/>
                        </a:lnTo>
                        <a:cubicBezTo>
                          <a:pt x="705" y="759"/>
                          <a:pt x="857" y="803"/>
                          <a:pt x="1009" y="848"/>
                        </a:cubicBezTo>
                        <a:lnTo>
                          <a:pt x="1009" y="848"/>
                        </a:lnTo>
                        <a:cubicBezTo>
                          <a:pt x="1160" y="892"/>
                          <a:pt x="1312" y="937"/>
                          <a:pt x="1463" y="973"/>
                        </a:cubicBezTo>
                        <a:lnTo>
                          <a:pt x="1463" y="973"/>
                        </a:lnTo>
                        <a:cubicBezTo>
                          <a:pt x="1767" y="1062"/>
                          <a:pt x="2070" y="1133"/>
                          <a:pt x="2382" y="1205"/>
                        </a:cubicBezTo>
                        <a:lnTo>
                          <a:pt x="2382" y="1205"/>
                        </a:lnTo>
                        <a:cubicBezTo>
                          <a:pt x="2534" y="1231"/>
                          <a:pt x="2695" y="1258"/>
                          <a:pt x="2837" y="1285"/>
                        </a:cubicBezTo>
                        <a:lnTo>
                          <a:pt x="2837" y="1285"/>
                        </a:lnTo>
                        <a:cubicBezTo>
                          <a:pt x="2998" y="1312"/>
                          <a:pt x="3141" y="1347"/>
                          <a:pt x="3292" y="1383"/>
                        </a:cubicBezTo>
                        <a:lnTo>
                          <a:pt x="3292" y="1383"/>
                        </a:lnTo>
                        <a:cubicBezTo>
                          <a:pt x="3899" y="1526"/>
                          <a:pt x="4470" y="1758"/>
                          <a:pt x="5023" y="2043"/>
                        </a:cubicBezTo>
                        <a:lnTo>
                          <a:pt x="5023" y="2043"/>
                        </a:lnTo>
                        <a:cubicBezTo>
                          <a:pt x="5308" y="2177"/>
                          <a:pt x="5603" y="2311"/>
                          <a:pt x="5915" y="2364"/>
                        </a:cubicBezTo>
                        <a:lnTo>
                          <a:pt x="5915" y="2364"/>
                        </a:lnTo>
                        <a:cubicBezTo>
                          <a:pt x="6076" y="2391"/>
                          <a:pt x="6236" y="2409"/>
                          <a:pt x="6397" y="2382"/>
                        </a:cubicBezTo>
                        <a:lnTo>
                          <a:pt x="6397" y="2382"/>
                        </a:lnTo>
                        <a:cubicBezTo>
                          <a:pt x="6557" y="2373"/>
                          <a:pt x="6709" y="2320"/>
                          <a:pt x="6843" y="2239"/>
                        </a:cubicBezTo>
                        <a:lnTo>
                          <a:pt x="6843" y="2239"/>
                        </a:lnTo>
                        <a:cubicBezTo>
                          <a:pt x="6557" y="2364"/>
                          <a:pt x="6236" y="2355"/>
                          <a:pt x="5942" y="2275"/>
                        </a:cubicBezTo>
                        <a:lnTo>
                          <a:pt x="5942" y="2275"/>
                        </a:lnTo>
                        <a:cubicBezTo>
                          <a:pt x="5639" y="2204"/>
                          <a:pt x="5371" y="2052"/>
                          <a:pt x="5094" y="1909"/>
                        </a:cubicBezTo>
                        <a:lnTo>
                          <a:pt x="5094" y="1909"/>
                        </a:lnTo>
                        <a:cubicBezTo>
                          <a:pt x="4818" y="1758"/>
                          <a:pt x="4541" y="1615"/>
                          <a:pt x="4247" y="1490"/>
                        </a:cubicBezTo>
                        <a:lnTo>
                          <a:pt x="4247" y="1490"/>
                        </a:lnTo>
                        <a:cubicBezTo>
                          <a:pt x="3952" y="1374"/>
                          <a:pt x="3649" y="1276"/>
                          <a:pt x="3337" y="1196"/>
                        </a:cubicBezTo>
                        <a:lnTo>
                          <a:pt x="3337" y="1196"/>
                        </a:lnTo>
                        <a:cubicBezTo>
                          <a:pt x="3185" y="1160"/>
                          <a:pt x="3034" y="1133"/>
                          <a:pt x="2873" y="1106"/>
                        </a:cubicBezTo>
                        <a:lnTo>
                          <a:pt x="2873" y="1106"/>
                        </a:lnTo>
                        <a:cubicBezTo>
                          <a:pt x="2712" y="1080"/>
                          <a:pt x="2570" y="1053"/>
                          <a:pt x="2409" y="1026"/>
                        </a:cubicBezTo>
                        <a:lnTo>
                          <a:pt x="2409" y="1026"/>
                        </a:lnTo>
                        <a:cubicBezTo>
                          <a:pt x="2106" y="973"/>
                          <a:pt x="1802" y="901"/>
                          <a:pt x="1499" y="830"/>
                        </a:cubicBezTo>
                        <a:lnTo>
                          <a:pt x="1499" y="830"/>
                        </a:lnTo>
                        <a:lnTo>
                          <a:pt x="1044" y="732"/>
                        </a:lnTo>
                        <a:cubicBezTo>
                          <a:pt x="893" y="696"/>
                          <a:pt x="732" y="660"/>
                          <a:pt x="589" y="616"/>
                        </a:cubicBezTo>
                        <a:lnTo>
                          <a:pt x="589" y="616"/>
                        </a:lnTo>
                        <a:cubicBezTo>
                          <a:pt x="446" y="571"/>
                          <a:pt x="304" y="509"/>
                          <a:pt x="197" y="402"/>
                        </a:cubicBezTo>
                        <a:lnTo>
                          <a:pt x="197" y="402"/>
                        </a:lnTo>
                        <a:cubicBezTo>
                          <a:pt x="90" y="304"/>
                          <a:pt x="9" y="152"/>
                          <a:pt x="18" y="0"/>
                        </a:cubicBezTo>
                        <a:lnTo>
                          <a:pt x="18" y="0"/>
                        </a:lnTo>
                        <a:cubicBezTo>
                          <a:pt x="0" y="72"/>
                          <a:pt x="9" y="152"/>
                          <a:pt x="36" y="232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accent1"/>
                      </a:gs>
                      <a:gs pos="100000">
                        <a:schemeClr val="dk2"/>
                      </a:gs>
                    </a:gsLst>
                    <a:lin ang="16200038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40" name="Google Shape;340;p25"/>
                  <p:cNvSpPr/>
                  <p:nvPr/>
                </p:nvSpPr>
                <p:spPr>
                  <a:xfrm>
                    <a:off x="2912015" y="2831658"/>
                    <a:ext cx="113360" cy="76786"/>
                  </a:xfrm>
                  <a:custGeom>
                    <a:rect b="b" l="l" r="r" t="t"/>
                    <a:pathLst>
                      <a:path extrusionOk="0" h="1161" w="1714">
                        <a:moveTo>
                          <a:pt x="295" y="313"/>
                        </a:moveTo>
                        <a:cubicBezTo>
                          <a:pt x="143" y="501"/>
                          <a:pt x="0" y="857"/>
                          <a:pt x="250" y="1027"/>
                        </a:cubicBezTo>
                        <a:lnTo>
                          <a:pt x="250" y="1027"/>
                        </a:lnTo>
                        <a:cubicBezTo>
                          <a:pt x="357" y="1089"/>
                          <a:pt x="482" y="1089"/>
                          <a:pt x="607" y="1098"/>
                        </a:cubicBezTo>
                        <a:lnTo>
                          <a:pt x="607" y="1098"/>
                        </a:lnTo>
                        <a:cubicBezTo>
                          <a:pt x="759" y="1116"/>
                          <a:pt x="919" y="1152"/>
                          <a:pt x="1071" y="1152"/>
                        </a:cubicBezTo>
                        <a:lnTo>
                          <a:pt x="1071" y="1152"/>
                        </a:lnTo>
                        <a:cubicBezTo>
                          <a:pt x="1258" y="1161"/>
                          <a:pt x="1472" y="1107"/>
                          <a:pt x="1597" y="947"/>
                        </a:cubicBezTo>
                        <a:lnTo>
                          <a:pt x="1597" y="947"/>
                        </a:lnTo>
                        <a:cubicBezTo>
                          <a:pt x="1660" y="866"/>
                          <a:pt x="1695" y="759"/>
                          <a:pt x="1704" y="652"/>
                        </a:cubicBezTo>
                        <a:lnTo>
                          <a:pt x="1704" y="652"/>
                        </a:lnTo>
                        <a:cubicBezTo>
                          <a:pt x="1713" y="545"/>
                          <a:pt x="1713" y="447"/>
                          <a:pt x="1686" y="358"/>
                        </a:cubicBezTo>
                        <a:lnTo>
                          <a:pt x="1686" y="358"/>
                        </a:lnTo>
                        <a:cubicBezTo>
                          <a:pt x="1669" y="269"/>
                          <a:pt x="1606" y="188"/>
                          <a:pt x="1499" y="126"/>
                        </a:cubicBezTo>
                        <a:lnTo>
                          <a:pt x="1499" y="126"/>
                        </a:lnTo>
                        <a:cubicBezTo>
                          <a:pt x="1356" y="54"/>
                          <a:pt x="1187" y="10"/>
                          <a:pt x="1026" y="1"/>
                        </a:cubicBezTo>
                        <a:lnTo>
                          <a:pt x="1026" y="1"/>
                        </a:lnTo>
                        <a:cubicBezTo>
                          <a:pt x="1008" y="1"/>
                          <a:pt x="999" y="1"/>
                          <a:pt x="982" y="1"/>
                        </a:cubicBezTo>
                        <a:lnTo>
                          <a:pt x="982" y="1"/>
                        </a:lnTo>
                        <a:cubicBezTo>
                          <a:pt x="723" y="1"/>
                          <a:pt x="464" y="117"/>
                          <a:pt x="295" y="313"/>
                        </a:cubicBezTo>
                      </a:path>
                    </a:pathLst>
                  </a:custGeom>
                  <a:gradFill>
                    <a:gsLst>
                      <a:gs pos="0">
                        <a:schemeClr val="dk1"/>
                      </a:gs>
                      <a:gs pos="100000">
                        <a:schemeClr val="dk2"/>
                      </a:gs>
                    </a:gsLst>
                    <a:lin ang="5400012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  <p:sp>
              <p:nvSpPr>
                <p:cNvPr id="341" name="Google Shape;341;p25"/>
                <p:cNvSpPr/>
                <p:nvPr/>
              </p:nvSpPr>
              <p:spPr>
                <a:xfrm>
                  <a:off x="4814250" y="596848"/>
                  <a:ext cx="716036" cy="716125"/>
                </a:xfrm>
                <a:custGeom>
                  <a:rect b="b" l="l" r="r" t="t"/>
                  <a:pathLst>
                    <a:path extrusionOk="0" h="4810" w="4809">
                      <a:moveTo>
                        <a:pt x="4345" y="1571"/>
                      </a:moveTo>
                      <a:cubicBezTo>
                        <a:pt x="4809" y="2641"/>
                        <a:pt x="4309" y="3890"/>
                        <a:pt x="3239" y="4345"/>
                      </a:cubicBezTo>
                      <a:cubicBezTo>
                        <a:pt x="2168" y="4809"/>
                        <a:pt x="919" y="4319"/>
                        <a:pt x="464" y="3248"/>
                      </a:cubicBezTo>
                      <a:cubicBezTo>
                        <a:pt x="0" y="2169"/>
                        <a:pt x="491" y="929"/>
                        <a:pt x="1571" y="465"/>
                      </a:cubicBezTo>
                      <a:cubicBezTo>
                        <a:pt x="2641" y="1"/>
                        <a:pt x="3881" y="500"/>
                        <a:pt x="4345" y="1571"/>
                      </a:cubicBezTo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57000">
                      <a:srgbClr val="FFFFFF">
                        <a:alpha val="0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b="50%" l="50%" r="50%" t="50%"/>
                  </a:path>
                  <a:tileRect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42" name="Google Shape;342;p25"/>
                <p:cNvSpPr/>
                <p:nvPr/>
              </p:nvSpPr>
              <p:spPr>
                <a:xfrm>
                  <a:off x="7393860" y="3277728"/>
                  <a:ext cx="258568" cy="258598"/>
                </a:xfrm>
                <a:custGeom>
                  <a:rect b="b" l="l" r="r" t="t"/>
                  <a:pathLst>
                    <a:path extrusionOk="0" h="4810" w="4809">
                      <a:moveTo>
                        <a:pt x="4345" y="1571"/>
                      </a:moveTo>
                      <a:cubicBezTo>
                        <a:pt x="4809" y="2641"/>
                        <a:pt x="4309" y="3890"/>
                        <a:pt x="3239" y="4345"/>
                      </a:cubicBezTo>
                      <a:cubicBezTo>
                        <a:pt x="2168" y="4809"/>
                        <a:pt x="919" y="4319"/>
                        <a:pt x="464" y="3248"/>
                      </a:cubicBezTo>
                      <a:cubicBezTo>
                        <a:pt x="0" y="2169"/>
                        <a:pt x="491" y="929"/>
                        <a:pt x="1571" y="465"/>
                      </a:cubicBezTo>
                      <a:cubicBezTo>
                        <a:pt x="2641" y="1"/>
                        <a:pt x="3881" y="500"/>
                        <a:pt x="4345" y="1571"/>
                      </a:cubicBezTo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57000">
                      <a:srgbClr val="FFFFFF">
                        <a:alpha val="0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b="50%" l="50%" r="50%" t="50%"/>
                  </a:path>
                  <a:tileRect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43" name="Google Shape;343;p25"/>
                <p:cNvSpPr/>
                <p:nvPr/>
              </p:nvSpPr>
              <p:spPr>
                <a:xfrm>
                  <a:off x="8035449" y="2585529"/>
                  <a:ext cx="258568" cy="258598"/>
                </a:xfrm>
                <a:custGeom>
                  <a:rect b="b" l="l" r="r" t="t"/>
                  <a:pathLst>
                    <a:path extrusionOk="0" h="4810" w="4809">
                      <a:moveTo>
                        <a:pt x="4345" y="1571"/>
                      </a:moveTo>
                      <a:cubicBezTo>
                        <a:pt x="4809" y="2641"/>
                        <a:pt x="4309" y="3890"/>
                        <a:pt x="3239" y="4345"/>
                      </a:cubicBezTo>
                      <a:cubicBezTo>
                        <a:pt x="2168" y="4809"/>
                        <a:pt x="919" y="4319"/>
                        <a:pt x="464" y="3248"/>
                      </a:cubicBezTo>
                      <a:cubicBezTo>
                        <a:pt x="0" y="2169"/>
                        <a:pt x="491" y="929"/>
                        <a:pt x="1571" y="465"/>
                      </a:cubicBezTo>
                      <a:cubicBezTo>
                        <a:pt x="2641" y="1"/>
                        <a:pt x="3881" y="500"/>
                        <a:pt x="4345" y="1571"/>
                      </a:cubicBezTo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57000">
                      <a:srgbClr val="FFFFFF">
                        <a:alpha val="0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b="50%" l="50%" r="50%" t="50%"/>
                  </a:path>
                  <a:tileRect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44" name="Google Shape;344;p25"/>
                <p:cNvSpPr/>
                <p:nvPr/>
              </p:nvSpPr>
              <p:spPr>
                <a:xfrm>
                  <a:off x="5530281" y="3035708"/>
                  <a:ext cx="258568" cy="258598"/>
                </a:xfrm>
                <a:custGeom>
                  <a:rect b="b" l="l" r="r" t="t"/>
                  <a:pathLst>
                    <a:path extrusionOk="0" h="4810" w="4809">
                      <a:moveTo>
                        <a:pt x="4345" y="1571"/>
                      </a:moveTo>
                      <a:cubicBezTo>
                        <a:pt x="4809" y="2641"/>
                        <a:pt x="4309" y="3890"/>
                        <a:pt x="3239" y="4345"/>
                      </a:cubicBezTo>
                      <a:cubicBezTo>
                        <a:pt x="2168" y="4809"/>
                        <a:pt x="919" y="4319"/>
                        <a:pt x="464" y="3248"/>
                      </a:cubicBezTo>
                      <a:cubicBezTo>
                        <a:pt x="0" y="2169"/>
                        <a:pt x="491" y="929"/>
                        <a:pt x="1571" y="465"/>
                      </a:cubicBezTo>
                      <a:cubicBezTo>
                        <a:pt x="2641" y="1"/>
                        <a:pt x="3881" y="500"/>
                        <a:pt x="4345" y="1571"/>
                      </a:cubicBezTo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57000">
                      <a:srgbClr val="FFFFFF">
                        <a:alpha val="0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b="50%" l="50%" r="50%" t="50%"/>
                  </a:path>
                  <a:tileRect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45" name="Google Shape;345;p25"/>
                <p:cNvSpPr/>
                <p:nvPr/>
              </p:nvSpPr>
              <p:spPr>
                <a:xfrm>
                  <a:off x="7011756" y="584085"/>
                  <a:ext cx="1292563" cy="1292651"/>
                </a:xfrm>
                <a:custGeom>
                  <a:rect b="b" l="l" r="r" t="t"/>
                  <a:pathLst>
                    <a:path extrusionOk="0" h="4810" w="4809">
                      <a:moveTo>
                        <a:pt x="4345" y="1571"/>
                      </a:moveTo>
                      <a:cubicBezTo>
                        <a:pt x="4809" y="2641"/>
                        <a:pt x="4309" y="3890"/>
                        <a:pt x="3239" y="4345"/>
                      </a:cubicBezTo>
                      <a:cubicBezTo>
                        <a:pt x="2168" y="4809"/>
                        <a:pt x="919" y="4319"/>
                        <a:pt x="464" y="3248"/>
                      </a:cubicBezTo>
                      <a:cubicBezTo>
                        <a:pt x="0" y="2169"/>
                        <a:pt x="491" y="929"/>
                        <a:pt x="1571" y="465"/>
                      </a:cubicBezTo>
                      <a:cubicBezTo>
                        <a:pt x="2641" y="1"/>
                        <a:pt x="3881" y="500"/>
                        <a:pt x="4345" y="1571"/>
                      </a:cubicBezTo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57000">
                      <a:srgbClr val="FFFFFF">
                        <a:alpha val="0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b="50%" l="50%" r="50%" t="50%"/>
                  </a:path>
                  <a:tileRect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46" name="Google Shape;346;p25"/>
                <p:cNvSpPr/>
                <p:nvPr/>
              </p:nvSpPr>
              <p:spPr>
                <a:xfrm>
                  <a:off x="8035457" y="1519454"/>
                  <a:ext cx="792788" cy="792844"/>
                </a:xfrm>
                <a:custGeom>
                  <a:rect b="b" l="l" r="r" t="t"/>
                  <a:pathLst>
                    <a:path extrusionOk="0" h="4810" w="4809">
                      <a:moveTo>
                        <a:pt x="4345" y="1571"/>
                      </a:moveTo>
                      <a:cubicBezTo>
                        <a:pt x="4809" y="2641"/>
                        <a:pt x="4309" y="3890"/>
                        <a:pt x="3239" y="4345"/>
                      </a:cubicBezTo>
                      <a:cubicBezTo>
                        <a:pt x="2168" y="4809"/>
                        <a:pt x="919" y="4319"/>
                        <a:pt x="464" y="3248"/>
                      </a:cubicBezTo>
                      <a:cubicBezTo>
                        <a:pt x="0" y="2169"/>
                        <a:pt x="491" y="929"/>
                        <a:pt x="1571" y="465"/>
                      </a:cubicBezTo>
                      <a:cubicBezTo>
                        <a:pt x="2641" y="1"/>
                        <a:pt x="3881" y="500"/>
                        <a:pt x="4345" y="1571"/>
                      </a:cubicBezTo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57000">
                      <a:srgbClr val="FFFFFF">
                        <a:alpha val="0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b="50%" l="50%" r="50%" t="50%"/>
                  </a:path>
                  <a:tileRect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47" name="Google Shape;347;p25"/>
                <p:cNvSpPr/>
                <p:nvPr/>
              </p:nvSpPr>
              <p:spPr>
                <a:xfrm>
                  <a:off x="5021733" y="1950845"/>
                  <a:ext cx="508552" cy="508585"/>
                </a:xfrm>
                <a:custGeom>
                  <a:rect b="b" l="l" r="r" t="t"/>
                  <a:pathLst>
                    <a:path extrusionOk="0" h="4810" w="4809">
                      <a:moveTo>
                        <a:pt x="4345" y="1571"/>
                      </a:moveTo>
                      <a:cubicBezTo>
                        <a:pt x="4809" y="2641"/>
                        <a:pt x="4309" y="3890"/>
                        <a:pt x="3239" y="4345"/>
                      </a:cubicBezTo>
                      <a:cubicBezTo>
                        <a:pt x="2168" y="4809"/>
                        <a:pt x="919" y="4319"/>
                        <a:pt x="464" y="3248"/>
                      </a:cubicBezTo>
                      <a:cubicBezTo>
                        <a:pt x="0" y="2169"/>
                        <a:pt x="491" y="929"/>
                        <a:pt x="1571" y="465"/>
                      </a:cubicBezTo>
                      <a:cubicBezTo>
                        <a:pt x="2641" y="1"/>
                        <a:pt x="3881" y="500"/>
                        <a:pt x="4345" y="1571"/>
                      </a:cubicBezTo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57000">
                      <a:srgbClr val="FFFFFF">
                        <a:alpha val="0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b="50%" l="50%" r="50%" t="50%"/>
                  </a:path>
                  <a:tileRect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48" name="Google Shape;348;p25"/>
                <p:cNvSpPr/>
                <p:nvPr/>
              </p:nvSpPr>
              <p:spPr>
                <a:xfrm>
                  <a:off x="5788842" y="633050"/>
                  <a:ext cx="258568" cy="258598"/>
                </a:xfrm>
                <a:custGeom>
                  <a:rect b="b" l="l" r="r" t="t"/>
                  <a:pathLst>
                    <a:path extrusionOk="0" h="4810" w="4809">
                      <a:moveTo>
                        <a:pt x="4345" y="1571"/>
                      </a:moveTo>
                      <a:cubicBezTo>
                        <a:pt x="4809" y="2641"/>
                        <a:pt x="4309" y="3890"/>
                        <a:pt x="3239" y="4345"/>
                      </a:cubicBezTo>
                      <a:cubicBezTo>
                        <a:pt x="2168" y="4809"/>
                        <a:pt x="919" y="4319"/>
                        <a:pt x="464" y="3248"/>
                      </a:cubicBezTo>
                      <a:cubicBezTo>
                        <a:pt x="0" y="2169"/>
                        <a:pt x="491" y="929"/>
                        <a:pt x="1571" y="465"/>
                      </a:cubicBezTo>
                      <a:cubicBezTo>
                        <a:pt x="2641" y="1"/>
                        <a:pt x="3881" y="500"/>
                        <a:pt x="4345" y="1571"/>
                      </a:cubicBezTo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57000">
                      <a:srgbClr val="FFFFFF">
                        <a:alpha val="0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b="50%" l="50%" r="50%" t="50%"/>
                  </a:path>
                  <a:tileRect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49" name="Google Shape;349;p25"/>
                <p:cNvSpPr/>
                <p:nvPr/>
              </p:nvSpPr>
              <p:spPr>
                <a:xfrm>
                  <a:off x="6457220" y="182501"/>
                  <a:ext cx="354760" cy="354798"/>
                </a:xfrm>
                <a:custGeom>
                  <a:rect b="b" l="l" r="r" t="t"/>
                  <a:pathLst>
                    <a:path extrusionOk="0" h="4810" w="4809">
                      <a:moveTo>
                        <a:pt x="4345" y="1571"/>
                      </a:moveTo>
                      <a:cubicBezTo>
                        <a:pt x="4809" y="2641"/>
                        <a:pt x="4309" y="3890"/>
                        <a:pt x="3239" y="4345"/>
                      </a:cubicBezTo>
                      <a:cubicBezTo>
                        <a:pt x="2168" y="4809"/>
                        <a:pt x="919" y="4319"/>
                        <a:pt x="464" y="3248"/>
                      </a:cubicBezTo>
                      <a:cubicBezTo>
                        <a:pt x="0" y="2169"/>
                        <a:pt x="491" y="929"/>
                        <a:pt x="1571" y="465"/>
                      </a:cubicBezTo>
                      <a:cubicBezTo>
                        <a:pt x="2641" y="1"/>
                        <a:pt x="3881" y="500"/>
                        <a:pt x="4345" y="1571"/>
                      </a:cubicBezTo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57000">
                      <a:srgbClr val="FFFFFF">
                        <a:alpha val="0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b="50%" l="50%" r="50%" t="50%"/>
                  </a:path>
                  <a:tileRect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350" name="Google Shape;350;p25"/>
              <p:cNvGrpSpPr/>
              <p:nvPr/>
            </p:nvGrpSpPr>
            <p:grpSpPr>
              <a:xfrm flipH="1" rot="-2979843">
                <a:off x="7139016" y="358"/>
                <a:ext cx="2497851" cy="956975"/>
                <a:chOff x="300338" y="2024677"/>
                <a:chExt cx="2497728" cy="956928"/>
              </a:xfrm>
            </p:grpSpPr>
            <p:sp>
              <p:nvSpPr>
                <p:cNvPr id="351" name="Google Shape;351;p25"/>
                <p:cNvSpPr/>
                <p:nvPr/>
              </p:nvSpPr>
              <p:spPr>
                <a:xfrm>
                  <a:off x="300338" y="2024677"/>
                  <a:ext cx="2497728" cy="956928"/>
                </a:xfrm>
                <a:custGeom>
                  <a:rect b="b" l="l" r="r" t="t"/>
                  <a:pathLst>
                    <a:path extrusionOk="0" h="7308" w="19075">
                      <a:moveTo>
                        <a:pt x="9841" y="1"/>
                      </a:moveTo>
                      <a:cubicBezTo>
                        <a:pt x="9198" y="90"/>
                        <a:pt x="4113" y="2570"/>
                        <a:pt x="4113" y="2570"/>
                      </a:cubicBezTo>
                      <a:lnTo>
                        <a:pt x="4113" y="2570"/>
                      </a:lnTo>
                      <a:cubicBezTo>
                        <a:pt x="2909" y="2971"/>
                        <a:pt x="2775" y="2873"/>
                        <a:pt x="1473" y="3150"/>
                      </a:cubicBezTo>
                      <a:lnTo>
                        <a:pt x="1473" y="3150"/>
                      </a:lnTo>
                      <a:cubicBezTo>
                        <a:pt x="1" y="3471"/>
                        <a:pt x="1901" y="7031"/>
                        <a:pt x="1901" y="7031"/>
                      </a:cubicBezTo>
                      <a:lnTo>
                        <a:pt x="1901" y="7031"/>
                      </a:lnTo>
                      <a:cubicBezTo>
                        <a:pt x="3489" y="6014"/>
                        <a:pt x="4738" y="6317"/>
                        <a:pt x="4738" y="6317"/>
                      </a:cubicBezTo>
                      <a:lnTo>
                        <a:pt x="4738" y="6317"/>
                      </a:lnTo>
                      <a:cubicBezTo>
                        <a:pt x="7503" y="7307"/>
                        <a:pt x="9573" y="6460"/>
                        <a:pt x="9573" y="6460"/>
                      </a:cubicBezTo>
                      <a:lnTo>
                        <a:pt x="9573" y="6460"/>
                      </a:lnTo>
                      <a:cubicBezTo>
                        <a:pt x="9573" y="6460"/>
                        <a:pt x="11268" y="6326"/>
                        <a:pt x="11928" y="6254"/>
                      </a:cubicBezTo>
                      <a:lnTo>
                        <a:pt x="11928" y="6254"/>
                      </a:lnTo>
                      <a:cubicBezTo>
                        <a:pt x="12151" y="6237"/>
                        <a:pt x="12455" y="6263"/>
                        <a:pt x="12811" y="6299"/>
                      </a:cubicBezTo>
                      <a:lnTo>
                        <a:pt x="12811" y="6299"/>
                      </a:lnTo>
                      <a:cubicBezTo>
                        <a:pt x="13498" y="6353"/>
                        <a:pt x="14346" y="6415"/>
                        <a:pt x="15069" y="6085"/>
                      </a:cubicBezTo>
                      <a:lnTo>
                        <a:pt x="15069" y="6085"/>
                      </a:lnTo>
                      <a:cubicBezTo>
                        <a:pt x="15077" y="6076"/>
                        <a:pt x="15077" y="6076"/>
                        <a:pt x="15086" y="6076"/>
                      </a:cubicBezTo>
                      <a:lnTo>
                        <a:pt x="15086" y="6076"/>
                      </a:lnTo>
                      <a:cubicBezTo>
                        <a:pt x="15122" y="6058"/>
                        <a:pt x="15158" y="6040"/>
                        <a:pt x="15184" y="6014"/>
                      </a:cubicBezTo>
                      <a:lnTo>
                        <a:pt x="15184" y="6014"/>
                      </a:lnTo>
                      <a:cubicBezTo>
                        <a:pt x="15577" y="5960"/>
                        <a:pt x="15568" y="5532"/>
                        <a:pt x="15497" y="5291"/>
                      </a:cubicBezTo>
                      <a:lnTo>
                        <a:pt x="15497" y="5291"/>
                      </a:lnTo>
                      <a:cubicBezTo>
                        <a:pt x="15461" y="5166"/>
                        <a:pt x="15283" y="5050"/>
                        <a:pt x="15158" y="4988"/>
                      </a:cubicBezTo>
                      <a:lnTo>
                        <a:pt x="15158" y="4988"/>
                      </a:lnTo>
                      <a:cubicBezTo>
                        <a:pt x="15149" y="4988"/>
                        <a:pt x="15149" y="4988"/>
                        <a:pt x="15149" y="4988"/>
                      </a:cubicBezTo>
                      <a:lnTo>
                        <a:pt x="15149" y="4988"/>
                      </a:lnTo>
                      <a:cubicBezTo>
                        <a:pt x="14783" y="4604"/>
                        <a:pt x="13650" y="4524"/>
                        <a:pt x="13088" y="4506"/>
                      </a:cubicBezTo>
                      <a:lnTo>
                        <a:pt x="13088" y="4506"/>
                      </a:lnTo>
                      <a:cubicBezTo>
                        <a:pt x="12901" y="4506"/>
                        <a:pt x="12776" y="4506"/>
                        <a:pt x="12776" y="4506"/>
                      </a:cubicBezTo>
                      <a:lnTo>
                        <a:pt x="12776" y="4506"/>
                      </a:lnTo>
                      <a:cubicBezTo>
                        <a:pt x="10153" y="4658"/>
                        <a:pt x="10215" y="4417"/>
                        <a:pt x="10215" y="4417"/>
                      </a:cubicBezTo>
                      <a:lnTo>
                        <a:pt x="10215" y="4417"/>
                      </a:lnTo>
                      <a:cubicBezTo>
                        <a:pt x="10421" y="4176"/>
                        <a:pt x="10153" y="3641"/>
                        <a:pt x="10153" y="3641"/>
                      </a:cubicBezTo>
                      <a:lnTo>
                        <a:pt x="10153" y="3641"/>
                      </a:lnTo>
                      <a:cubicBezTo>
                        <a:pt x="10189" y="3623"/>
                        <a:pt x="10251" y="3560"/>
                        <a:pt x="10251" y="3560"/>
                      </a:cubicBezTo>
                      <a:lnTo>
                        <a:pt x="10251" y="3560"/>
                      </a:lnTo>
                      <a:cubicBezTo>
                        <a:pt x="10572" y="3712"/>
                        <a:pt x="10831" y="3596"/>
                        <a:pt x="11001" y="3462"/>
                      </a:cubicBezTo>
                      <a:lnTo>
                        <a:pt x="11001" y="3462"/>
                      </a:lnTo>
                      <a:cubicBezTo>
                        <a:pt x="11152" y="3328"/>
                        <a:pt x="11232" y="3177"/>
                        <a:pt x="11232" y="3177"/>
                      </a:cubicBezTo>
                      <a:lnTo>
                        <a:pt x="11232" y="3177"/>
                      </a:lnTo>
                      <a:cubicBezTo>
                        <a:pt x="11830" y="3284"/>
                        <a:pt x="12580" y="1954"/>
                        <a:pt x="12580" y="1954"/>
                      </a:cubicBezTo>
                      <a:lnTo>
                        <a:pt x="12580" y="1954"/>
                      </a:lnTo>
                      <a:cubicBezTo>
                        <a:pt x="13525" y="2008"/>
                        <a:pt x="14382" y="1491"/>
                        <a:pt x="14382" y="1491"/>
                      </a:cubicBezTo>
                      <a:lnTo>
                        <a:pt x="14382" y="1491"/>
                      </a:lnTo>
                      <a:cubicBezTo>
                        <a:pt x="14542" y="1660"/>
                        <a:pt x="14926" y="1696"/>
                        <a:pt x="15149" y="1687"/>
                      </a:cubicBezTo>
                      <a:lnTo>
                        <a:pt x="15149" y="1687"/>
                      </a:lnTo>
                      <a:cubicBezTo>
                        <a:pt x="15247" y="1696"/>
                        <a:pt x="15318" y="1687"/>
                        <a:pt x="15318" y="1687"/>
                      </a:cubicBezTo>
                      <a:lnTo>
                        <a:pt x="15318" y="1687"/>
                      </a:lnTo>
                      <a:cubicBezTo>
                        <a:pt x="15318" y="1687"/>
                        <a:pt x="17495" y="1901"/>
                        <a:pt x="17968" y="1910"/>
                      </a:cubicBezTo>
                      <a:lnTo>
                        <a:pt x="17968" y="1910"/>
                      </a:lnTo>
                      <a:cubicBezTo>
                        <a:pt x="18780" y="1919"/>
                        <a:pt x="19074" y="1152"/>
                        <a:pt x="19074" y="1152"/>
                      </a:cubicBezTo>
                      <a:lnTo>
                        <a:pt x="19074" y="1152"/>
                      </a:lnTo>
                      <a:lnTo>
                        <a:pt x="17807" y="866"/>
                      </a:lnTo>
                      <a:cubicBezTo>
                        <a:pt x="17807" y="866"/>
                        <a:pt x="15506" y="411"/>
                        <a:pt x="15211" y="331"/>
                      </a:cubicBezTo>
                      <a:lnTo>
                        <a:pt x="15211" y="331"/>
                      </a:lnTo>
                      <a:cubicBezTo>
                        <a:pt x="14926" y="251"/>
                        <a:pt x="14283" y="45"/>
                        <a:pt x="13909" y="126"/>
                      </a:cubicBezTo>
                      <a:lnTo>
                        <a:pt x="13909" y="126"/>
                      </a:lnTo>
                      <a:cubicBezTo>
                        <a:pt x="13543" y="215"/>
                        <a:pt x="11108" y="224"/>
                        <a:pt x="11108" y="224"/>
                      </a:cubicBezTo>
                      <a:lnTo>
                        <a:pt x="11108" y="224"/>
                      </a:lnTo>
                      <a:cubicBezTo>
                        <a:pt x="10483" y="10"/>
                        <a:pt x="9921" y="1"/>
                        <a:pt x="9850" y="1"/>
                      </a:cubicBezTo>
                      <a:lnTo>
                        <a:pt x="9850" y="1"/>
                      </a:lnTo>
                      <a:cubicBezTo>
                        <a:pt x="9841" y="1"/>
                        <a:pt x="9841" y="1"/>
                        <a:pt x="9841" y="1"/>
                      </a:cubicBezTo>
                    </a:path>
                  </a:pathLst>
                </a:custGeom>
                <a:gradFill>
                  <a:gsLst>
                    <a:gs pos="0">
                      <a:schemeClr val="accent1"/>
                    </a:gs>
                    <a:gs pos="100000">
                      <a:schemeClr val="dk2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52" name="Google Shape;352;p25"/>
                <p:cNvSpPr/>
                <p:nvPr/>
              </p:nvSpPr>
              <p:spPr>
                <a:xfrm>
                  <a:off x="1740733" y="2219786"/>
                  <a:ext cx="955618" cy="709185"/>
                </a:xfrm>
                <a:custGeom>
                  <a:rect b="b" l="l" r="r" t="t"/>
                  <a:pathLst>
                    <a:path extrusionOk="0" h="5416" w="7298">
                      <a:moveTo>
                        <a:pt x="1580" y="464"/>
                      </a:moveTo>
                      <a:cubicBezTo>
                        <a:pt x="1580" y="464"/>
                        <a:pt x="830" y="1794"/>
                        <a:pt x="232" y="1687"/>
                      </a:cubicBezTo>
                      <a:lnTo>
                        <a:pt x="232" y="1687"/>
                      </a:lnTo>
                      <a:cubicBezTo>
                        <a:pt x="232" y="1687"/>
                        <a:pt x="152" y="1838"/>
                        <a:pt x="1" y="1972"/>
                      </a:cubicBezTo>
                      <a:lnTo>
                        <a:pt x="1" y="1972"/>
                      </a:lnTo>
                      <a:cubicBezTo>
                        <a:pt x="286" y="2240"/>
                        <a:pt x="1357" y="2374"/>
                        <a:pt x="1357" y="2374"/>
                      </a:cubicBezTo>
                      <a:lnTo>
                        <a:pt x="1357" y="2374"/>
                      </a:lnTo>
                      <a:cubicBezTo>
                        <a:pt x="1410" y="2570"/>
                        <a:pt x="1713" y="2793"/>
                        <a:pt x="2088" y="3016"/>
                      </a:cubicBezTo>
                      <a:lnTo>
                        <a:pt x="2088" y="3016"/>
                      </a:lnTo>
                      <a:cubicBezTo>
                        <a:pt x="2650" y="3034"/>
                        <a:pt x="3783" y="3114"/>
                        <a:pt x="4149" y="3498"/>
                      </a:cubicBezTo>
                      <a:lnTo>
                        <a:pt x="4149" y="3498"/>
                      </a:lnTo>
                      <a:cubicBezTo>
                        <a:pt x="4149" y="3498"/>
                        <a:pt x="4149" y="3498"/>
                        <a:pt x="4158" y="3498"/>
                      </a:cubicBezTo>
                      <a:lnTo>
                        <a:pt x="4158" y="3498"/>
                      </a:lnTo>
                      <a:cubicBezTo>
                        <a:pt x="4283" y="3560"/>
                        <a:pt x="4461" y="3676"/>
                        <a:pt x="4497" y="3801"/>
                      </a:cubicBezTo>
                      <a:lnTo>
                        <a:pt x="4497" y="3801"/>
                      </a:lnTo>
                      <a:cubicBezTo>
                        <a:pt x="4568" y="4042"/>
                        <a:pt x="4577" y="4470"/>
                        <a:pt x="4184" y="4524"/>
                      </a:cubicBezTo>
                      <a:lnTo>
                        <a:pt x="4184" y="4524"/>
                      </a:lnTo>
                      <a:cubicBezTo>
                        <a:pt x="4158" y="4550"/>
                        <a:pt x="4122" y="4568"/>
                        <a:pt x="4086" y="4586"/>
                      </a:cubicBezTo>
                      <a:lnTo>
                        <a:pt x="4086" y="4586"/>
                      </a:lnTo>
                      <a:cubicBezTo>
                        <a:pt x="4077" y="4586"/>
                        <a:pt x="4077" y="4586"/>
                        <a:pt x="4069" y="4595"/>
                      </a:cubicBezTo>
                      <a:lnTo>
                        <a:pt x="4069" y="4595"/>
                      </a:lnTo>
                      <a:cubicBezTo>
                        <a:pt x="4363" y="5059"/>
                        <a:pt x="4693" y="5416"/>
                        <a:pt x="5005" y="5291"/>
                      </a:cubicBezTo>
                      <a:lnTo>
                        <a:pt x="5005" y="5291"/>
                      </a:lnTo>
                      <a:cubicBezTo>
                        <a:pt x="5416" y="5130"/>
                        <a:pt x="5023" y="4336"/>
                        <a:pt x="5023" y="4336"/>
                      </a:cubicBezTo>
                      <a:lnTo>
                        <a:pt x="5023" y="4336"/>
                      </a:lnTo>
                      <a:lnTo>
                        <a:pt x="3837" y="2052"/>
                      </a:lnTo>
                      <a:lnTo>
                        <a:pt x="3221" y="1365"/>
                      </a:lnTo>
                      <a:lnTo>
                        <a:pt x="3346" y="1321"/>
                      </a:lnTo>
                      <a:cubicBezTo>
                        <a:pt x="3480" y="1571"/>
                        <a:pt x="4390" y="2374"/>
                        <a:pt x="4827" y="2588"/>
                      </a:cubicBezTo>
                      <a:lnTo>
                        <a:pt x="4827" y="2588"/>
                      </a:lnTo>
                      <a:cubicBezTo>
                        <a:pt x="5603" y="3462"/>
                        <a:pt x="6317" y="4185"/>
                        <a:pt x="6807" y="4024"/>
                      </a:cubicBezTo>
                      <a:lnTo>
                        <a:pt x="6807" y="4024"/>
                      </a:lnTo>
                      <a:cubicBezTo>
                        <a:pt x="7298" y="3863"/>
                        <a:pt x="6673" y="2953"/>
                        <a:pt x="6673" y="2953"/>
                      </a:cubicBezTo>
                      <a:lnTo>
                        <a:pt x="6673" y="2953"/>
                      </a:lnTo>
                      <a:lnTo>
                        <a:pt x="5665" y="1589"/>
                      </a:lnTo>
                      <a:lnTo>
                        <a:pt x="4149" y="197"/>
                      </a:lnTo>
                      <a:cubicBezTo>
                        <a:pt x="3926" y="206"/>
                        <a:pt x="3542" y="170"/>
                        <a:pt x="3382" y="1"/>
                      </a:cubicBezTo>
                      <a:lnTo>
                        <a:pt x="3382" y="1"/>
                      </a:lnTo>
                      <a:cubicBezTo>
                        <a:pt x="3382" y="1"/>
                        <a:pt x="2525" y="518"/>
                        <a:pt x="1580" y="464"/>
                      </a:cubicBezTo>
                    </a:path>
                  </a:pathLst>
                </a:custGeom>
                <a:gradFill>
                  <a:gsLst>
                    <a:gs pos="0">
                      <a:schemeClr val="accent1"/>
                    </a:gs>
                    <a:gs pos="100000">
                      <a:schemeClr val="dk2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sp>
          <p:nvSpPr>
            <p:cNvPr id="353" name="Google Shape;353;p25"/>
            <p:cNvSpPr/>
            <p:nvPr/>
          </p:nvSpPr>
          <p:spPr>
            <a:xfrm rot="-3033130">
              <a:off x="8204856" y="1418610"/>
              <a:ext cx="240324" cy="162787"/>
            </a:xfrm>
            <a:custGeom>
              <a:rect b="b" l="l" r="r" t="t"/>
              <a:pathLst>
                <a:path extrusionOk="0" h="1161" w="1714">
                  <a:moveTo>
                    <a:pt x="295" y="313"/>
                  </a:moveTo>
                  <a:cubicBezTo>
                    <a:pt x="143" y="501"/>
                    <a:pt x="0" y="857"/>
                    <a:pt x="250" y="1027"/>
                  </a:cubicBezTo>
                  <a:lnTo>
                    <a:pt x="250" y="1027"/>
                  </a:lnTo>
                  <a:cubicBezTo>
                    <a:pt x="357" y="1089"/>
                    <a:pt x="482" y="1089"/>
                    <a:pt x="607" y="1098"/>
                  </a:cubicBezTo>
                  <a:lnTo>
                    <a:pt x="607" y="1098"/>
                  </a:lnTo>
                  <a:cubicBezTo>
                    <a:pt x="759" y="1116"/>
                    <a:pt x="919" y="1152"/>
                    <a:pt x="1071" y="1152"/>
                  </a:cubicBezTo>
                  <a:lnTo>
                    <a:pt x="1071" y="1152"/>
                  </a:lnTo>
                  <a:cubicBezTo>
                    <a:pt x="1258" y="1161"/>
                    <a:pt x="1472" y="1107"/>
                    <a:pt x="1597" y="947"/>
                  </a:cubicBezTo>
                  <a:lnTo>
                    <a:pt x="1597" y="947"/>
                  </a:lnTo>
                  <a:cubicBezTo>
                    <a:pt x="1660" y="866"/>
                    <a:pt x="1695" y="759"/>
                    <a:pt x="1704" y="652"/>
                  </a:cubicBezTo>
                  <a:lnTo>
                    <a:pt x="1704" y="652"/>
                  </a:lnTo>
                  <a:cubicBezTo>
                    <a:pt x="1713" y="545"/>
                    <a:pt x="1713" y="447"/>
                    <a:pt x="1686" y="358"/>
                  </a:cubicBezTo>
                  <a:lnTo>
                    <a:pt x="1686" y="358"/>
                  </a:lnTo>
                  <a:cubicBezTo>
                    <a:pt x="1669" y="269"/>
                    <a:pt x="1606" y="188"/>
                    <a:pt x="1499" y="126"/>
                  </a:cubicBezTo>
                  <a:lnTo>
                    <a:pt x="1499" y="126"/>
                  </a:lnTo>
                  <a:cubicBezTo>
                    <a:pt x="1356" y="54"/>
                    <a:pt x="1187" y="10"/>
                    <a:pt x="1026" y="1"/>
                  </a:cubicBezTo>
                  <a:lnTo>
                    <a:pt x="1026" y="1"/>
                  </a:lnTo>
                  <a:cubicBezTo>
                    <a:pt x="1008" y="1"/>
                    <a:pt x="999" y="1"/>
                    <a:pt x="982" y="1"/>
                  </a:cubicBezTo>
                  <a:lnTo>
                    <a:pt x="982" y="1"/>
                  </a:lnTo>
                  <a:cubicBezTo>
                    <a:pt x="723" y="1"/>
                    <a:pt x="464" y="117"/>
                    <a:pt x="295" y="313"/>
                  </a:cubicBezTo>
                </a:path>
              </a:pathLst>
            </a:custGeom>
            <a:gradFill>
              <a:gsLst>
                <a:gs pos="0">
                  <a:schemeClr val="dk1"/>
                </a:gs>
                <a:gs pos="100000">
                  <a:schemeClr val="dk2"/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4" name="Google Shape;354;p25"/>
            <p:cNvSpPr/>
            <p:nvPr/>
          </p:nvSpPr>
          <p:spPr>
            <a:xfrm flipH="1" rot="7930158">
              <a:off x="7532339" y="1461822"/>
              <a:ext cx="162646" cy="45148"/>
            </a:xfrm>
            <a:custGeom>
              <a:rect b="b" l="l" r="r" t="t"/>
              <a:pathLst>
                <a:path extrusionOk="0" h="322" w="1160">
                  <a:moveTo>
                    <a:pt x="54" y="107"/>
                  </a:moveTo>
                  <a:cubicBezTo>
                    <a:pt x="36" y="116"/>
                    <a:pt x="27" y="134"/>
                    <a:pt x="18" y="152"/>
                  </a:cubicBezTo>
                  <a:lnTo>
                    <a:pt x="18" y="152"/>
                  </a:lnTo>
                  <a:cubicBezTo>
                    <a:pt x="9" y="161"/>
                    <a:pt x="0" y="188"/>
                    <a:pt x="9" y="197"/>
                  </a:cubicBezTo>
                  <a:lnTo>
                    <a:pt x="9" y="197"/>
                  </a:lnTo>
                  <a:cubicBezTo>
                    <a:pt x="18" y="232"/>
                    <a:pt x="54" y="241"/>
                    <a:pt x="80" y="250"/>
                  </a:cubicBezTo>
                  <a:lnTo>
                    <a:pt x="80" y="250"/>
                  </a:lnTo>
                  <a:cubicBezTo>
                    <a:pt x="303" y="295"/>
                    <a:pt x="526" y="321"/>
                    <a:pt x="758" y="321"/>
                  </a:cubicBezTo>
                  <a:lnTo>
                    <a:pt x="758" y="321"/>
                  </a:lnTo>
                  <a:cubicBezTo>
                    <a:pt x="812" y="321"/>
                    <a:pt x="865" y="321"/>
                    <a:pt x="910" y="321"/>
                  </a:cubicBezTo>
                  <a:lnTo>
                    <a:pt x="910" y="321"/>
                  </a:lnTo>
                  <a:cubicBezTo>
                    <a:pt x="964" y="321"/>
                    <a:pt x="1008" y="313"/>
                    <a:pt x="1062" y="313"/>
                  </a:cubicBezTo>
                  <a:lnTo>
                    <a:pt x="1062" y="313"/>
                  </a:lnTo>
                  <a:cubicBezTo>
                    <a:pt x="1080" y="313"/>
                    <a:pt x="1151" y="313"/>
                    <a:pt x="1151" y="286"/>
                  </a:cubicBezTo>
                  <a:lnTo>
                    <a:pt x="1151" y="286"/>
                  </a:lnTo>
                  <a:cubicBezTo>
                    <a:pt x="1160" y="268"/>
                    <a:pt x="1142" y="259"/>
                    <a:pt x="1133" y="250"/>
                  </a:cubicBezTo>
                  <a:lnTo>
                    <a:pt x="1133" y="250"/>
                  </a:lnTo>
                  <a:cubicBezTo>
                    <a:pt x="1106" y="232"/>
                    <a:pt x="1080" y="214"/>
                    <a:pt x="1053" y="197"/>
                  </a:cubicBezTo>
                  <a:lnTo>
                    <a:pt x="1053" y="197"/>
                  </a:lnTo>
                  <a:cubicBezTo>
                    <a:pt x="919" y="116"/>
                    <a:pt x="785" y="63"/>
                    <a:pt x="633" y="27"/>
                  </a:cubicBezTo>
                  <a:lnTo>
                    <a:pt x="633" y="27"/>
                  </a:lnTo>
                  <a:cubicBezTo>
                    <a:pt x="571" y="9"/>
                    <a:pt x="491" y="0"/>
                    <a:pt x="419" y="0"/>
                  </a:cubicBezTo>
                  <a:lnTo>
                    <a:pt x="419" y="0"/>
                  </a:lnTo>
                  <a:cubicBezTo>
                    <a:pt x="286" y="0"/>
                    <a:pt x="161" y="36"/>
                    <a:pt x="54" y="107"/>
                  </a:cubicBezTo>
                </a:path>
              </a:pathLst>
            </a:custGeom>
            <a:gradFill>
              <a:gsLst>
                <a:gs pos="0">
                  <a:schemeClr val="dk1"/>
                </a:gs>
                <a:gs pos="100000">
                  <a:schemeClr val="dk2"/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55" name="Google Shape;355;p25"/>
          <p:cNvSpPr txBox="1"/>
          <p:nvPr>
            <p:ph type="ctrTitle"/>
          </p:nvPr>
        </p:nvSpPr>
        <p:spPr>
          <a:xfrm>
            <a:off x="1007425" y="819225"/>
            <a:ext cx="4596300" cy="2365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WAIC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3000">
                <a:solidFill>
                  <a:schemeClr val="dk2"/>
                </a:solidFill>
              </a:rPr>
              <a:t>Wallet AI Copilot</a:t>
            </a:r>
            <a:endParaRPr i="1" sz="3000">
              <a:solidFill>
                <a:schemeClr val="dk2"/>
              </a:solidFill>
            </a:endParaRPr>
          </a:p>
        </p:txBody>
      </p:sp>
      <p:sp>
        <p:nvSpPr>
          <p:cNvPr id="356" name="Google Shape;356;p25"/>
          <p:cNvSpPr txBox="1"/>
          <p:nvPr>
            <p:ph idx="1" type="subTitle"/>
          </p:nvPr>
        </p:nvSpPr>
        <p:spPr>
          <a:xfrm>
            <a:off x="1007425" y="3690325"/>
            <a:ext cx="2400300" cy="124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600">
                <a:solidFill>
                  <a:srgbClr val="B47FFF"/>
                </a:solidFill>
              </a:rPr>
              <a:t>AAC</a:t>
            </a:r>
            <a:br>
              <a:rPr lang="en">
                <a:solidFill>
                  <a:srgbClr val="B07CC6"/>
                </a:solidFill>
              </a:rPr>
            </a:br>
            <a:r>
              <a:rPr lang="en">
                <a:solidFill>
                  <a:srgbClr val="B07CC6"/>
                </a:solidFill>
              </a:rPr>
              <a:t>Câmpeanu Cristian</a:t>
            </a:r>
            <a:br>
              <a:rPr lang="en">
                <a:solidFill>
                  <a:srgbClr val="B07CC6"/>
                </a:solidFill>
              </a:rPr>
            </a:br>
            <a:r>
              <a:rPr lang="en">
                <a:solidFill>
                  <a:srgbClr val="B07CC6"/>
                </a:solidFill>
              </a:rPr>
              <a:t>Ghiran Ana</a:t>
            </a:r>
            <a:endParaRPr>
              <a:solidFill>
                <a:srgbClr val="B07CC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07CC6"/>
                </a:solidFill>
              </a:rPr>
              <a:t>Ignea Daria</a:t>
            </a:r>
            <a:endParaRPr>
              <a:solidFill>
                <a:srgbClr val="B07CC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07CC6"/>
                </a:solidFill>
              </a:rPr>
              <a:t>Olaru Alejandro</a:t>
            </a:r>
            <a:endParaRPr>
              <a:solidFill>
                <a:srgbClr val="B07CC6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26"/>
          <p:cNvSpPr/>
          <p:nvPr/>
        </p:nvSpPr>
        <p:spPr>
          <a:xfrm>
            <a:off x="1255644" y="1090453"/>
            <a:ext cx="1044900" cy="1044900"/>
          </a:xfrm>
          <a:prstGeom prst="ellipse">
            <a:avLst/>
          </a:prstGeom>
          <a:gradFill>
            <a:gsLst>
              <a:gs pos="0">
                <a:srgbClr val="E7ECFF">
                  <a:alpha val="50196"/>
                  <a:alpha val="49380"/>
                </a:srgbClr>
              </a:gs>
              <a:gs pos="77000">
                <a:srgbClr val="FFFFFF">
                  <a:alpha val="0"/>
                  <a:alpha val="49380"/>
                </a:srgbClr>
              </a:gs>
              <a:gs pos="100000">
                <a:srgbClr val="FFFFFF">
                  <a:alpha val="0"/>
                  <a:alpha val="4938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2" name="Google Shape;362;p26"/>
          <p:cNvSpPr/>
          <p:nvPr/>
        </p:nvSpPr>
        <p:spPr>
          <a:xfrm>
            <a:off x="4684650" y="1090453"/>
            <a:ext cx="1044900" cy="1044900"/>
          </a:xfrm>
          <a:prstGeom prst="ellipse">
            <a:avLst/>
          </a:prstGeom>
          <a:gradFill>
            <a:gsLst>
              <a:gs pos="0">
                <a:srgbClr val="E7ECFF">
                  <a:alpha val="50196"/>
                  <a:alpha val="49380"/>
                </a:srgbClr>
              </a:gs>
              <a:gs pos="77000">
                <a:srgbClr val="FFFFFF">
                  <a:alpha val="0"/>
                  <a:alpha val="49380"/>
                </a:srgbClr>
              </a:gs>
              <a:gs pos="100000">
                <a:srgbClr val="FFFFFF">
                  <a:alpha val="0"/>
                  <a:alpha val="4938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3" name="Google Shape;363;p26"/>
          <p:cNvSpPr/>
          <p:nvPr/>
        </p:nvSpPr>
        <p:spPr>
          <a:xfrm>
            <a:off x="1255644" y="2595453"/>
            <a:ext cx="1044900" cy="1044900"/>
          </a:xfrm>
          <a:prstGeom prst="ellipse">
            <a:avLst/>
          </a:prstGeom>
          <a:gradFill>
            <a:gsLst>
              <a:gs pos="0">
                <a:srgbClr val="E7ECFF">
                  <a:alpha val="50196"/>
                  <a:alpha val="49380"/>
                </a:srgbClr>
              </a:gs>
              <a:gs pos="77000">
                <a:srgbClr val="FFFFFF">
                  <a:alpha val="0"/>
                  <a:alpha val="49380"/>
                </a:srgbClr>
              </a:gs>
              <a:gs pos="100000">
                <a:srgbClr val="FFFFFF">
                  <a:alpha val="0"/>
                  <a:alpha val="4938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4" name="Google Shape;364;p26"/>
          <p:cNvSpPr/>
          <p:nvPr/>
        </p:nvSpPr>
        <p:spPr>
          <a:xfrm>
            <a:off x="4684650" y="2595453"/>
            <a:ext cx="1044900" cy="1044900"/>
          </a:xfrm>
          <a:prstGeom prst="ellipse">
            <a:avLst/>
          </a:prstGeom>
          <a:gradFill>
            <a:gsLst>
              <a:gs pos="0">
                <a:srgbClr val="E7ECFF">
                  <a:alpha val="50196"/>
                  <a:alpha val="49380"/>
                </a:srgbClr>
              </a:gs>
              <a:gs pos="77000">
                <a:srgbClr val="FFFFFF">
                  <a:alpha val="0"/>
                  <a:alpha val="49380"/>
                </a:srgbClr>
              </a:gs>
              <a:gs pos="100000">
                <a:srgbClr val="FFFFFF">
                  <a:alpha val="0"/>
                  <a:alpha val="4938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5" name="Google Shape;365;p26"/>
          <p:cNvSpPr txBox="1"/>
          <p:nvPr>
            <p:ph type="title"/>
          </p:nvPr>
        </p:nvSpPr>
        <p:spPr>
          <a:xfrm>
            <a:off x="720000" y="5394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>
                <a:latin typeface="Trispace"/>
                <a:ea typeface="Trispace"/>
                <a:cs typeface="Trispace"/>
                <a:sym typeface="Trispace"/>
              </a:rPr>
              <a:t>Table of contents</a:t>
            </a:r>
            <a:endParaRPr b="0">
              <a:latin typeface="Trispace"/>
              <a:ea typeface="Trispace"/>
              <a:cs typeface="Trispace"/>
              <a:sym typeface="Trispace"/>
            </a:endParaRPr>
          </a:p>
        </p:txBody>
      </p:sp>
      <p:sp>
        <p:nvSpPr>
          <p:cNvPr id="366" name="Google Shape;366;p26"/>
          <p:cNvSpPr txBox="1"/>
          <p:nvPr>
            <p:ph idx="2" type="title"/>
          </p:nvPr>
        </p:nvSpPr>
        <p:spPr>
          <a:xfrm>
            <a:off x="1255644" y="1284099"/>
            <a:ext cx="1044900" cy="65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367" name="Google Shape;367;p26"/>
          <p:cNvSpPr txBox="1"/>
          <p:nvPr>
            <p:ph idx="3" type="title"/>
          </p:nvPr>
        </p:nvSpPr>
        <p:spPr>
          <a:xfrm>
            <a:off x="1255644" y="2789103"/>
            <a:ext cx="1044900" cy="65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368" name="Google Shape;368;p26"/>
          <p:cNvSpPr txBox="1"/>
          <p:nvPr>
            <p:ph idx="4" type="title"/>
          </p:nvPr>
        </p:nvSpPr>
        <p:spPr>
          <a:xfrm>
            <a:off x="4684638" y="1284103"/>
            <a:ext cx="1044900" cy="65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369" name="Google Shape;369;p26"/>
          <p:cNvSpPr txBox="1"/>
          <p:nvPr>
            <p:ph idx="5" type="title"/>
          </p:nvPr>
        </p:nvSpPr>
        <p:spPr>
          <a:xfrm>
            <a:off x="4684638" y="2789103"/>
            <a:ext cx="1044900" cy="65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  <p:sp>
        <p:nvSpPr>
          <p:cNvPr id="370" name="Google Shape;370;p26"/>
          <p:cNvSpPr txBox="1"/>
          <p:nvPr>
            <p:ph idx="1" type="subTitle"/>
          </p:nvPr>
        </p:nvSpPr>
        <p:spPr>
          <a:xfrm>
            <a:off x="2307450" y="1284099"/>
            <a:ext cx="2151900" cy="65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can we help?</a:t>
            </a:r>
            <a:endParaRPr/>
          </a:p>
        </p:txBody>
      </p:sp>
      <p:sp>
        <p:nvSpPr>
          <p:cNvPr id="371" name="Google Shape;371;p26"/>
          <p:cNvSpPr txBox="1"/>
          <p:nvPr>
            <p:ph idx="6" type="subTitle"/>
          </p:nvPr>
        </p:nvSpPr>
        <p:spPr>
          <a:xfrm>
            <a:off x="5736450" y="1284099"/>
            <a:ext cx="2151900" cy="65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SUI integration</a:t>
            </a:r>
            <a:endParaRPr/>
          </a:p>
        </p:txBody>
      </p:sp>
      <p:sp>
        <p:nvSpPr>
          <p:cNvPr id="372" name="Google Shape;372;p26"/>
          <p:cNvSpPr txBox="1"/>
          <p:nvPr>
            <p:ph idx="7" type="subTitle"/>
          </p:nvPr>
        </p:nvSpPr>
        <p:spPr>
          <a:xfrm>
            <a:off x="2307450" y="2789098"/>
            <a:ext cx="2151900" cy="65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does it work?</a:t>
            </a:r>
            <a:endParaRPr/>
          </a:p>
        </p:txBody>
      </p:sp>
      <p:sp>
        <p:nvSpPr>
          <p:cNvPr id="373" name="Google Shape;373;p26"/>
          <p:cNvSpPr txBox="1"/>
          <p:nvPr>
            <p:ph idx="8" type="subTitle"/>
          </p:nvPr>
        </p:nvSpPr>
        <p:spPr>
          <a:xfrm>
            <a:off x="5736450" y="2789098"/>
            <a:ext cx="2151900" cy="65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DEMO</a:t>
            </a:r>
            <a:endParaRPr/>
          </a:p>
        </p:txBody>
      </p:sp>
      <p:sp>
        <p:nvSpPr>
          <p:cNvPr id="374" name="Google Shape;374;p26"/>
          <p:cNvSpPr/>
          <p:nvPr/>
        </p:nvSpPr>
        <p:spPr>
          <a:xfrm>
            <a:off x="2970151" y="3640355"/>
            <a:ext cx="1044900" cy="1044900"/>
          </a:xfrm>
          <a:prstGeom prst="ellipse">
            <a:avLst/>
          </a:prstGeom>
          <a:gradFill>
            <a:gsLst>
              <a:gs pos="0">
                <a:srgbClr val="E7ECFF">
                  <a:alpha val="50196"/>
                  <a:alpha val="49380"/>
                </a:srgbClr>
              </a:gs>
              <a:gs pos="77000">
                <a:srgbClr val="FFFFFF">
                  <a:alpha val="0"/>
                  <a:alpha val="49380"/>
                </a:srgbClr>
              </a:gs>
              <a:gs pos="100000">
                <a:srgbClr val="FFFFFF">
                  <a:alpha val="0"/>
                  <a:alpha val="4938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5" name="Google Shape;375;p26"/>
          <p:cNvSpPr txBox="1"/>
          <p:nvPr>
            <p:ph idx="5" type="title"/>
          </p:nvPr>
        </p:nvSpPr>
        <p:spPr>
          <a:xfrm>
            <a:off x="2970139" y="3834005"/>
            <a:ext cx="1044900" cy="65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05</a:t>
            </a:r>
            <a:endParaRPr/>
          </a:p>
        </p:txBody>
      </p:sp>
      <p:sp>
        <p:nvSpPr>
          <p:cNvPr id="376" name="Google Shape;376;p26"/>
          <p:cNvSpPr txBox="1"/>
          <p:nvPr>
            <p:ph idx="8" type="subTitle"/>
          </p:nvPr>
        </p:nvSpPr>
        <p:spPr>
          <a:xfrm>
            <a:off x="4021951" y="3834000"/>
            <a:ext cx="2151900" cy="65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next?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27"/>
          <p:cNvSpPr/>
          <p:nvPr/>
        </p:nvSpPr>
        <p:spPr>
          <a:xfrm>
            <a:off x="1723750" y="345225"/>
            <a:ext cx="1094100" cy="1057800"/>
          </a:xfrm>
          <a:prstGeom prst="ellipse">
            <a:avLst/>
          </a:prstGeom>
          <a:gradFill>
            <a:gsLst>
              <a:gs pos="0">
                <a:srgbClr val="E7ECFF">
                  <a:alpha val="50196"/>
                  <a:alpha val="49380"/>
                </a:srgbClr>
              </a:gs>
              <a:gs pos="77000">
                <a:srgbClr val="FFFFFF">
                  <a:alpha val="0"/>
                  <a:alpha val="49380"/>
                </a:srgbClr>
              </a:gs>
              <a:gs pos="100000">
                <a:srgbClr val="FFFFFF">
                  <a:alpha val="0"/>
                  <a:alpha val="4938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66250" lIns="66250" spcFirstLastPara="1" rIns="66250" wrap="square" tIns="662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24"/>
          </a:p>
        </p:txBody>
      </p:sp>
      <p:sp>
        <p:nvSpPr>
          <p:cNvPr id="382" name="Google Shape;382;p27"/>
          <p:cNvSpPr txBox="1"/>
          <p:nvPr>
            <p:ph type="title"/>
          </p:nvPr>
        </p:nvSpPr>
        <p:spPr>
          <a:xfrm>
            <a:off x="2919041" y="506230"/>
            <a:ext cx="4905000" cy="84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/>
              <a:t>How can we help?_</a:t>
            </a:r>
            <a:endParaRPr sz="2800"/>
          </a:p>
        </p:txBody>
      </p:sp>
      <p:sp>
        <p:nvSpPr>
          <p:cNvPr id="383" name="Google Shape;383;p27"/>
          <p:cNvSpPr txBox="1"/>
          <p:nvPr>
            <p:ph idx="4294967295" type="title"/>
          </p:nvPr>
        </p:nvSpPr>
        <p:spPr>
          <a:xfrm>
            <a:off x="1622441" y="482079"/>
            <a:ext cx="1296600" cy="784200"/>
          </a:xfrm>
          <a:prstGeom prst="rect">
            <a:avLst/>
          </a:prstGeom>
        </p:spPr>
        <p:txBody>
          <a:bodyPr anchorCtr="0" anchor="ctr" bIns="66250" lIns="66250" spcFirstLastPara="1" rIns="66250" wrap="square" tIns="662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623"/>
              <a:t>01</a:t>
            </a:r>
            <a:endParaRPr sz="3623"/>
          </a:p>
        </p:txBody>
      </p:sp>
      <p:sp>
        <p:nvSpPr>
          <p:cNvPr id="384" name="Google Shape;384;p27"/>
          <p:cNvSpPr/>
          <p:nvPr/>
        </p:nvSpPr>
        <p:spPr>
          <a:xfrm>
            <a:off x="3903120" y="1572675"/>
            <a:ext cx="2801100" cy="2801100"/>
          </a:xfrm>
          <a:prstGeom prst="ellipse">
            <a:avLst/>
          </a:prstGeom>
          <a:gradFill>
            <a:gsLst>
              <a:gs pos="0">
                <a:schemeClr val="dk2"/>
              </a:gs>
              <a:gs pos="100000">
                <a:schemeClr val="accent1"/>
              </a:gs>
            </a:gsLst>
            <a:lin ang="5400012" scaled="0"/>
          </a:gra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  <a:latin typeface="Trispace"/>
                <a:ea typeface="Trispace"/>
                <a:cs typeface="Trispace"/>
                <a:sym typeface="Trispace"/>
              </a:rPr>
              <a:t>100M</a:t>
            </a:r>
            <a:endParaRPr>
              <a:solidFill>
                <a:schemeClr val="dk1"/>
              </a:solidFill>
              <a:latin typeface="Trispace"/>
              <a:ea typeface="Trispace"/>
              <a:cs typeface="Trispace"/>
              <a:sym typeface="Trispace"/>
            </a:endParaRPr>
          </a:p>
        </p:txBody>
      </p:sp>
      <p:sp>
        <p:nvSpPr>
          <p:cNvPr id="385" name="Google Shape;385;p27"/>
          <p:cNvSpPr/>
          <p:nvPr/>
        </p:nvSpPr>
        <p:spPr>
          <a:xfrm>
            <a:off x="4338399" y="2443275"/>
            <a:ext cx="1930500" cy="1930500"/>
          </a:xfrm>
          <a:prstGeom prst="ellipse">
            <a:avLst/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5400012" scaled="0"/>
          </a:gra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  <a:latin typeface="Trispace"/>
                <a:ea typeface="Trispace"/>
                <a:cs typeface="Trispace"/>
                <a:sym typeface="Trispace"/>
              </a:rPr>
              <a:t>10M</a:t>
            </a:r>
            <a:endParaRPr>
              <a:solidFill>
                <a:schemeClr val="dk1"/>
              </a:solidFill>
              <a:latin typeface="Trispace"/>
              <a:ea typeface="Trispace"/>
              <a:cs typeface="Trispace"/>
              <a:sym typeface="Trispace"/>
            </a:endParaRPr>
          </a:p>
        </p:txBody>
      </p:sp>
      <p:sp>
        <p:nvSpPr>
          <p:cNvPr id="386" name="Google Shape;386;p27"/>
          <p:cNvSpPr/>
          <p:nvPr/>
        </p:nvSpPr>
        <p:spPr>
          <a:xfrm>
            <a:off x="4696775" y="3159975"/>
            <a:ext cx="1214100" cy="1213800"/>
          </a:xfrm>
          <a:prstGeom prst="ellipse">
            <a:avLst/>
          </a:prstGeom>
          <a:gradFill>
            <a:gsLst>
              <a:gs pos="0">
                <a:schemeClr val="accent3"/>
              </a:gs>
              <a:gs pos="100000">
                <a:schemeClr val="accent1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  <a:latin typeface="Trispace"/>
                <a:ea typeface="Trispace"/>
                <a:cs typeface="Trispace"/>
                <a:sym typeface="Trispace"/>
              </a:rPr>
              <a:t>2,4M</a:t>
            </a:r>
            <a:endParaRPr>
              <a:solidFill>
                <a:schemeClr val="dk1"/>
              </a:solidFill>
              <a:latin typeface="Trispace"/>
              <a:ea typeface="Trispace"/>
              <a:cs typeface="Trispace"/>
              <a:sym typeface="Trispace"/>
            </a:endParaRPr>
          </a:p>
        </p:txBody>
      </p:sp>
      <p:sp>
        <p:nvSpPr>
          <p:cNvPr id="387" name="Google Shape;387;p27"/>
          <p:cNvSpPr txBox="1"/>
          <p:nvPr/>
        </p:nvSpPr>
        <p:spPr>
          <a:xfrm flipH="1">
            <a:off x="2439777" y="1547975"/>
            <a:ext cx="1134600" cy="81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Trispace"/>
                <a:ea typeface="Trispace"/>
                <a:cs typeface="Trispace"/>
                <a:sym typeface="Trispace"/>
              </a:rPr>
              <a:t>2025</a:t>
            </a:r>
            <a:endParaRPr sz="1800">
              <a:solidFill>
                <a:schemeClr val="dk1"/>
              </a:solidFill>
              <a:latin typeface="Trispace"/>
              <a:ea typeface="Trispace"/>
              <a:cs typeface="Trispace"/>
              <a:sym typeface="Trispace"/>
            </a:endParaRPr>
          </a:p>
        </p:txBody>
      </p:sp>
      <p:sp>
        <p:nvSpPr>
          <p:cNvPr id="388" name="Google Shape;388;p27"/>
          <p:cNvSpPr txBox="1"/>
          <p:nvPr/>
        </p:nvSpPr>
        <p:spPr>
          <a:xfrm flipH="1">
            <a:off x="2439777" y="2564814"/>
            <a:ext cx="1134600" cy="81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Trispace"/>
                <a:ea typeface="Trispace"/>
                <a:cs typeface="Trispace"/>
                <a:sym typeface="Trispace"/>
              </a:rPr>
              <a:t>2023</a:t>
            </a:r>
            <a:endParaRPr sz="1800">
              <a:solidFill>
                <a:schemeClr val="dk1"/>
              </a:solidFill>
              <a:latin typeface="Trispace"/>
              <a:ea typeface="Trispace"/>
              <a:cs typeface="Trispace"/>
              <a:sym typeface="Trispace"/>
            </a:endParaRPr>
          </a:p>
        </p:txBody>
      </p:sp>
      <p:sp>
        <p:nvSpPr>
          <p:cNvPr id="389" name="Google Shape;389;p27"/>
          <p:cNvSpPr txBox="1"/>
          <p:nvPr/>
        </p:nvSpPr>
        <p:spPr>
          <a:xfrm flipH="1">
            <a:off x="2445775" y="3581653"/>
            <a:ext cx="1134600" cy="81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Trispace"/>
                <a:ea typeface="Trispace"/>
                <a:cs typeface="Trispace"/>
                <a:sym typeface="Trispace"/>
              </a:rPr>
              <a:t>daily users</a:t>
            </a:r>
            <a:endParaRPr sz="1800">
              <a:solidFill>
                <a:schemeClr val="dk1"/>
              </a:solidFill>
              <a:latin typeface="Trispace"/>
              <a:ea typeface="Trispace"/>
              <a:cs typeface="Trispace"/>
              <a:sym typeface="Trispace"/>
            </a:endParaRPr>
          </a:p>
        </p:txBody>
      </p:sp>
      <p:cxnSp>
        <p:nvCxnSpPr>
          <p:cNvPr id="390" name="Google Shape;390;p27"/>
          <p:cNvCxnSpPr>
            <a:stCxn id="387" idx="1"/>
          </p:cNvCxnSpPr>
          <p:nvPr/>
        </p:nvCxnSpPr>
        <p:spPr>
          <a:xfrm>
            <a:off x="3574377" y="1956425"/>
            <a:ext cx="6498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91" name="Google Shape;391;p27"/>
          <p:cNvCxnSpPr>
            <a:stCxn id="388" idx="1"/>
          </p:cNvCxnSpPr>
          <p:nvPr/>
        </p:nvCxnSpPr>
        <p:spPr>
          <a:xfrm>
            <a:off x="3574377" y="2973264"/>
            <a:ext cx="8787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92" name="Google Shape;392;p27"/>
          <p:cNvCxnSpPr>
            <a:stCxn id="389" idx="1"/>
          </p:cNvCxnSpPr>
          <p:nvPr/>
        </p:nvCxnSpPr>
        <p:spPr>
          <a:xfrm>
            <a:off x="3580375" y="3990103"/>
            <a:ext cx="12876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93" name="Google Shape;393;p27"/>
          <p:cNvSpPr txBox="1"/>
          <p:nvPr>
            <p:ph type="title"/>
          </p:nvPr>
        </p:nvSpPr>
        <p:spPr>
          <a:xfrm>
            <a:off x="3874000" y="4449347"/>
            <a:ext cx="2859300" cy="66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SUI market overview</a:t>
            </a:r>
            <a:endParaRPr sz="13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28"/>
          <p:cNvSpPr txBox="1"/>
          <p:nvPr>
            <p:ph type="title"/>
          </p:nvPr>
        </p:nvSpPr>
        <p:spPr>
          <a:xfrm>
            <a:off x="1740375" y="1237879"/>
            <a:ext cx="5135400" cy="605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does it work?</a:t>
            </a:r>
            <a:r>
              <a:rPr lang="en"/>
              <a:t>_</a:t>
            </a:r>
            <a:endParaRPr/>
          </a:p>
        </p:txBody>
      </p:sp>
      <p:sp>
        <p:nvSpPr>
          <p:cNvPr id="399" name="Google Shape;399;p28"/>
          <p:cNvSpPr txBox="1"/>
          <p:nvPr>
            <p:ph idx="1" type="body"/>
          </p:nvPr>
        </p:nvSpPr>
        <p:spPr>
          <a:xfrm>
            <a:off x="713100" y="2033900"/>
            <a:ext cx="5135400" cy="204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1000"/>
              </a:spcBef>
              <a:spcAft>
                <a:spcPts val="0"/>
              </a:spcAft>
              <a:buSzPts val="2000"/>
              <a:buChar char="●"/>
            </a:pPr>
            <a:r>
              <a:rPr lang="en" sz="1800"/>
              <a:t>Build-in manual</a:t>
            </a:r>
            <a:endParaRPr sz="18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1800"/>
              <a:t>Transaction helper</a:t>
            </a:r>
            <a:endParaRPr sz="18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1000"/>
              </a:spcAft>
              <a:buSzPts val="2000"/>
              <a:buChar char="●"/>
            </a:pPr>
            <a:r>
              <a:rPr lang="en" sz="1800"/>
              <a:t>Risk detector</a:t>
            </a:r>
            <a:endParaRPr sz="1800">
              <a:solidFill>
                <a:schemeClr val="dk1"/>
              </a:solidFill>
            </a:endParaRPr>
          </a:p>
        </p:txBody>
      </p:sp>
      <p:grpSp>
        <p:nvGrpSpPr>
          <p:cNvPr id="400" name="Google Shape;400;p28"/>
          <p:cNvGrpSpPr/>
          <p:nvPr/>
        </p:nvGrpSpPr>
        <p:grpSpPr>
          <a:xfrm>
            <a:off x="5710513" y="569504"/>
            <a:ext cx="3877481" cy="4090276"/>
            <a:chOff x="5710513" y="569504"/>
            <a:chExt cx="3877481" cy="4090276"/>
          </a:xfrm>
        </p:grpSpPr>
        <p:sp>
          <p:nvSpPr>
            <p:cNvPr id="401" name="Google Shape;401;p28"/>
            <p:cNvSpPr/>
            <p:nvPr/>
          </p:nvSpPr>
          <p:spPr>
            <a:xfrm rot="2062716">
              <a:off x="7347458" y="1325451"/>
              <a:ext cx="1985541" cy="1517391"/>
            </a:xfrm>
            <a:custGeom>
              <a:rect b="b" l="l" r="r" t="t"/>
              <a:pathLst>
                <a:path extrusionOk="0" h="13704" w="17932">
                  <a:moveTo>
                    <a:pt x="14568" y="536"/>
                  </a:moveTo>
                  <a:cubicBezTo>
                    <a:pt x="14568" y="536"/>
                    <a:pt x="13302" y="759"/>
                    <a:pt x="12204" y="1687"/>
                  </a:cubicBezTo>
                  <a:lnTo>
                    <a:pt x="12204" y="1687"/>
                  </a:lnTo>
                  <a:cubicBezTo>
                    <a:pt x="12204" y="1687"/>
                    <a:pt x="6272" y="4399"/>
                    <a:pt x="5683" y="4470"/>
                  </a:cubicBezTo>
                  <a:lnTo>
                    <a:pt x="5683" y="4470"/>
                  </a:lnTo>
                  <a:cubicBezTo>
                    <a:pt x="5683" y="4470"/>
                    <a:pt x="4684" y="4684"/>
                    <a:pt x="4282" y="5532"/>
                  </a:cubicBezTo>
                  <a:lnTo>
                    <a:pt x="4282" y="5532"/>
                  </a:lnTo>
                  <a:lnTo>
                    <a:pt x="1936" y="8395"/>
                  </a:lnTo>
                  <a:cubicBezTo>
                    <a:pt x="1936" y="8395"/>
                    <a:pt x="1115" y="10465"/>
                    <a:pt x="848" y="10715"/>
                  </a:cubicBezTo>
                  <a:lnTo>
                    <a:pt x="848" y="10715"/>
                  </a:lnTo>
                  <a:lnTo>
                    <a:pt x="0" y="12749"/>
                  </a:lnTo>
                  <a:cubicBezTo>
                    <a:pt x="0" y="12749"/>
                    <a:pt x="393" y="13703"/>
                    <a:pt x="1490" y="12401"/>
                  </a:cubicBezTo>
                  <a:lnTo>
                    <a:pt x="1490" y="12401"/>
                  </a:lnTo>
                  <a:cubicBezTo>
                    <a:pt x="1490" y="12401"/>
                    <a:pt x="2025" y="11776"/>
                    <a:pt x="2097" y="11321"/>
                  </a:cubicBezTo>
                  <a:lnTo>
                    <a:pt x="2097" y="11321"/>
                  </a:lnTo>
                  <a:cubicBezTo>
                    <a:pt x="2356" y="11045"/>
                    <a:pt x="2819" y="10795"/>
                    <a:pt x="2864" y="10135"/>
                  </a:cubicBezTo>
                  <a:lnTo>
                    <a:pt x="2864" y="10135"/>
                  </a:lnTo>
                  <a:cubicBezTo>
                    <a:pt x="2864" y="10135"/>
                    <a:pt x="2864" y="10135"/>
                    <a:pt x="2864" y="10135"/>
                  </a:cubicBezTo>
                  <a:lnTo>
                    <a:pt x="2864" y="10135"/>
                  </a:lnTo>
                  <a:cubicBezTo>
                    <a:pt x="2864" y="10135"/>
                    <a:pt x="3042" y="10028"/>
                    <a:pt x="3301" y="9849"/>
                  </a:cubicBezTo>
                  <a:lnTo>
                    <a:pt x="3301" y="9849"/>
                  </a:lnTo>
                  <a:cubicBezTo>
                    <a:pt x="3881" y="9448"/>
                    <a:pt x="4836" y="8699"/>
                    <a:pt x="4952" y="8021"/>
                  </a:cubicBezTo>
                  <a:lnTo>
                    <a:pt x="4952" y="8021"/>
                  </a:lnTo>
                  <a:cubicBezTo>
                    <a:pt x="4952" y="8021"/>
                    <a:pt x="4952" y="8021"/>
                    <a:pt x="4952" y="8021"/>
                  </a:cubicBezTo>
                  <a:lnTo>
                    <a:pt x="4952" y="8021"/>
                  </a:lnTo>
                  <a:cubicBezTo>
                    <a:pt x="4952" y="8021"/>
                    <a:pt x="6673" y="7619"/>
                    <a:pt x="7414" y="7307"/>
                  </a:cubicBezTo>
                  <a:lnTo>
                    <a:pt x="7414" y="7307"/>
                  </a:lnTo>
                  <a:cubicBezTo>
                    <a:pt x="7414" y="7307"/>
                    <a:pt x="8074" y="7628"/>
                    <a:pt x="8493" y="7905"/>
                  </a:cubicBezTo>
                  <a:lnTo>
                    <a:pt x="8493" y="7905"/>
                  </a:lnTo>
                  <a:lnTo>
                    <a:pt x="8493" y="7905"/>
                  </a:lnTo>
                  <a:cubicBezTo>
                    <a:pt x="8609" y="7985"/>
                    <a:pt x="8707" y="8056"/>
                    <a:pt x="8770" y="8119"/>
                  </a:cubicBezTo>
                  <a:lnTo>
                    <a:pt x="8770" y="8119"/>
                  </a:lnTo>
                  <a:cubicBezTo>
                    <a:pt x="8770" y="8119"/>
                    <a:pt x="8431" y="8832"/>
                    <a:pt x="7985" y="9162"/>
                  </a:cubicBezTo>
                  <a:lnTo>
                    <a:pt x="7985" y="9162"/>
                  </a:lnTo>
                  <a:cubicBezTo>
                    <a:pt x="7985" y="9162"/>
                    <a:pt x="7128" y="10037"/>
                    <a:pt x="6629" y="10608"/>
                  </a:cubicBezTo>
                  <a:lnTo>
                    <a:pt x="6629" y="10608"/>
                  </a:lnTo>
                  <a:cubicBezTo>
                    <a:pt x="6477" y="10777"/>
                    <a:pt x="6352" y="10920"/>
                    <a:pt x="6299" y="11009"/>
                  </a:cubicBezTo>
                  <a:lnTo>
                    <a:pt x="6299" y="11009"/>
                  </a:lnTo>
                  <a:cubicBezTo>
                    <a:pt x="6013" y="11419"/>
                    <a:pt x="5603" y="11946"/>
                    <a:pt x="6343" y="12561"/>
                  </a:cubicBezTo>
                  <a:lnTo>
                    <a:pt x="6343" y="12561"/>
                  </a:lnTo>
                  <a:cubicBezTo>
                    <a:pt x="6343" y="12561"/>
                    <a:pt x="6504" y="12695"/>
                    <a:pt x="6736" y="12740"/>
                  </a:cubicBezTo>
                  <a:lnTo>
                    <a:pt x="6736" y="12740"/>
                  </a:lnTo>
                  <a:cubicBezTo>
                    <a:pt x="6986" y="12784"/>
                    <a:pt x="7316" y="12722"/>
                    <a:pt x="7637" y="12329"/>
                  </a:cubicBezTo>
                  <a:lnTo>
                    <a:pt x="7637" y="12329"/>
                  </a:lnTo>
                  <a:cubicBezTo>
                    <a:pt x="7646" y="12312"/>
                    <a:pt x="7664" y="12285"/>
                    <a:pt x="7681" y="12267"/>
                  </a:cubicBezTo>
                  <a:lnTo>
                    <a:pt x="7681" y="12267"/>
                  </a:lnTo>
                  <a:cubicBezTo>
                    <a:pt x="7681" y="12267"/>
                    <a:pt x="8921" y="11419"/>
                    <a:pt x="9359" y="10492"/>
                  </a:cubicBezTo>
                  <a:lnTo>
                    <a:pt x="9359" y="10492"/>
                  </a:lnTo>
                  <a:lnTo>
                    <a:pt x="9956" y="9823"/>
                  </a:lnTo>
                  <a:lnTo>
                    <a:pt x="11285" y="8975"/>
                  </a:lnTo>
                  <a:cubicBezTo>
                    <a:pt x="11285" y="8975"/>
                    <a:pt x="13712" y="7387"/>
                    <a:pt x="13899" y="5246"/>
                  </a:cubicBezTo>
                  <a:lnTo>
                    <a:pt x="13899" y="5246"/>
                  </a:lnTo>
                  <a:cubicBezTo>
                    <a:pt x="13899" y="5246"/>
                    <a:pt x="17004" y="3712"/>
                    <a:pt x="17798" y="3863"/>
                  </a:cubicBezTo>
                  <a:lnTo>
                    <a:pt x="17798" y="3863"/>
                  </a:lnTo>
                  <a:cubicBezTo>
                    <a:pt x="17798" y="3863"/>
                    <a:pt x="17932" y="1062"/>
                    <a:pt x="16014" y="1"/>
                  </a:cubicBezTo>
                  <a:lnTo>
                    <a:pt x="16014" y="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dk2"/>
                </a:gs>
              </a:gsLst>
              <a:lin ang="10800025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402" name="Google Shape;402;p28"/>
            <p:cNvGrpSpPr/>
            <p:nvPr/>
          </p:nvGrpSpPr>
          <p:grpSpPr>
            <a:xfrm>
              <a:off x="5710513" y="569504"/>
              <a:ext cx="3877481" cy="4090276"/>
              <a:chOff x="5410088" y="476042"/>
              <a:chExt cx="3877481" cy="4090276"/>
            </a:xfrm>
          </p:grpSpPr>
          <p:sp>
            <p:nvSpPr>
              <p:cNvPr id="403" name="Google Shape;403;p28"/>
              <p:cNvSpPr/>
              <p:nvPr/>
            </p:nvSpPr>
            <p:spPr>
              <a:xfrm>
                <a:off x="5728780" y="2240518"/>
                <a:ext cx="468769" cy="468795"/>
              </a:xfrm>
              <a:custGeom>
                <a:rect b="b" l="l" r="r" t="t"/>
                <a:pathLst>
                  <a:path extrusionOk="0" h="4810" w="4809">
                    <a:moveTo>
                      <a:pt x="4345" y="1571"/>
                    </a:moveTo>
                    <a:cubicBezTo>
                      <a:pt x="4809" y="2641"/>
                      <a:pt x="4309" y="3890"/>
                      <a:pt x="3239" y="4345"/>
                    </a:cubicBezTo>
                    <a:cubicBezTo>
                      <a:pt x="2168" y="4809"/>
                      <a:pt x="919" y="4319"/>
                      <a:pt x="464" y="3248"/>
                    </a:cubicBezTo>
                    <a:cubicBezTo>
                      <a:pt x="0" y="2169"/>
                      <a:pt x="491" y="929"/>
                      <a:pt x="1571" y="465"/>
                    </a:cubicBezTo>
                    <a:cubicBezTo>
                      <a:pt x="2641" y="1"/>
                      <a:pt x="3881" y="500"/>
                      <a:pt x="4345" y="1571"/>
                    </a:cubicBezTo>
                  </a:path>
                </a:pathLst>
              </a:custGeom>
              <a:gradFill>
                <a:gsLst>
                  <a:gs pos="0">
                    <a:schemeClr val="dk2"/>
                  </a:gs>
                  <a:gs pos="57000">
                    <a:srgbClr val="FFFFFF">
                      <a:alpha val="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4" name="Google Shape;404;p28"/>
              <p:cNvSpPr/>
              <p:nvPr/>
            </p:nvSpPr>
            <p:spPr>
              <a:xfrm>
                <a:off x="6197561" y="3366978"/>
                <a:ext cx="327012" cy="327044"/>
              </a:xfrm>
              <a:custGeom>
                <a:rect b="b" l="l" r="r" t="t"/>
                <a:pathLst>
                  <a:path extrusionOk="0" h="4810" w="4809">
                    <a:moveTo>
                      <a:pt x="4345" y="1571"/>
                    </a:moveTo>
                    <a:cubicBezTo>
                      <a:pt x="4809" y="2641"/>
                      <a:pt x="4309" y="3890"/>
                      <a:pt x="3239" y="4345"/>
                    </a:cubicBezTo>
                    <a:cubicBezTo>
                      <a:pt x="2168" y="4809"/>
                      <a:pt x="919" y="4319"/>
                      <a:pt x="464" y="3248"/>
                    </a:cubicBezTo>
                    <a:cubicBezTo>
                      <a:pt x="0" y="2169"/>
                      <a:pt x="491" y="929"/>
                      <a:pt x="1571" y="465"/>
                    </a:cubicBezTo>
                    <a:cubicBezTo>
                      <a:pt x="2641" y="1"/>
                      <a:pt x="3881" y="500"/>
                      <a:pt x="4345" y="1571"/>
                    </a:cubicBezTo>
                  </a:path>
                </a:pathLst>
              </a:custGeom>
              <a:gradFill>
                <a:gsLst>
                  <a:gs pos="0">
                    <a:schemeClr val="dk2"/>
                  </a:gs>
                  <a:gs pos="57000">
                    <a:srgbClr val="FFFFFF">
                      <a:alpha val="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5" name="Google Shape;405;p28"/>
              <p:cNvSpPr/>
              <p:nvPr/>
            </p:nvSpPr>
            <p:spPr>
              <a:xfrm>
                <a:off x="5531598" y="1066378"/>
                <a:ext cx="327012" cy="327044"/>
              </a:xfrm>
              <a:custGeom>
                <a:rect b="b" l="l" r="r" t="t"/>
                <a:pathLst>
                  <a:path extrusionOk="0" h="4810" w="4809">
                    <a:moveTo>
                      <a:pt x="4345" y="1571"/>
                    </a:moveTo>
                    <a:cubicBezTo>
                      <a:pt x="4809" y="2641"/>
                      <a:pt x="4309" y="3890"/>
                      <a:pt x="3239" y="4345"/>
                    </a:cubicBezTo>
                    <a:cubicBezTo>
                      <a:pt x="2168" y="4809"/>
                      <a:pt x="919" y="4319"/>
                      <a:pt x="464" y="3248"/>
                    </a:cubicBezTo>
                    <a:cubicBezTo>
                      <a:pt x="0" y="2169"/>
                      <a:pt x="491" y="929"/>
                      <a:pt x="1571" y="465"/>
                    </a:cubicBezTo>
                    <a:cubicBezTo>
                      <a:pt x="2641" y="1"/>
                      <a:pt x="3881" y="500"/>
                      <a:pt x="4345" y="1571"/>
                    </a:cubicBezTo>
                  </a:path>
                </a:pathLst>
              </a:custGeom>
              <a:gradFill>
                <a:gsLst>
                  <a:gs pos="0">
                    <a:schemeClr val="dk2"/>
                  </a:gs>
                  <a:gs pos="57000">
                    <a:srgbClr val="FFFFFF">
                      <a:alpha val="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6" name="Google Shape;406;p28"/>
              <p:cNvSpPr/>
              <p:nvPr/>
            </p:nvSpPr>
            <p:spPr>
              <a:xfrm>
                <a:off x="8080630" y="2806168"/>
                <a:ext cx="468769" cy="468795"/>
              </a:xfrm>
              <a:custGeom>
                <a:rect b="b" l="l" r="r" t="t"/>
                <a:pathLst>
                  <a:path extrusionOk="0" h="4810" w="4809">
                    <a:moveTo>
                      <a:pt x="4345" y="1571"/>
                    </a:moveTo>
                    <a:cubicBezTo>
                      <a:pt x="4809" y="2641"/>
                      <a:pt x="4309" y="3890"/>
                      <a:pt x="3239" y="4345"/>
                    </a:cubicBezTo>
                    <a:cubicBezTo>
                      <a:pt x="2168" y="4809"/>
                      <a:pt x="919" y="4319"/>
                      <a:pt x="464" y="3248"/>
                    </a:cubicBezTo>
                    <a:cubicBezTo>
                      <a:pt x="0" y="2169"/>
                      <a:pt x="491" y="929"/>
                      <a:pt x="1571" y="465"/>
                    </a:cubicBezTo>
                    <a:cubicBezTo>
                      <a:pt x="2641" y="1"/>
                      <a:pt x="3881" y="500"/>
                      <a:pt x="4345" y="1571"/>
                    </a:cubicBezTo>
                  </a:path>
                </a:pathLst>
              </a:custGeom>
              <a:gradFill>
                <a:gsLst>
                  <a:gs pos="0">
                    <a:schemeClr val="dk2"/>
                  </a:gs>
                  <a:gs pos="57000">
                    <a:srgbClr val="FFFFFF">
                      <a:alpha val="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407" name="Google Shape;407;p28"/>
              <p:cNvGrpSpPr/>
              <p:nvPr/>
            </p:nvGrpSpPr>
            <p:grpSpPr>
              <a:xfrm flipH="1" rot="2902359">
                <a:off x="5578694" y="1544629"/>
                <a:ext cx="3540270" cy="2041175"/>
                <a:chOff x="503897" y="1148626"/>
                <a:chExt cx="3540180" cy="2041124"/>
              </a:xfrm>
            </p:grpSpPr>
            <p:sp>
              <p:nvSpPr>
                <p:cNvPr id="408" name="Google Shape;408;p28"/>
                <p:cNvSpPr/>
                <p:nvPr/>
              </p:nvSpPr>
              <p:spPr>
                <a:xfrm>
                  <a:off x="2003209" y="1148626"/>
                  <a:ext cx="2040867" cy="2041124"/>
                </a:xfrm>
                <a:custGeom>
                  <a:rect b="b" l="l" r="r" t="t"/>
                  <a:pathLst>
                    <a:path extrusionOk="0" h="4810" w="4809">
                      <a:moveTo>
                        <a:pt x="4345" y="1571"/>
                      </a:moveTo>
                      <a:cubicBezTo>
                        <a:pt x="4809" y="2641"/>
                        <a:pt x="4309" y="3890"/>
                        <a:pt x="3239" y="4345"/>
                      </a:cubicBezTo>
                      <a:cubicBezTo>
                        <a:pt x="2168" y="4809"/>
                        <a:pt x="919" y="4319"/>
                        <a:pt x="464" y="3248"/>
                      </a:cubicBezTo>
                      <a:cubicBezTo>
                        <a:pt x="0" y="2169"/>
                        <a:pt x="491" y="929"/>
                        <a:pt x="1571" y="465"/>
                      </a:cubicBezTo>
                      <a:cubicBezTo>
                        <a:pt x="2641" y="1"/>
                        <a:pt x="3881" y="500"/>
                        <a:pt x="4345" y="1571"/>
                      </a:cubicBezTo>
                    </a:path>
                  </a:pathLst>
                </a:custGeom>
                <a:gradFill>
                  <a:gsLst>
                    <a:gs pos="0">
                      <a:srgbClr val="E7ECFF">
                        <a:alpha val="50196"/>
                      </a:srgbClr>
                    </a:gs>
                    <a:gs pos="69000">
                      <a:srgbClr val="FFFFFF">
                        <a:alpha val="0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b="50%" l="50%" r="50%" t="50%"/>
                  </a:path>
                  <a:tileRect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09" name="Google Shape;409;p28"/>
                <p:cNvSpPr/>
                <p:nvPr/>
              </p:nvSpPr>
              <p:spPr>
                <a:xfrm>
                  <a:off x="503897" y="2053971"/>
                  <a:ext cx="2497728" cy="956928"/>
                </a:xfrm>
                <a:custGeom>
                  <a:rect b="b" l="l" r="r" t="t"/>
                  <a:pathLst>
                    <a:path extrusionOk="0" h="7308" w="19075">
                      <a:moveTo>
                        <a:pt x="9841" y="1"/>
                      </a:moveTo>
                      <a:cubicBezTo>
                        <a:pt x="9198" y="90"/>
                        <a:pt x="4113" y="2570"/>
                        <a:pt x="4113" y="2570"/>
                      </a:cubicBezTo>
                      <a:lnTo>
                        <a:pt x="4113" y="2570"/>
                      </a:lnTo>
                      <a:cubicBezTo>
                        <a:pt x="2909" y="2971"/>
                        <a:pt x="2775" y="2873"/>
                        <a:pt x="1473" y="3150"/>
                      </a:cubicBezTo>
                      <a:lnTo>
                        <a:pt x="1473" y="3150"/>
                      </a:lnTo>
                      <a:cubicBezTo>
                        <a:pt x="1" y="3471"/>
                        <a:pt x="1901" y="7031"/>
                        <a:pt x="1901" y="7031"/>
                      </a:cubicBezTo>
                      <a:lnTo>
                        <a:pt x="1901" y="7031"/>
                      </a:lnTo>
                      <a:cubicBezTo>
                        <a:pt x="3489" y="6014"/>
                        <a:pt x="4738" y="6317"/>
                        <a:pt x="4738" y="6317"/>
                      </a:cubicBezTo>
                      <a:lnTo>
                        <a:pt x="4738" y="6317"/>
                      </a:lnTo>
                      <a:cubicBezTo>
                        <a:pt x="7503" y="7307"/>
                        <a:pt x="9573" y="6460"/>
                        <a:pt x="9573" y="6460"/>
                      </a:cubicBezTo>
                      <a:lnTo>
                        <a:pt x="9573" y="6460"/>
                      </a:lnTo>
                      <a:cubicBezTo>
                        <a:pt x="9573" y="6460"/>
                        <a:pt x="11268" y="6326"/>
                        <a:pt x="11928" y="6254"/>
                      </a:cubicBezTo>
                      <a:lnTo>
                        <a:pt x="11928" y="6254"/>
                      </a:lnTo>
                      <a:cubicBezTo>
                        <a:pt x="12151" y="6237"/>
                        <a:pt x="12455" y="6263"/>
                        <a:pt x="12811" y="6299"/>
                      </a:cubicBezTo>
                      <a:lnTo>
                        <a:pt x="12811" y="6299"/>
                      </a:lnTo>
                      <a:cubicBezTo>
                        <a:pt x="13498" y="6353"/>
                        <a:pt x="14346" y="6415"/>
                        <a:pt x="15069" y="6085"/>
                      </a:cubicBezTo>
                      <a:lnTo>
                        <a:pt x="15069" y="6085"/>
                      </a:lnTo>
                      <a:cubicBezTo>
                        <a:pt x="15077" y="6076"/>
                        <a:pt x="15077" y="6076"/>
                        <a:pt x="15086" y="6076"/>
                      </a:cubicBezTo>
                      <a:lnTo>
                        <a:pt x="15086" y="6076"/>
                      </a:lnTo>
                      <a:cubicBezTo>
                        <a:pt x="15122" y="6058"/>
                        <a:pt x="15158" y="6040"/>
                        <a:pt x="15184" y="6014"/>
                      </a:cubicBezTo>
                      <a:lnTo>
                        <a:pt x="15184" y="6014"/>
                      </a:lnTo>
                      <a:cubicBezTo>
                        <a:pt x="15577" y="5960"/>
                        <a:pt x="15568" y="5532"/>
                        <a:pt x="15497" y="5291"/>
                      </a:cubicBezTo>
                      <a:lnTo>
                        <a:pt x="15497" y="5291"/>
                      </a:lnTo>
                      <a:cubicBezTo>
                        <a:pt x="15461" y="5166"/>
                        <a:pt x="15283" y="5050"/>
                        <a:pt x="15158" y="4988"/>
                      </a:cubicBezTo>
                      <a:lnTo>
                        <a:pt x="15158" y="4988"/>
                      </a:lnTo>
                      <a:cubicBezTo>
                        <a:pt x="15149" y="4988"/>
                        <a:pt x="15149" y="4988"/>
                        <a:pt x="15149" y="4988"/>
                      </a:cubicBezTo>
                      <a:lnTo>
                        <a:pt x="15149" y="4988"/>
                      </a:lnTo>
                      <a:cubicBezTo>
                        <a:pt x="14783" y="4604"/>
                        <a:pt x="13650" y="4524"/>
                        <a:pt x="13088" y="4506"/>
                      </a:cubicBezTo>
                      <a:lnTo>
                        <a:pt x="13088" y="4506"/>
                      </a:lnTo>
                      <a:cubicBezTo>
                        <a:pt x="12901" y="4506"/>
                        <a:pt x="12776" y="4506"/>
                        <a:pt x="12776" y="4506"/>
                      </a:cubicBezTo>
                      <a:lnTo>
                        <a:pt x="12776" y="4506"/>
                      </a:lnTo>
                      <a:cubicBezTo>
                        <a:pt x="10153" y="4658"/>
                        <a:pt x="10215" y="4417"/>
                        <a:pt x="10215" y="4417"/>
                      </a:cubicBezTo>
                      <a:lnTo>
                        <a:pt x="10215" y="4417"/>
                      </a:lnTo>
                      <a:cubicBezTo>
                        <a:pt x="10421" y="4176"/>
                        <a:pt x="10153" y="3641"/>
                        <a:pt x="10153" y="3641"/>
                      </a:cubicBezTo>
                      <a:lnTo>
                        <a:pt x="10153" y="3641"/>
                      </a:lnTo>
                      <a:cubicBezTo>
                        <a:pt x="10189" y="3623"/>
                        <a:pt x="10251" y="3560"/>
                        <a:pt x="10251" y="3560"/>
                      </a:cubicBezTo>
                      <a:lnTo>
                        <a:pt x="10251" y="3560"/>
                      </a:lnTo>
                      <a:cubicBezTo>
                        <a:pt x="10572" y="3712"/>
                        <a:pt x="10831" y="3596"/>
                        <a:pt x="11001" y="3462"/>
                      </a:cubicBezTo>
                      <a:lnTo>
                        <a:pt x="11001" y="3462"/>
                      </a:lnTo>
                      <a:cubicBezTo>
                        <a:pt x="11152" y="3328"/>
                        <a:pt x="11232" y="3177"/>
                        <a:pt x="11232" y="3177"/>
                      </a:cubicBezTo>
                      <a:lnTo>
                        <a:pt x="11232" y="3177"/>
                      </a:lnTo>
                      <a:cubicBezTo>
                        <a:pt x="11830" y="3284"/>
                        <a:pt x="12580" y="1954"/>
                        <a:pt x="12580" y="1954"/>
                      </a:cubicBezTo>
                      <a:lnTo>
                        <a:pt x="12580" y="1954"/>
                      </a:lnTo>
                      <a:cubicBezTo>
                        <a:pt x="13525" y="2008"/>
                        <a:pt x="14382" y="1491"/>
                        <a:pt x="14382" y="1491"/>
                      </a:cubicBezTo>
                      <a:lnTo>
                        <a:pt x="14382" y="1491"/>
                      </a:lnTo>
                      <a:cubicBezTo>
                        <a:pt x="14542" y="1660"/>
                        <a:pt x="14926" y="1696"/>
                        <a:pt x="15149" y="1687"/>
                      </a:cubicBezTo>
                      <a:lnTo>
                        <a:pt x="15149" y="1687"/>
                      </a:lnTo>
                      <a:cubicBezTo>
                        <a:pt x="15247" y="1696"/>
                        <a:pt x="15318" y="1687"/>
                        <a:pt x="15318" y="1687"/>
                      </a:cubicBezTo>
                      <a:lnTo>
                        <a:pt x="15318" y="1687"/>
                      </a:lnTo>
                      <a:cubicBezTo>
                        <a:pt x="15318" y="1687"/>
                        <a:pt x="17495" y="1901"/>
                        <a:pt x="17968" y="1910"/>
                      </a:cubicBezTo>
                      <a:lnTo>
                        <a:pt x="17968" y="1910"/>
                      </a:lnTo>
                      <a:cubicBezTo>
                        <a:pt x="18780" y="1919"/>
                        <a:pt x="19074" y="1152"/>
                        <a:pt x="19074" y="1152"/>
                      </a:cubicBezTo>
                      <a:lnTo>
                        <a:pt x="19074" y="1152"/>
                      </a:lnTo>
                      <a:lnTo>
                        <a:pt x="17807" y="866"/>
                      </a:lnTo>
                      <a:cubicBezTo>
                        <a:pt x="17807" y="866"/>
                        <a:pt x="15506" y="411"/>
                        <a:pt x="15211" y="331"/>
                      </a:cubicBezTo>
                      <a:lnTo>
                        <a:pt x="15211" y="331"/>
                      </a:lnTo>
                      <a:cubicBezTo>
                        <a:pt x="14926" y="251"/>
                        <a:pt x="14283" y="45"/>
                        <a:pt x="13909" y="126"/>
                      </a:cubicBezTo>
                      <a:lnTo>
                        <a:pt x="13909" y="126"/>
                      </a:lnTo>
                      <a:cubicBezTo>
                        <a:pt x="13543" y="215"/>
                        <a:pt x="11108" y="224"/>
                        <a:pt x="11108" y="224"/>
                      </a:cubicBezTo>
                      <a:lnTo>
                        <a:pt x="11108" y="224"/>
                      </a:lnTo>
                      <a:cubicBezTo>
                        <a:pt x="10483" y="10"/>
                        <a:pt x="9921" y="1"/>
                        <a:pt x="9850" y="1"/>
                      </a:cubicBezTo>
                      <a:lnTo>
                        <a:pt x="9850" y="1"/>
                      </a:lnTo>
                      <a:cubicBezTo>
                        <a:pt x="9841" y="1"/>
                        <a:pt x="9841" y="1"/>
                        <a:pt x="9841" y="1"/>
                      </a:cubicBezTo>
                    </a:path>
                  </a:pathLst>
                </a:custGeom>
                <a:gradFill>
                  <a:gsLst>
                    <a:gs pos="0">
                      <a:schemeClr val="accent1"/>
                    </a:gs>
                    <a:gs pos="100000">
                      <a:schemeClr val="dk2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10" name="Google Shape;410;p28"/>
                <p:cNvSpPr/>
                <p:nvPr/>
              </p:nvSpPr>
              <p:spPr>
                <a:xfrm>
                  <a:off x="1944292" y="2249081"/>
                  <a:ext cx="955618" cy="709185"/>
                </a:xfrm>
                <a:custGeom>
                  <a:rect b="b" l="l" r="r" t="t"/>
                  <a:pathLst>
                    <a:path extrusionOk="0" h="5416" w="7298">
                      <a:moveTo>
                        <a:pt x="1580" y="464"/>
                      </a:moveTo>
                      <a:cubicBezTo>
                        <a:pt x="1580" y="464"/>
                        <a:pt x="830" y="1794"/>
                        <a:pt x="232" y="1687"/>
                      </a:cubicBezTo>
                      <a:lnTo>
                        <a:pt x="232" y="1687"/>
                      </a:lnTo>
                      <a:cubicBezTo>
                        <a:pt x="232" y="1687"/>
                        <a:pt x="152" y="1838"/>
                        <a:pt x="1" y="1972"/>
                      </a:cubicBezTo>
                      <a:lnTo>
                        <a:pt x="1" y="1972"/>
                      </a:lnTo>
                      <a:cubicBezTo>
                        <a:pt x="286" y="2240"/>
                        <a:pt x="1357" y="2374"/>
                        <a:pt x="1357" y="2374"/>
                      </a:cubicBezTo>
                      <a:lnTo>
                        <a:pt x="1357" y="2374"/>
                      </a:lnTo>
                      <a:cubicBezTo>
                        <a:pt x="1410" y="2570"/>
                        <a:pt x="1713" y="2793"/>
                        <a:pt x="2088" y="3016"/>
                      </a:cubicBezTo>
                      <a:lnTo>
                        <a:pt x="2088" y="3016"/>
                      </a:lnTo>
                      <a:cubicBezTo>
                        <a:pt x="2650" y="3034"/>
                        <a:pt x="3783" y="3114"/>
                        <a:pt x="4149" y="3498"/>
                      </a:cubicBezTo>
                      <a:lnTo>
                        <a:pt x="4149" y="3498"/>
                      </a:lnTo>
                      <a:cubicBezTo>
                        <a:pt x="4149" y="3498"/>
                        <a:pt x="4149" y="3498"/>
                        <a:pt x="4158" y="3498"/>
                      </a:cubicBezTo>
                      <a:lnTo>
                        <a:pt x="4158" y="3498"/>
                      </a:lnTo>
                      <a:cubicBezTo>
                        <a:pt x="4283" y="3560"/>
                        <a:pt x="4461" y="3676"/>
                        <a:pt x="4497" y="3801"/>
                      </a:cubicBezTo>
                      <a:lnTo>
                        <a:pt x="4497" y="3801"/>
                      </a:lnTo>
                      <a:cubicBezTo>
                        <a:pt x="4568" y="4042"/>
                        <a:pt x="4577" y="4470"/>
                        <a:pt x="4184" y="4524"/>
                      </a:cubicBezTo>
                      <a:lnTo>
                        <a:pt x="4184" y="4524"/>
                      </a:lnTo>
                      <a:cubicBezTo>
                        <a:pt x="4158" y="4550"/>
                        <a:pt x="4122" y="4568"/>
                        <a:pt x="4086" y="4586"/>
                      </a:cubicBezTo>
                      <a:lnTo>
                        <a:pt x="4086" y="4586"/>
                      </a:lnTo>
                      <a:cubicBezTo>
                        <a:pt x="4077" y="4586"/>
                        <a:pt x="4077" y="4586"/>
                        <a:pt x="4069" y="4595"/>
                      </a:cubicBezTo>
                      <a:lnTo>
                        <a:pt x="4069" y="4595"/>
                      </a:lnTo>
                      <a:cubicBezTo>
                        <a:pt x="4363" y="5059"/>
                        <a:pt x="4693" y="5416"/>
                        <a:pt x="5005" y="5291"/>
                      </a:cubicBezTo>
                      <a:lnTo>
                        <a:pt x="5005" y="5291"/>
                      </a:lnTo>
                      <a:cubicBezTo>
                        <a:pt x="5416" y="5130"/>
                        <a:pt x="5023" y="4336"/>
                        <a:pt x="5023" y="4336"/>
                      </a:cubicBezTo>
                      <a:lnTo>
                        <a:pt x="5023" y="4336"/>
                      </a:lnTo>
                      <a:lnTo>
                        <a:pt x="3837" y="2052"/>
                      </a:lnTo>
                      <a:lnTo>
                        <a:pt x="3221" y="1365"/>
                      </a:lnTo>
                      <a:lnTo>
                        <a:pt x="3346" y="1321"/>
                      </a:lnTo>
                      <a:cubicBezTo>
                        <a:pt x="3480" y="1571"/>
                        <a:pt x="4390" y="2374"/>
                        <a:pt x="4827" y="2588"/>
                      </a:cubicBezTo>
                      <a:lnTo>
                        <a:pt x="4827" y="2588"/>
                      </a:lnTo>
                      <a:cubicBezTo>
                        <a:pt x="5603" y="3462"/>
                        <a:pt x="6317" y="4185"/>
                        <a:pt x="6807" y="4024"/>
                      </a:cubicBezTo>
                      <a:lnTo>
                        <a:pt x="6807" y="4024"/>
                      </a:lnTo>
                      <a:cubicBezTo>
                        <a:pt x="7298" y="3863"/>
                        <a:pt x="6673" y="2953"/>
                        <a:pt x="6673" y="2953"/>
                      </a:cubicBezTo>
                      <a:lnTo>
                        <a:pt x="6673" y="2953"/>
                      </a:lnTo>
                      <a:lnTo>
                        <a:pt x="5665" y="1589"/>
                      </a:lnTo>
                      <a:lnTo>
                        <a:pt x="4149" y="197"/>
                      </a:lnTo>
                      <a:cubicBezTo>
                        <a:pt x="3926" y="206"/>
                        <a:pt x="3542" y="170"/>
                        <a:pt x="3382" y="1"/>
                      </a:cubicBezTo>
                      <a:lnTo>
                        <a:pt x="3382" y="1"/>
                      </a:lnTo>
                      <a:cubicBezTo>
                        <a:pt x="3382" y="1"/>
                        <a:pt x="2525" y="518"/>
                        <a:pt x="1580" y="464"/>
                      </a:cubicBezTo>
                    </a:path>
                  </a:pathLst>
                </a:custGeom>
                <a:gradFill>
                  <a:gsLst>
                    <a:gs pos="0">
                      <a:schemeClr val="accent1"/>
                    </a:gs>
                    <a:gs pos="100000">
                      <a:schemeClr val="dk2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11" name="Google Shape;411;p28"/>
                <p:cNvSpPr/>
                <p:nvPr/>
              </p:nvSpPr>
              <p:spPr>
                <a:xfrm>
                  <a:off x="2522549" y="1786447"/>
                  <a:ext cx="896049" cy="896151"/>
                </a:xfrm>
                <a:custGeom>
                  <a:rect b="b" l="l" r="r" t="t"/>
                  <a:pathLst>
                    <a:path extrusionOk="0" h="4810" w="4809">
                      <a:moveTo>
                        <a:pt x="4345" y="1571"/>
                      </a:moveTo>
                      <a:cubicBezTo>
                        <a:pt x="4809" y="2641"/>
                        <a:pt x="4309" y="3890"/>
                        <a:pt x="3239" y="4345"/>
                      </a:cubicBezTo>
                      <a:cubicBezTo>
                        <a:pt x="2168" y="4809"/>
                        <a:pt x="919" y="4319"/>
                        <a:pt x="464" y="3248"/>
                      </a:cubicBezTo>
                      <a:cubicBezTo>
                        <a:pt x="0" y="2169"/>
                        <a:pt x="491" y="929"/>
                        <a:pt x="1571" y="465"/>
                      </a:cubicBezTo>
                      <a:cubicBezTo>
                        <a:pt x="2641" y="1"/>
                        <a:pt x="3881" y="500"/>
                        <a:pt x="4345" y="1571"/>
                      </a:cubicBezTo>
                    </a:path>
                  </a:pathLst>
                </a:custGeom>
                <a:gradFill>
                  <a:gsLst>
                    <a:gs pos="0">
                      <a:srgbClr val="FFFFFF">
                        <a:alpha val="50196"/>
                      </a:srgbClr>
                    </a:gs>
                    <a:gs pos="67000">
                      <a:srgbClr val="FFFFFF">
                        <a:alpha val="0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b="50%" l="50%" r="50%" t="50%"/>
                  </a:path>
                  <a:tileRect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412" name="Google Shape;412;p28"/>
              <p:cNvSpPr/>
              <p:nvPr/>
            </p:nvSpPr>
            <p:spPr>
              <a:xfrm>
                <a:off x="6149503" y="476042"/>
                <a:ext cx="660023" cy="660100"/>
              </a:xfrm>
              <a:custGeom>
                <a:rect b="b" l="l" r="r" t="t"/>
                <a:pathLst>
                  <a:path extrusionOk="0" h="4810" w="4809">
                    <a:moveTo>
                      <a:pt x="4345" y="1571"/>
                    </a:moveTo>
                    <a:cubicBezTo>
                      <a:pt x="4809" y="2641"/>
                      <a:pt x="4309" y="3890"/>
                      <a:pt x="3239" y="4345"/>
                    </a:cubicBezTo>
                    <a:cubicBezTo>
                      <a:pt x="2168" y="4809"/>
                      <a:pt x="919" y="4319"/>
                      <a:pt x="464" y="3248"/>
                    </a:cubicBezTo>
                    <a:cubicBezTo>
                      <a:pt x="0" y="2169"/>
                      <a:pt x="491" y="929"/>
                      <a:pt x="1571" y="465"/>
                    </a:cubicBezTo>
                    <a:cubicBezTo>
                      <a:pt x="2641" y="1"/>
                      <a:pt x="3881" y="500"/>
                      <a:pt x="4345" y="1571"/>
                    </a:cubicBezTo>
                  </a:path>
                </a:pathLst>
              </a:custGeom>
              <a:gradFill>
                <a:gsLst>
                  <a:gs pos="0">
                    <a:schemeClr val="dk2"/>
                  </a:gs>
                  <a:gs pos="57000">
                    <a:srgbClr val="FFFFFF">
                      <a:alpha val="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3" name="Google Shape;413;p28"/>
              <p:cNvSpPr/>
              <p:nvPr/>
            </p:nvSpPr>
            <p:spPr>
              <a:xfrm>
                <a:off x="8151030" y="1701868"/>
                <a:ext cx="468769" cy="468795"/>
              </a:xfrm>
              <a:custGeom>
                <a:rect b="b" l="l" r="r" t="t"/>
                <a:pathLst>
                  <a:path extrusionOk="0" h="4810" w="4809">
                    <a:moveTo>
                      <a:pt x="4345" y="1571"/>
                    </a:moveTo>
                    <a:cubicBezTo>
                      <a:pt x="4809" y="2641"/>
                      <a:pt x="4309" y="3890"/>
                      <a:pt x="3239" y="4345"/>
                    </a:cubicBezTo>
                    <a:cubicBezTo>
                      <a:pt x="2168" y="4809"/>
                      <a:pt x="919" y="4319"/>
                      <a:pt x="464" y="3248"/>
                    </a:cubicBezTo>
                    <a:cubicBezTo>
                      <a:pt x="0" y="2169"/>
                      <a:pt x="491" y="929"/>
                      <a:pt x="1571" y="465"/>
                    </a:cubicBezTo>
                    <a:cubicBezTo>
                      <a:pt x="2641" y="1"/>
                      <a:pt x="3881" y="500"/>
                      <a:pt x="4345" y="1571"/>
                    </a:cubicBezTo>
                  </a:path>
                </a:pathLst>
              </a:custGeom>
              <a:gradFill>
                <a:gsLst>
                  <a:gs pos="0">
                    <a:schemeClr val="dk2"/>
                  </a:gs>
                  <a:gs pos="57000">
                    <a:srgbClr val="FFFFFF">
                      <a:alpha val="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4" name="Google Shape;414;p28"/>
              <p:cNvSpPr/>
              <p:nvPr/>
            </p:nvSpPr>
            <p:spPr>
              <a:xfrm>
                <a:off x="7824023" y="739328"/>
                <a:ext cx="327012" cy="327044"/>
              </a:xfrm>
              <a:custGeom>
                <a:rect b="b" l="l" r="r" t="t"/>
                <a:pathLst>
                  <a:path extrusionOk="0" h="4810" w="4809">
                    <a:moveTo>
                      <a:pt x="4345" y="1571"/>
                    </a:moveTo>
                    <a:cubicBezTo>
                      <a:pt x="4809" y="2641"/>
                      <a:pt x="4309" y="3890"/>
                      <a:pt x="3239" y="4345"/>
                    </a:cubicBezTo>
                    <a:cubicBezTo>
                      <a:pt x="2168" y="4809"/>
                      <a:pt x="919" y="4319"/>
                      <a:pt x="464" y="3248"/>
                    </a:cubicBezTo>
                    <a:cubicBezTo>
                      <a:pt x="0" y="2169"/>
                      <a:pt x="491" y="929"/>
                      <a:pt x="1571" y="465"/>
                    </a:cubicBezTo>
                    <a:cubicBezTo>
                      <a:pt x="2641" y="1"/>
                      <a:pt x="3881" y="500"/>
                      <a:pt x="4345" y="1571"/>
                    </a:cubicBezTo>
                  </a:path>
                </a:pathLst>
              </a:custGeom>
              <a:gradFill>
                <a:gsLst>
                  <a:gs pos="0">
                    <a:schemeClr val="dk2"/>
                  </a:gs>
                  <a:gs pos="57000">
                    <a:srgbClr val="FFFFFF">
                      <a:alpha val="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415" name="Google Shape;415;p28"/>
          <p:cNvSpPr/>
          <p:nvPr/>
        </p:nvSpPr>
        <p:spPr>
          <a:xfrm>
            <a:off x="625284" y="1047197"/>
            <a:ext cx="1020600" cy="986700"/>
          </a:xfrm>
          <a:prstGeom prst="ellipse">
            <a:avLst/>
          </a:prstGeom>
          <a:gradFill>
            <a:gsLst>
              <a:gs pos="0">
                <a:srgbClr val="E7ECFF">
                  <a:alpha val="50196"/>
                  <a:alpha val="49380"/>
                </a:srgbClr>
              </a:gs>
              <a:gs pos="77000">
                <a:srgbClr val="FFFFFF">
                  <a:alpha val="0"/>
                  <a:alpha val="49380"/>
                </a:srgbClr>
              </a:gs>
              <a:gs pos="100000">
                <a:srgbClr val="FFFFFF">
                  <a:alpha val="0"/>
                  <a:alpha val="4938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61800" lIns="61800" spcFirstLastPara="1" rIns="61800" wrap="square" tIns="618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76"/>
          </a:p>
        </p:txBody>
      </p:sp>
      <p:sp>
        <p:nvSpPr>
          <p:cNvPr id="416" name="Google Shape;416;p28"/>
          <p:cNvSpPr txBox="1"/>
          <p:nvPr>
            <p:ph idx="4294967295" type="title"/>
          </p:nvPr>
        </p:nvSpPr>
        <p:spPr>
          <a:xfrm>
            <a:off x="530775" y="1174863"/>
            <a:ext cx="1209600" cy="731400"/>
          </a:xfrm>
          <a:prstGeom prst="rect">
            <a:avLst/>
          </a:prstGeom>
        </p:spPr>
        <p:txBody>
          <a:bodyPr anchorCtr="0" anchor="ctr" bIns="61800" lIns="61800" spcFirstLastPara="1" rIns="61800" wrap="square" tIns="618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380">
                <a:solidFill>
                  <a:schemeClr val="dk2"/>
                </a:solidFill>
              </a:rPr>
              <a:t>02</a:t>
            </a:r>
            <a:endParaRPr sz="338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29"/>
          <p:cNvSpPr txBox="1"/>
          <p:nvPr>
            <p:ph type="title"/>
          </p:nvPr>
        </p:nvSpPr>
        <p:spPr>
          <a:xfrm>
            <a:off x="2839476" y="539400"/>
            <a:ext cx="4980900" cy="978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/>
              <a:t>SUI integration</a:t>
            </a:r>
            <a:r>
              <a:rPr lang="en" sz="2800"/>
              <a:t>_</a:t>
            </a:r>
            <a:endParaRPr sz="2800"/>
          </a:p>
        </p:txBody>
      </p:sp>
      <p:sp>
        <p:nvSpPr>
          <p:cNvPr id="422" name="Google Shape;422;p29"/>
          <p:cNvSpPr/>
          <p:nvPr/>
        </p:nvSpPr>
        <p:spPr>
          <a:xfrm rot="-47">
            <a:off x="5799414" y="2286095"/>
            <a:ext cx="2638518" cy="2638862"/>
          </a:xfrm>
          <a:custGeom>
            <a:rect b="b" l="l" r="r" t="t"/>
            <a:pathLst>
              <a:path extrusionOk="0" h="4810" w="4809">
                <a:moveTo>
                  <a:pt x="4345" y="1571"/>
                </a:moveTo>
                <a:cubicBezTo>
                  <a:pt x="4809" y="2641"/>
                  <a:pt x="4309" y="3890"/>
                  <a:pt x="3239" y="4345"/>
                </a:cubicBezTo>
                <a:cubicBezTo>
                  <a:pt x="2168" y="4809"/>
                  <a:pt x="919" y="4319"/>
                  <a:pt x="464" y="3248"/>
                </a:cubicBezTo>
                <a:cubicBezTo>
                  <a:pt x="0" y="2169"/>
                  <a:pt x="491" y="929"/>
                  <a:pt x="1571" y="465"/>
                </a:cubicBezTo>
                <a:cubicBezTo>
                  <a:pt x="2641" y="1"/>
                  <a:pt x="3881" y="500"/>
                  <a:pt x="4345" y="1571"/>
                </a:cubicBezTo>
              </a:path>
            </a:pathLst>
          </a:custGeom>
          <a:gradFill>
            <a:gsLst>
              <a:gs pos="0">
                <a:srgbClr val="E7ECFF">
                  <a:alpha val="50196"/>
                </a:srgbClr>
              </a:gs>
              <a:gs pos="77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73775" lIns="73775" spcFirstLastPara="1" rIns="73775" wrap="square" tIns="737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6"/>
          </a:p>
        </p:txBody>
      </p:sp>
      <p:sp>
        <p:nvSpPr>
          <p:cNvPr id="423" name="Google Shape;423;p29"/>
          <p:cNvSpPr/>
          <p:nvPr/>
        </p:nvSpPr>
        <p:spPr>
          <a:xfrm rot="1251461">
            <a:off x="7474135" y="3931982"/>
            <a:ext cx="720976" cy="777045"/>
          </a:xfrm>
          <a:custGeom>
            <a:rect b="b" l="l" r="r" t="t"/>
            <a:pathLst>
              <a:path extrusionOk="0" h="4089" w="3794">
                <a:moveTo>
                  <a:pt x="2766" y="0"/>
                </a:moveTo>
                <a:cubicBezTo>
                  <a:pt x="3584" y="1330"/>
                  <a:pt x="3555" y="4077"/>
                  <a:pt x="453" y="4077"/>
                </a:cubicBezTo>
                <a:cubicBezTo>
                  <a:pt x="309" y="4077"/>
                  <a:pt x="158" y="4071"/>
                  <a:pt x="0" y="4059"/>
                </a:cubicBezTo>
                <a:lnTo>
                  <a:pt x="0" y="4059"/>
                </a:lnTo>
                <a:cubicBezTo>
                  <a:pt x="215" y="4079"/>
                  <a:pt x="416" y="4089"/>
                  <a:pt x="606" y="4089"/>
                </a:cubicBezTo>
                <a:cubicBezTo>
                  <a:pt x="3794" y="4089"/>
                  <a:pt x="3574" y="1314"/>
                  <a:pt x="2766" y="0"/>
                </a:cubicBezTo>
                <a:close/>
              </a:path>
            </a:pathLst>
          </a:custGeom>
          <a:gradFill>
            <a:gsLst>
              <a:gs pos="0">
                <a:schemeClr val="accent3"/>
              </a:gs>
              <a:gs pos="100000">
                <a:schemeClr val="lt2"/>
              </a:gs>
            </a:gsLst>
            <a:lin ang="5400012" scaled="0"/>
          </a:gradFill>
          <a:ln>
            <a:noFill/>
          </a:ln>
          <a:effectLst>
            <a:outerShdw blurRad="11528" rotWithShape="0" algn="bl" dist="7686">
              <a:schemeClr val="dk1">
                <a:alpha val="68000"/>
              </a:schemeClr>
            </a:outerShdw>
          </a:effectLst>
        </p:spPr>
        <p:txBody>
          <a:bodyPr anchorCtr="0" anchor="ctr" bIns="73775" lIns="73775" spcFirstLastPara="1" rIns="73775" wrap="square" tIns="737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6"/>
          </a:p>
        </p:txBody>
      </p:sp>
      <p:sp>
        <p:nvSpPr>
          <p:cNvPr id="424" name="Google Shape;424;p29"/>
          <p:cNvSpPr/>
          <p:nvPr/>
        </p:nvSpPr>
        <p:spPr>
          <a:xfrm rot="1251461">
            <a:off x="5868732" y="2707274"/>
            <a:ext cx="476597" cy="841086"/>
          </a:xfrm>
          <a:custGeom>
            <a:rect b="b" l="l" r="r" t="t"/>
            <a:pathLst>
              <a:path extrusionOk="0" h="4426" w="2508">
                <a:moveTo>
                  <a:pt x="2266" y="1"/>
                </a:moveTo>
                <a:cubicBezTo>
                  <a:pt x="1517" y="366"/>
                  <a:pt x="152" y="2775"/>
                  <a:pt x="2507" y="4425"/>
                </a:cubicBezTo>
                <a:cubicBezTo>
                  <a:pt x="0" y="2802"/>
                  <a:pt x="1196" y="545"/>
                  <a:pt x="2266" y="1"/>
                </a:cubicBezTo>
                <a:close/>
              </a:path>
            </a:pathLst>
          </a:custGeom>
          <a:gradFill>
            <a:gsLst>
              <a:gs pos="0">
                <a:schemeClr val="accent3"/>
              </a:gs>
              <a:gs pos="100000">
                <a:schemeClr val="lt2"/>
              </a:gs>
            </a:gsLst>
            <a:lin ang="5400012" scaled="0"/>
          </a:gradFill>
          <a:ln>
            <a:noFill/>
          </a:ln>
          <a:effectLst>
            <a:outerShdw blurRad="11528" rotWithShape="0" algn="bl" dist="7686">
              <a:schemeClr val="dk1">
                <a:alpha val="68000"/>
              </a:schemeClr>
            </a:outerShdw>
          </a:effectLst>
        </p:spPr>
        <p:txBody>
          <a:bodyPr anchorCtr="0" anchor="ctr" bIns="73775" lIns="73775" spcFirstLastPara="1" rIns="73775" wrap="square" tIns="737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6"/>
          </a:p>
        </p:txBody>
      </p:sp>
      <p:sp>
        <p:nvSpPr>
          <p:cNvPr id="425" name="Google Shape;425;p29"/>
          <p:cNvSpPr/>
          <p:nvPr/>
        </p:nvSpPr>
        <p:spPr>
          <a:xfrm rot="1251461">
            <a:off x="5866157" y="3849131"/>
            <a:ext cx="1107309" cy="942754"/>
          </a:xfrm>
          <a:custGeom>
            <a:rect b="b" l="l" r="r" t="t"/>
            <a:pathLst>
              <a:path extrusionOk="0" h="4961" w="5827">
                <a:moveTo>
                  <a:pt x="108" y="0"/>
                </a:moveTo>
                <a:cubicBezTo>
                  <a:pt x="10" y="1205"/>
                  <a:pt x="2017" y="4693"/>
                  <a:pt x="5826" y="2962"/>
                </a:cubicBezTo>
                <a:cubicBezTo>
                  <a:pt x="2249" y="4961"/>
                  <a:pt x="1" y="1740"/>
                  <a:pt x="108" y="0"/>
                </a:cubicBezTo>
                <a:close/>
              </a:path>
            </a:pathLst>
          </a:custGeom>
          <a:gradFill>
            <a:gsLst>
              <a:gs pos="0">
                <a:schemeClr val="accent3"/>
              </a:gs>
              <a:gs pos="100000">
                <a:schemeClr val="lt2"/>
              </a:gs>
            </a:gsLst>
            <a:lin ang="5400012" scaled="0"/>
          </a:gradFill>
          <a:ln>
            <a:noFill/>
          </a:ln>
          <a:effectLst>
            <a:outerShdw blurRad="11528" rotWithShape="0" algn="bl" dist="7686">
              <a:schemeClr val="dk1">
                <a:alpha val="68000"/>
              </a:schemeClr>
            </a:outerShdw>
          </a:effectLst>
        </p:spPr>
        <p:txBody>
          <a:bodyPr anchorCtr="0" anchor="ctr" bIns="73775" lIns="73775" spcFirstLastPara="1" rIns="73775" wrap="square" tIns="737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6"/>
          </a:p>
        </p:txBody>
      </p:sp>
      <p:sp>
        <p:nvSpPr>
          <p:cNvPr id="426" name="Google Shape;426;p29"/>
          <p:cNvSpPr/>
          <p:nvPr/>
        </p:nvSpPr>
        <p:spPr>
          <a:xfrm rot="1251461">
            <a:off x="7219802" y="2424460"/>
            <a:ext cx="1168118" cy="859709"/>
          </a:xfrm>
          <a:custGeom>
            <a:rect b="b" l="l" r="r" t="t"/>
            <a:pathLst>
              <a:path extrusionOk="0" h="4524" w="6147">
                <a:moveTo>
                  <a:pt x="6147" y="4523"/>
                </a:moveTo>
                <a:cubicBezTo>
                  <a:pt x="6040" y="3319"/>
                  <a:pt x="3595" y="36"/>
                  <a:pt x="0" y="2587"/>
                </a:cubicBezTo>
                <a:cubicBezTo>
                  <a:pt x="3185" y="0"/>
                  <a:pt x="5951" y="2793"/>
                  <a:pt x="6147" y="4523"/>
                </a:cubicBezTo>
                <a:close/>
              </a:path>
            </a:pathLst>
          </a:custGeom>
          <a:gradFill>
            <a:gsLst>
              <a:gs pos="0">
                <a:schemeClr val="accent3"/>
              </a:gs>
              <a:gs pos="100000">
                <a:schemeClr val="lt2"/>
              </a:gs>
            </a:gsLst>
            <a:lin ang="5400012" scaled="0"/>
          </a:gradFill>
          <a:ln>
            <a:noFill/>
          </a:ln>
          <a:effectLst>
            <a:outerShdw blurRad="11528" rotWithShape="0" algn="bl" dist="7686">
              <a:schemeClr val="dk1">
                <a:alpha val="68000"/>
              </a:schemeClr>
            </a:outerShdw>
          </a:effectLst>
        </p:spPr>
        <p:txBody>
          <a:bodyPr anchorCtr="0" anchor="ctr" bIns="73775" lIns="73775" spcFirstLastPara="1" rIns="73775" wrap="square" tIns="737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6"/>
          </a:p>
        </p:txBody>
      </p:sp>
      <p:sp>
        <p:nvSpPr>
          <p:cNvPr id="427" name="Google Shape;427;p29"/>
          <p:cNvSpPr/>
          <p:nvPr/>
        </p:nvSpPr>
        <p:spPr>
          <a:xfrm rot="1251461">
            <a:off x="7070484" y="3081385"/>
            <a:ext cx="529235" cy="228990"/>
          </a:xfrm>
          <a:custGeom>
            <a:rect b="b" l="l" r="r" t="t"/>
            <a:pathLst>
              <a:path extrusionOk="0" h="1205" w="2785">
                <a:moveTo>
                  <a:pt x="1" y="1205"/>
                </a:moveTo>
                <a:cubicBezTo>
                  <a:pt x="322" y="705"/>
                  <a:pt x="1731" y="179"/>
                  <a:pt x="2784" y="1169"/>
                </a:cubicBezTo>
                <a:cubicBezTo>
                  <a:pt x="1705" y="0"/>
                  <a:pt x="322" y="705"/>
                  <a:pt x="1" y="1205"/>
                </a:cubicBezTo>
                <a:close/>
              </a:path>
            </a:pathLst>
          </a:custGeom>
          <a:gradFill>
            <a:gsLst>
              <a:gs pos="0">
                <a:schemeClr val="accent3"/>
              </a:gs>
              <a:gs pos="100000">
                <a:schemeClr val="lt2"/>
              </a:gs>
            </a:gsLst>
            <a:lin ang="5400012" scaled="0"/>
          </a:gradFill>
          <a:ln>
            <a:noFill/>
          </a:ln>
          <a:effectLst>
            <a:outerShdw blurRad="11528" rotWithShape="0" algn="bl" dist="7686">
              <a:schemeClr val="dk1">
                <a:alpha val="68000"/>
              </a:schemeClr>
            </a:outerShdw>
          </a:effectLst>
        </p:spPr>
        <p:txBody>
          <a:bodyPr anchorCtr="0" anchor="ctr" bIns="73775" lIns="73775" spcFirstLastPara="1" rIns="73775" wrap="square" tIns="737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6"/>
          </a:p>
        </p:txBody>
      </p:sp>
      <p:grpSp>
        <p:nvGrpSpPr>
          <p:cNvPr id="428" name="Google Shape;428;p29"/>
          <p:cNvGrpSpPr/>
          <p:nvPr/>
        </p:nvGrpSpPr>
        <p:grpSpPr>
          <a:xfrm>
            <a:off x="6347667" y="2795524"/>
            <a:ext cx="1541438" cy="1565101"/>
            <a:chOff x="7632185" y="2598958"/>
            <a:chExt cx="912850" cy="926863"/>
          </a:xfrm>
        </p:grpSpPr>
        <p:sp>
          <p:nvSpPr>
            <p:cNvPr id="429" name="Google Shape;429;p29"/>
            <p:cNvSpPr/>
            <p:nvPr/>
          </p:nvSpPr>
          <p:spPr>
            <a:xfrm>
              <a:off x="7973714" y="2949397"/>
              <a:ext cx="229797" cy="224599"/>
            </a:xfrm>
            <a:custGeom>
              <a:rect b="b" l="l" r="r" t="t"/>
              <a:pathLst>
                <a:path extrusionOk="0" h="2722" w="2785">
                  <a:moveTo>
                    <a:pt x="786" y="0"/>
                  </a:moveTo>
                  <a:cubicBezTo>
                    <a:pt x="349" y="0"/>
                    <a:pt x="1" y="357"/>
                    <a:pt x="1" y="794"/>
                  </a:cubicBezTo>
                  <a:lnTo>
                    <a:pt x="1" y="1927"/>
                  </a:lnTo>
                  <a:cubicBezTo>
                    <a:pt x="1" y="2364"/>
                    <a:pt x="349" y="2721"/>
                    <a:pt x="786" y="2721"/>
                  </a:cubicBezTo>
                  <a:lnTo>
                    <a:pt x="1999" y="2721"/>
                  </a:lnTo>
                  <a:cubicBezTo>
                    <a:pt x="2436" y="2721"/>
                    <a:pt x="2784" y="2364"/>
                    <a:pt x="2784" y="1927"/>
                  </a:cubicBezTo>
                  <a:lnTo>
                    <a:pt x="2784" y="794"/>
                  </a:lnTo>
                  <a:cubicBezTo>
                    <a:pt x="2784" y="357"/>
                    <a:pt x="2436" y="0"/>
                    <a:pt x="1999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3"/>
                </a:gs>
              </a:gsLst>
              <a:lin ang="5400012" scaled="0"/>
            </a:gradFill>
            <a:ln>
              <a:noFill/>
            </a:ln>
            <a:effectLst>
              <a:outerShdw blurRad="46113" rotWithShape="0" algn="bl" dist="7686">
                <a:schemeClr val="dk2">
                  <a:alpha val="73000"/>
                </a:schemeClr>
              </a:outerShdw>
            </a:effectLst>
          </p:spPr>
          <p:txBody>
            <a:bodyPr anchorCtr="0" anchor="ctr" bIns="73775" lIns="73775" spcFirstLastPara="1" rIns="73775" wrap="square" tIns="737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6"/>
            </a:p>
          </p:txBody>
        </p:sp>
        <p:sp>
          <p:nvSpPr>
            <p:cNvPr id="430" name="Google Shape;430;p29"/>
            <p:cNvSpPr/>
            <p:nvPr/>
          </p:nvSpPr>
          <p:spPr>
            <a:xfrm>
              <a:off x="8006885" y="2981742"/>
              <a:ext cx="163457" cy="159827"/>
            </a:xfrm>
            <a:custGeom>
              <a:rect b="b" l="l" r="r" t="t"/>
              <a:pathLst>
                <a:path extrusionOk="0" h="1937" w="1981">
                  <a:moveTo>
                    <a:pt x="562" y="1"/>
                  </a:moveTo>
                  <a:cubicBezTo>
                    <a:pt x="250" y="1"/>
                    <a:pt x="0" y="259"/>
                    <a:pt x="0" y="563"/>
                  </a:cubicBezTo>
                  <a:lnTo>
                    <a:pt x="0" y="1375"/>
                  </a:lnTo>
                  <a:cubicBezTo>
                    <a:pt x="0" y="1687"/>
                    <a:pt x="250" y="1937"/>
                    <a:pt x="562" y="1937"/>
                  </a:cubicBezTo>
                  <a:lnTo>
                    <a:pt x="1419" y="1937"/>
                  </a:lnTo>
                  <a:cubicBezTo>
                    <a:pt x="1731" y="1937"/>
                    <a:pt x="1981" y="1687"/>
                    <a:pt x="1981" y="1375"/>
                  </a:cubicBezTo>
                  <a:lnTo>
                    <a:pt x="1981" y="563"/>
                  </a:lnTo>
                  <a:cubicBezTo>
                    <a:pt x="1981" y="259"/>
                    <a:pt x="1731" y="1"/>
                    <a:pt x="1419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3"/>
                </a:gs>
              </a:gsLst>
              <a:lin ang="5400012" scaled="0"/>
            </a:gradFill>
            <a:ln>
              <a:noFill/>
            </a:ln>
            <a:effectLst>
              <a:outerShdw blurRad="46113" rotWithShape="0" algn="bl" dist="7686">
                <a:schemeClr val="dk2">
                  <a:alpha val="73000"/>
                </a:schemeClr>
              </a:outerShdw>
            </a:effectLst>
          </p:spPr>
          <p:txBody>
            <a:bodyPr anchorCtr="0" anchor="ctr" bIns="73775" lIns="73775" spcFirstLastPara="1" rIns="73775" wrap="square" tIns="737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6"/>
            </a:p>
          </p:txBody>
        </p:sp>
        <p:sp>
          <p:nvSpPr>
            <p:cNvPr id="431" name="Google Shape;431;p29"/>
            <p:cNvSpPr/>
            <p:nvPr/>
          </p:nvSpPr>
          <p:spPr>
            <a:xfrm>
              <a:off x="8203435" y="3115746"/>
              <a:ext cx="201743" cy="169398"/>
            </a:xfrm>
            <a:custGeom>
              <a:rect b="b" l="l" r="r" t="t"/>
              <a:pathLst>
                <a:path extrusionOk="0" h="2053" w="2445">
                  <a:moveTo>
                    <a:pt x="0" y="0"/>
                  </a:moveTo>
                  <a:lnTo>
                    <a:pt x="0" y="18"/>
                  </a:lnTo>
                  <a:lnTo>
                    <a:pt x="928" y="18"/>
                  </a:lnTo>
                  <a:lnTo>
                    <a:pt x="2427" y="1499"/>
                  </a:lnTo>
                  <a:lnTo>
                    <a:pt x="2427" y="2052"/>
                  </a:lnTo>
                  <a:lnTo>
                    <a:pt x="2445" y="2052"/>
                  </a:lnTo>
                  <a:lnTo>
                    <a:pt x="2445" y="1490"/>
                  </a:lnTo>
                  <a:lnTo>
                    <a:pt x="937" y="0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3"/>
                </a:gs>
              </a:gsLst>
              <a:lin ang="5400012" scaled="0"/>
            </a:gradFill>
            <a:ln>
              <a:noFill/>
            </a:ln>
            <a:effectLst>
              <a:outerShdw blurRad="46113" rotWithShape="0" algn="bl" dist="7686">
                <a:schemeClr val="dk2">
                  <a:alpha val="73000"/>
                </a:schemeClr>
              </a:outerShdw>
            </a:effectLst>
          </p:spPr>
          <p:txBody>
            <a:bodyPr anchorCtr="0" anchor="ctr" bIns="73775" lIns="73775" spcFirstLastPara="1" rIns="73775" wrap="square" tIns="737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6"/>
            </a:p>
          </p:txBody>
        </p:sp>
        <p:sp>
          <p:nvSpPr>
            <p:cNvPr id="432" name="Google Shape;432;p29"/>
            <p:cNvSpPr/>
            <p:nvPr/>
          </p:nvSpPr>
          <p:spPr>
            <a:xfrm>
              <a:off x="8173977" y="3193474"/>
              <a:ext cx="69228" cy="142004"/>
            </a:xfrm>
            <a:custGeom>
              <a:rect b="b" l="l" r="r" t="t"/>
              <a:pathLst>
                <a:path extrusionOk="0" h="1721" w="839">
                  <a:moveTo>
                    <a:pt x="61" y="1"/>
                  </a:moveTo>
                  <a:cubicBezTo>
                    <a:pt x="41" y="1"/>
                    <a:pt x="23" y="11"/>
                    <a:pt x="9" y="31"/>
                  </a:cubicBezTo>
                  <a:cubicBezTo>
                    <a:pt x="0" y="58"/>
                    <a:pt x="9" y="84"/>
                    <a:pt x="36" y="102"/>
                  </a:cubicBezTo>
                  <a:lnTo>
                    <a:pt x="54" y="102"/>
                  </a:lnTo>
                  <a:lnTo>
                    <a:pt x="54" y="218"/>
                  </a:lnTo>
                  <a:lnTo>
                    <a:pt x="768" y="932"/>
                  </a:lnTo>
                  <a:lnTo>
                    <a:pt x="768" y="1610"/>
                  </a:lnTo>
                  <a:cubicBezTo>
                    <a:pt x="750" y="1619"/>
                    <a:pt x="741" y="1628"/>
                    <a:pt x="732" y="1637"/>
                  </a:cubicBezTo>
                  <a:cubicBezTo>
                    <a:pt x="714" y="1663"/>
                    <a:pt x="732" y="1699"/>
                    <a:pt x="759" y="1717"/>
                  </a:cubicBezTo>
                  <a:cubicBezTo>
                    <a:pt x="765" y="1719"/>
                    <a:pt x="772" y="1720"/>
                    <a:pt x="779" y="1720"/>
                  </a:cubicBezTo>
                  <a:cubicBezTo>
                    <a:pt x="798" y="1720"/>
                    <a:pt x="817" y="1710"/>
                    <a:pt x="830" y="1690"/>
                  </a:cubicBezTo>
                  <a:cubicBezTo>
                    <a:pt x="839" y="1663"/>
                    <a:pt x="830" y="1628"/>
                    <a:pt x="803" y="1619"/>
                  </a:cubicBezTo>
                  <a:cubicBezTo>
                    <a:pt x="794" y="1619"/>
                    <a:pt x="794" y="1610"/>
                    <a:pt x="785" y="1610"/>
                  </a:cubicBezTo>
                  <a:lnTo>
                    <a:pt x="785" y="923"/>
                  </a:lnTo>
                  <a:lnTo>
                    <a:pt x="72" y="209"/>
                  </a:lnTo>
                  <a:lnTo>
                    <a:pt x="72" y="102"/>
                  </a:lnTo>
                  <a:cubicBezTo>
                    <a:pt x="81" y="102"/>
                    <a:pt x="99" y="93"/>
                    <a:pt x="107" y="75"/>
                  </a:cubicBezTo>
                  <a:cubicBezTo>
                    <a:pt x="125" y="49"/>
                    <a:pt x="107" y="22"/>
                    <a:pt x="81" y="4"/>
                  </a:cubicBezTo>
                  <a:cubicBezTo>
                    <a:pt x="74" y="2"/>
                    <a:pt x="67" y="1"/>
                    <a:pt x="61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3"/>
                </a:gs>
              </a:gsLst>
              <a:lin ang="5400012" scaled="0"/>
            </a:gradFill>
            <a:ln>
              <a:noFill/>
            </a:ln>
            <a:effectLst>
              <a:outerShdw blurRad="46113" rotWithShape="0" algn="bl" dist="7686">
                <a:schemeClr val="dk2">
                  <a:alpha val="73000"/>
                </a:schemeClr>
              </a:outerShdw>
            </a:effectLst>
          </p:spPr>
          <p:txBody>
            <a:bodyPr anchorCtr="0" anchor="ctr" bIns="73775" lIns="73775" spcFirstLastPara="1" rIns="73775" wrap="square" tIns="737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6"/>
            </a:p>
          </p:txBody>
        </p:sp>
        <p:sp>
          <p:nvSpPr>
            <p:cNvPr id="433" name="Google Shape;433;p29"/>
            <p:cNvSpPr/>
            <p:nvPr/>
          </p:nvSpPr>
          <p:spPr>
            <a:xfrm>
              <a:off x="8264496" y="2783708"/>
              <a:ext cx="112712" cy="103883"/>
            </a:xfrm>
            <a:custGeom>
              <a:rect b="b" l="l" r="r" t="t"/>
              <a:pathLst>
                <a:path extrusionOk="0" h="1259" w="1366">
                  <a:moveTo>
                    <a:pt x="90" y="1"/>
                  </a:moveTo>
                  <a:cubicBezTo>
                    <a:pt x="45" y="1"/>
                    <a:pt x="1" y="37"/>
                    <a:pt x="1" y="90"/>
                  </a:cubicBezTo>
                  <a:cubicBezTo>
                    <a:pt x="1" y="135"/>
                    <a:pt x="36" y="170"/>
                    <a:pt x="81" y="170"/>
                  </a:cubicBezTo>
                  <a:lnTo>
                    <a:pt x="81" y="536"/>
                  </a:lnTo>
                  <a:lnTo>
                    <a:pt x="768" y="1214"/>
                  </a:lnTo>
                  <a:lnTo>
                    <a:pt x="1259" y="1214"/>
                  </a:lnTo>
                  <a:cubicBezTo>
                    <a:pt x="1259" y="1241"/>
                    <a:pt x="1285" y="1259"/>
                    <a:pt x="1312" y="1259"/>
                  </a:cubicBezTo>
                  <a:cubicBezTo>
                    <a:pt x="1339" y="1259"/>
                    <a:pt x="1366" y="1241"/>
                    <a:pt x="1366" y="1205"/>
                  </a:cubicBezTo>
                  <a:cubicBezTo>
                    <a:pt x="1366" y="1179"/>
                    <a:pt x="1339" y="1152"/>
                    <a:pt x="1312" y="1152"/>
                  </a:cubicBezTo>
                  <a:cubicBezTo>
                    <a:pt x="1285" y="1152"/>
                    <a:pt x="1259" y="1179"/>
                    <a:pt x="1259" y="1196"/>
                  </a:cubicBezTo>
                  <a:lnTo>
                    <a:pt x="777" y="1196"/>
                  </a:lnTo>
                  <a:lnTo>
                    <a:pt x="99" y="527"/>
                  </a:lnTo>
                  <a:lnTo>
                    <a:pt x="99" y="170"/>
                  </a:lnTo>
                  <a:cubicBezTo>
                    <a:pt x="143" y="170"/>
                    <a:pt x="179" y="135"/>
                    <a:pt x="179" y="90"/>
                  </a:cubicBezTo>
                  <a:cubicBezTo>
                    <a:pt x="179" y="37"/>
                    <a:pt x="134" y="1"/>
                    <a:pt x="90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3"/>
                </a:gs>
              </a:gsLst>
              <a:lin ang="5400012" scaled="0"/>
            </a:gradFill>
            <a:ln>
              <a:noFill/>
            </a:ln>
            <a:effectLst>
              <a:outerShdw blurRad="46113" rotWithShape="0" algn="bl" dist="7686">
                <a:schemeClr val="dk2">
                  <a:alpha val="73000"/>
                </a:schemeClr>
              </a:outerShdw>
            </a:effectLst>
          </p:spPr>
          <p:txBody>
            <a:bodyPr anchorCtr="0" anchor="ctr" bIns="73775" lIns="73775" spcFirstLastPara="1" rIns="73775" wrap="square" tIns="737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6"/>
            </a:p>
          </p:txBody>
        </p:sp>
        <p:sp>
          <p:nvSpPr>
            <p:cNvPr id="434" name="Google Shape;434;p29"/>
            <p:cNvSpPr/>
            <p:nvPr/>
          </p:nvSpPr>
          <p:spPr>
            <a:xfrm>
              <a:off x="8299069" y="2812423"/>
              <a:ext cx="74426" cy="50168"/>
            </a:xfrm>
            <a:custGeom>
              <a:rect b="b" l="l" r="r" t="t"/>
              <a:pathLst>
                <a:path extrusionOk="0" h="608" w="902">
                  <a:moveTo>
                    <a:pt x="54" y="1"/>
                  </a:moveTo>
                  <a:cubicBezTo>
                    <a:pt x="28" y="1"/>
                    <a:pt x="1" y="19"/>
                    <a:pt x="1" y="54"/>
                  </a:cubicBezTo>
                  <a:cubicBezTo>
                    <a:pt x="1" y="81"/>
                    <a:pt x="28" y="108"/>
                    <a:pt x="54" y="108"/>
                  </a:cubicBezTo>
                  <a:cubicBezTo>
                    <a:pt x="72" y="108"/>
                    <a:pt x="81" y="99"/>
                    <a:pt x="90" y="90"/>
                  </a:cubicBezTo>
                  <a:lnTo>
                    <a:pt x="554" y="563"/>
                  </a:lnTo>
                  <a:lnTo>
                    <a:pt x="804" y="563"/>
                  </a:lnTo>
                  <a:cubicBezTo>
                    <a:pt x="804" y="590"/>
                    <a:pt x="822" y="608"/>
                    <a:pt x="848" y="608"/>
                  </a:cubicBezTo>
                  <a:cubicBezTo>
                    <a:pt x="884" y="608"/>
                    <a:pt x="902" y="590"/>
                    <a:pt x="902" y="554"/>
                  </a:cubicBezTo>
                  <a:cubicBezTo>
                    <a:pt x="902" y="527"/>
                    <a:pt x="884" y="500"/>
                    <a:pt x="848" y="500"/>
                  </a:cubicBezTo>
                  <a:cubicBezTo>
                    <a:pt x="822" y="500"/>
                    <a:pt x="804" y="527"/>
                    <a:pt x="804" y="545"/>
                  </a:cubicBezTo>
                  <a:lnTo>
                    <a:pt x="563" y="545"/>
                  </a:lnTo>
                  <a:lnTo>
                    <a:pt x="99" y="81"/>
                  </a:lnTo>
                  <a:cubicBezTo>
                    <a:pt x="108" y="72"/>
                    <a:pt x="108" y="63"/>
                    <a:pt x="108" y="54"/>
                  </a:cubicBezTo>
                  <a:cubicBezTo>
                    <a:pt x="108" y="19"/>
                    <a:pt x="90" y="1"/>
                    <a:pt x="54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3"/>
                </a:gs>
              </a:gsLst>
              <a:lin ang="5400012" scaled="0"/>
            </a:gradFill>
            <a:ln>
              <a:noFill/>
            </a:ln>
            <a:effectLst>
              <a:outerShdw blurRad="46113" rotWithShape="0" algn="bl" dist="7686">
                <a:schemeClr val="dk2">
                  <a:alpha val="73000"/>
                </a:schemeClr>
              </a:outerShdw>
            </a:effectLst>
          </p:spPr>
          <p:txBody>
            <a:bodyPr anchorCtr="0" anchor="ctr" bIns="73775" lIns="73775" spcFirstLastPara="1" rIns="73775" wrap="square" tIns="737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6"/>
            </a:p>
          </p:txBody>
        </p:sp>
        <p:sp>
          <p:nvSpPr>
            <p:cNvPr id="435" name="Google Shape;435;p29"/>
            <p:cNvSpPr/>
            <p:nvPr/>
          </p:nvSpPr>
          <p:spPr>
            <a:xfrm>
              <a:off x="8184291" y="2833051"/>
              <a:ext cx="69971" cy="157599"/>
            </a:xfrm>
            <a:custGeom>
              <a:rect b="b" l="l" r="r" t="t"/>
              <a:pathLst>
                <a:path extrusionOk="0" h="1910" w="848">
                  <a:moveTo>
                    <a:pt x="54" y="1"/>
                  </a:moveTo>
                  <a:cubicBezTo>
                    <a:pt x="27" y="1"/>
                    <a:pt x="0" y="27"/>
                    <a:pt x="0" y="54"/>
                  </a:cubicBezTo>
                  <a:cubicBezTo>
                    <a:pt x="0" y="81"/>
                    <a:pt x="27" y="108"/>
                    <a:pt x="54" y="108"/>
                  </a:cubicBezTo>
                  <a:cubicBezTo>
                    <a:pt x="63" y="108"/>
                    <a:pt x="72" y="108"/>
                    <a:pt x="81" y="99"/>
                  </a:cubicBezTo>
                  <a:lnTo>
                    <a:pt x="830" y="857"/>
                  </a:lnTo>
                  <a:lnTo>
                    <a:pt x="830" y="1526"/>
                  </a:lnTo>
                  <a:lnTo>
                    <a:pt x="536" y="1812"/>
                  </a:lnTo>
                  <a:cubicBezTo>
                    <a:pt x="527" y="1803"/>
                    <a:pt x="518" y="1803"/>
                    <a:pt x="509" y="1803"/>
                  </a:cubicBezTo>
                  <a:cubicBezTo>
                    <a:pt x="473" y="1803"/>
                    <a:pt x="455" y="1821"/>
                    <a:pt x="455" y="1856"/>
                  </a:cubicBezTo>
                  <a:cubicBezTo>
                    <a:pt x="455" y="1883"/>
                    <a:pt x="473" y="1910"/>
                    <a:pt x="509" y="1910"/>
                  </a:cubicBezTo>
                  <a:cubicBezTo>
                    <a:pt x="536" y="1910"/>
                    <a:pt x="562" y="1883"/>
                    <a:pt x="562" y="1856"/>
                  </a:cubicBezTo>
                  <a:cubicBezTo>
                    <a:pt x="562" y="1838"/>
                    <a:pt x="553" y="1830"/>
                    <a:pt x="553" y="1821"/>
                  </a:cubicBezTo>
                  <a:lnTo>
                    <a:pt x="848" y="1535"/>
                  </a:lnTo>
                  <a:lnTo>
                    <a:pt x="848" y="848"/>
                  </a:lnTo>
                  <a:lnTo>
                    <a:pt x="839" y="839"/>
                  </a:lnTo>
                  <a:lnTo>
                    <a:pt x="98" y="90"/>
                  </a:lnTo>
                  <a:cubicBezTo>
                    <a:pt x="107" y="81"/>
                    <a:pt x="107" y="63"/>
                    <a:pt x="107" y="54"/>
                  </a:cubicBezTo>
                  <a:cubicBezTo>
                    <a:pt x="107" y="27"/>
                    <a:pt x="81" y="1"/>
                    <a:pt x="54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3"/>
                </a:gs>
              </a:gsLst>
              <a:lin ang="5400012" scaled="0"/>
            </a:gradFill>
            <a:ln>
              <a:noFill/>
            </a:ln>
            <a:effectLst>
              <a:outerShdw blurRad="46113" rotWithShape="0" algn="bl" dist="7686">
                <a:schemeClr val="dk2">
                  <a:alpha val="73000"/>
                </a:schemeClr>
              </a:outerShdw>
            </a:effectLst>
          </p:spPr>
          <p:txBody>
            <a:bodyPr anchorCtr="0" anchor="ctr" bIns="73775" lIns="73775" spcFirstLastPara="1" rIns="73775" wrap="square" tIns="737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6"/>
            </a:p>
          </p:txBody>
        </p:sp>
        <p:sp>
          <p:nvSpPr>
            <p:cNvPr id="436" name="Google Shape;436;p29"/>
            <p:cNvSpPr/>
            <p:nvPr/>
          </p:nvSpPr>
          <p:spPr>
            <a:xfrm>
              <a:off x="8265238" y="3124575"/>
              <a:ext cx="122284" cy="148027"/>
            </a:xfrm>
            <a:custGeom>
              <a:rect b="b" l="l" r="r" t="t"/>
              <a:pathLst>
                <a:path extrusionOk="0" h="1794" w="1482">
                  <a:moveTo>
                    <a:pt x="54" y="0"/>
                  </a:moveTo>
                  <a:cubicBezTo>
                    <a:pt x="27" y="0"/>
                    <a:pt x="1" y="27"/>
                    <a:pt x="1" y="54"/>
                  </a:cubicBezTo>
                  <a:cubicBezTo>
                    <a:pt x="1" y="81"/>
                    <a:pt x="27" y="107"/>
                    <a:pt x="54" y="107"/>
                  </a:cubicBezTo>
                  <a:cubicBezTo>
                    <a:pt x="63" y="107"/>
                    <a:pt x="81" y="99"/>
                    <a:pt x="90" y="90"/>
                  </a:cubicBezTo>
                  <a:lnTo>
                    <a:pt x="1410" y="1410"/>
                  </a:lnTo>
                  <a:lnTo>
                    <a:pt x="1410" y="1686"/>
                  </a:lnTo>
                  <a:cubicBezTo>
                    <a:pt x="1392" y="1695"/>
                    <a:pt x="1383" y="1704"/>
                    <a:pt x="1374" y="1713"/>
                  </a:cubicBezTo>
                  <a:cubicBezTo>
                    <a:pt x="1357" y="1740"/>
                    <a:pt x="1366" y="1776"/>
                    <a:pt x="1392" y="1785"/>
                  </a:cubicBezTo>
                  <a:cubicBezTo>
                    <a:pt x="1402" y="1791"/>
                    <a:pt x="1412" y="1794"/>
                    <a:pt x="1422" y="1794"/>
                  </a:cubicBezTo>
                  <a:cubicBezTo>
                    <a:pt x="1441" y="1794"/>
                    <a:pt x="1458" y="1784"/>
                    <a:pt x="1464" y="1767"/>
                  </a:cubicBezTo>
                  <a:cubicBezTo>
                    <a:pt x="1481" y="1740"/>
                    <a:pt x="1473" y="1704"/>
                    <a:pt x="1446" y="1695"/>
                  </a:cubicBezTo>
                  <a:cubicBezTo>
                    <a:pt x="1437" y="1695"/>
                    <a:pt x="1437" y="1686"/>
                    <a:pt x="1428" y="1686"/>
                  </a:cubicBezTo>
                  <a:lnTo>
                    <a:pt x="1428" y="1401"/>
                  </a:lnTo>
                  <a:lnTo>
                    <a:pt x="99" y="81"/>
                  </a:lnTo>
                  <a:cubicBezTo>
                    <a:pt x="108" y="72"/>
                    <a:pt x="108" y="63"/>
                    <a:pt x="108" y="54"/>
                  </a:cubicBezTo>
                  <a:cubicBezTo>
                    <a:pt x="108" y="27"/>
                    <a:pt x="81" y="0"/>
                    <a:pt x="54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3"/>
                </a:gs>
              </a:gsLst>
              <a:lin ang="5400012" scaled="0"/>
            </a:gradFill>
            <a:ln>
              <a:noFill/>
            </a:ln>
            <a:effectLst>
              <a:outerShdw blurRad="46113" rotWithShape="0" algn="bl" dist="7686">
                <a:schemeClr val="dk2">
                  <a:alpha val="73000"/>
                </a:schemeClr>
              </a:outerShdw>
            </a:effectLst>
          </p:spPr>
          <p:txBody>
            <a:bodyPr anchorCtr="0" anchor="ctr" bIns="73775" lIns="73775" spcFirstLastPara="1" rIns="73775" wrap="square" tIns="737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6"/>
            </a:p>
          </p:txBody>
        </p:sp>
        <p:sp>
          <p:nvSpPr>
            <p:cNvPr id="437" name="Google Shape;437;p29"/>
            <p:cNvSpPr/>
            <p:nvPr/>
          </p:nvSpPr>
          <p:spPr>
            <a:xfrm>
              <a:off x="8211521" y="3194960"/>
              <a:ext cx="49425" cy="116508"/>
            </a:xfrm>
            <a:custGeom>
              <a:rect b="b" l="l" r="r" t="t"/>
              <a:pathLst>
                <a:path extrusionOk="0" h="1412" w="599">
                  <a:moveTo>
                    <a:pt x="61" y="0"/>
                  </a:moveTo>
                  <a:cubicBezTo>
                    <a:pt x="41" y="0"/>
                    <a:pt x="23" y="11"/>
                    <a:pt x="9" y="31"/>
                  </a:cubicBezTo>
                  <a:cubicBezTo>
                    <a:pt x="0" y="57"/>
                    <a:pt x="9" y="93"/>
                    <a:pt x="36" y="102"/>
                  </a:cubicBezTo>
                  <a:cubicBezTo>
                    <a:pt x="45" y="106"/>
                    <a:pt x="54" y="109"/>
                    <a:pt x="63" y="109"/>
                  </a:cubicBezTo>
                  <a:cubicBezTo>
                    <a:pt x="72" y="109"/>
                    <a:pt x="81" y="106"/>
                    <a:pt x="90" y="102"/>
                  </a:cubicBezTo>
                  <a:lnTo>
                    <a:pt x="527" y="539"/>
                  </a:lnTo>
                  <a:lnTo>
                    <a:pt x="527" y="1306"/>
                  </a:lnTo>
                  <a:cubicBezTo>
                    <a:pt x="518" y="1306"/>
                    <a:pt x="500" y="1315"/>
                    <a:pt x="491" y="1333"/>
                  </a:cubicBezTo>
                  <a:cubicBezTo>
                    <a:pt x="482" y="1360"/>
                    <a:pt x="491" y="1396"/>
                    <a:pt x="518" y="1404"/>
                  </a:cubicBezTo>
                  <a:cubicBezTo>
                    <a:pt x="525" y="1409"/>
                    <a:pt x="533" y="1412"/>
                    <a:pt x="540" y="1412"/>
                  </a:cubicBezTo>
                  <a:cubicBezTo>
                    <a:pt x="559" y="1412"/>
                    <a:pt x="576" y="1397"/>
                    <a:pt x="589" y="1378"/>
                  </a:cubicBezTo>
                  <a:cubicBezTo>
                    <a:pt x="598" y="1351"/>
                    <a:pt x="589" y="1324"/>
                    <a:pt x="562" y="1306"/>
                  </a:cubicBezTo>
                  <a:lnTo>
                    <a:pt x="545" y="1306"/>
                  </a:lnTo>
                  <a:lnTo>
                    <a:pt x="545" y="530"/>
                  </a:lnTo>
                  <a:lnTo>
                    <a:pt x="107" y="84"/>
                  </a:lnTo>
                  <a:cubicBezTo>
                    <a:pt x="107" y="84"/>
                    <a:pt x="107" y="84"/>
                    <a:pt x="107" y="75"/>
                  </a:cubicBezTo>
                  <a:cubicBezTo>
                    <a:pt x="116" y="57"/>
                    <a:pt x="107" y="22"/>
                    <a:pt x="81" y="4"/>
                  </a:cubicBezTo>
                  <a:cubicBezTo>
                    <a:pt x="74" y="2"/>
                    <a:pt x="67" y="0"/>
                    <a:pt x="61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3"/>
                </a:gs>
              </a:gsLst>
              <a:lin ang="5400012" scaled="0"/>
            </a:gradFill>
            <a:ln>
              <a:noFill/>
            </a:ln>
            <a:effectLst>
              <a:outerShdw blurRad="46113" rotWithShape="0" algn="bl" dist="7686">
                <a:schemeClr val="dk2">
                  <a:alpha val="73000"/>
                </a:schemeClr>
              </a:outerShdw>
            </a:effectLst>
          </p:spPr>
          <p:txBody>
            <a:bodyPr anchorCtr="0" anchor="ctr" bIns="73775" lIns="73775" spcFirstLastPara="1" rIns="73775" wrap="square" tIns="737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6"/>
            </a:p>
          </p:txBody>
        </p:sp>
        <p:sp>
          <p:nvSpPr>
            <p:cNvPr id="438" name="Google Shape;438;p29"/>
            <p:cNvSpPr/>
            <p:nvPr/>
          </p:nvSpPr>
          <p:spPr>
            <a:xfrm>
              <a:off x="8309384" y="2919939"/>
              <a:ext cx="73024" cy="30282"/>
            </a:xfrm>
            <a:custGeom>
              <a:rect b="b" l="l" r="r" t="t"/>
              <a:pathLst>
                <a:path extrusionOk="0" h="367" w="885">
                  <a:moveTo>
                    <a:pt x="54" y="0"/>
                  </a:moveTo>
                  <a:cubicBezTo>
                    <a:pt x="19" y="0"/>
                    <a:pt x="1" y="27"/>
                    <a:pt x="1" y="54"/>
                  </a:cubicBezTo>
                  <a:cubicBezTo>
                    <a:pt x="1" y="81"/>
                    <a:pt x="19" y="107"/>
                    <a:pt x="54" y="107"/>
                  </a:cubicBezTo>
                  <a:cubicBezTo>
                    <a:pt x="81" y="107"/>
                    <a:pt x="99" y="90"/>
                    <a:pt x="108" y="63"/>
                  </a:cubicBezTo>
                  <a:lnTo>
                    <a:pt x="679" y="63"/>
                  </a:lnTo>
                  <a:lnTo>
                    <a:pt x="822" y="188"/>
                  </a:lnTo>
                  <a:lnTo>
                    <a:pt x="822" y="259"/>
                  </a:lnTo>
                  <a:cubicBezTo>
                    <a:pt x="804" y="268"/>
                    <a:pt x="777" y="286"/>
                    <a:pt x="777" y="313"/>
                  </a:cubicBezTo>
                  <a:cubicBezTo>
                    <a:pt x="777" y="339"/>
                    <a:pt x="804" y="366"/>
                    <a:pt x="831" y="366"/>
                  </a:cubicBezTo>
                  <a:cubicBezTo>
                    <a:pt x="866" y="366"/>
                    <a:pt x="884" y="339"/>
                    <a:pt x="884" y="313"/>
                  </a:cubicBezTo>
                  <a:cubicBezTo>
                    <a:pt x="884" y="286"/>
                    <a:pt x="866" y="268"/>
                    <a:pt x="839" y="259"/>
                  </a:cubicBezTo>
                  <a:lnTo>
                    <a:pt x="839" y="179"/>
                  </a:lnTo>
                  <a:lnTo>
                    <a:pt x="688" y="45"/>
                  </a:lnTo>
                  <a:lnTo>
                    <a:pt x="108" y="45"/>
                  </a:lnTo>
                  <a:cubicBezTo>
                    <a:pt x="99" y="18"/>
                    <a:pt x="81" y="0"/>
                    <a:pt x="54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3"/>
                </a:gs>
              </a:gsLst>
              <a:lin ang="5400012" scaled="0"/>
            </a:gradFill>
            <a:ln>
              <a:noFill/>
            </a:ln>
            <a:effectLst>
              <a:outerShdw blurRad="46113" rotWithShape="0" algn="bl" dist="7686">
                <a:schemeClr val="dk2">
                  <a:alpha val="73000"/>
                </a:schemeClr>
              </a:outerShdw>
            </a:effectLst>
          </p:spPr>
          <p:txBody>
            <a:bodyPr anchorCtr="0" anchor="ctr" bIns="73775" lIns="73775" spcFirstLastPara="1" rIns="73775" wrap="square" tIns="737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6"/>
            </a:p>
          </p:txBody>
        </p:sp>
        <p:sp>
          <p:nvSpPr>
            <p:cNvPr id="439" name="Google Shape;439;p29"/>
            <p:cNvSpPr/>
            <p:nvPr/>
          </p:nvSpPr>
          <p:spPr>
            <a:xfrm>
              <a:off x="8131977" y="2598958"/>
              <a:ext cx="413058" cy="926863"/>
            </a:xfrm>
            <a:custGeom>
              <a:rect b="b" l="l" r="r" t="t"/>
              <a:pathLst>
                <a:path extrusionOk="0" h="11233" w="5006">
                  <a:moveTo>
                    <a:pt x="1036" y="81"/>
                  </a:moveTo>
                  <a:cubicBezTo>
                    <a:pt x="1080" y="99"/>
                    <a:pt x="1125" y="108"/>
                    <a:pt x="1178" y="117"/>
                  </a:cubicBezTo>
                  <a:lnTo>
                    <a:pt x="1178" y="1259"/>
                  </a:lnTo>
                  <a:lnTo>
                    <a:pt x="1036" y="1259"/>
                  </a:lnTo>
                  <a:lnTo>
                    <a:pt x="1036" y="81"/>
                  </a:lnTo>
                  <a:close/>
                  <a:moveTo>
                    <a:pt x="1196" y="126"/>
                  </a:moveTo>
                  <a:cubicBezTo>
                    <a:pt x="1312" y="161"/>
                    <a:pt x="1428" y="197"/>
                    <a:pt x="1553" y="251"/>
                  </a:cubicBezTo>
                  <a:lnTo>
                    <a:pt x="1553" y="732"/>
                  </a:lnTo>
                  <a:lnTo>
                    <a:pt x="1339" y="946"/>
                  </a:lnTo>
                  <a:lnTo>
                    <a:pt x="1339" y="1259"/>
                  </a:lnTo>
                  <a:lnTo>
                    <a:pt x="1196" y="1259"/>
                  </a:lnTo>
                  <a:lnTo>
                    <a:pt x="1196" y="126"/>
                  </a:lnTo>
                  <a:close/>
                  <a:moveTo>
                    <a:pt x="777" y="37"/>
                  </a:moveTo>
                  <a:cubicBezTo>
                    <a:pt x="848" y="45"/>
                    <a:pt x="929" y="63"/>
                    <a:pt x="1018" y="81"/>
                  </a:cubicBezTo>
                  <a:lnTo>
                    <a:pt x="1018" y="1259"/>
                  </a:lnTo>
                  <a:lnTo>
                    <a:pt x="857" y="1259"/>
                  </a:lnTo>
                  <a:cubicBezTo>
                    <a:pt x="857" y="1259"/>
                    <a:pt x="848" y="1268"/>
                    <a:pt x="848" y="1268"/>
                  </a:cubicBezTo>
                  <a:lnTo>
                    <a:pt x="848" y="946"/>
                  </a:lnTo>
                  <a:lnTo>
                    <a:pt x="839" y="938"/>
                  </a:lnTo>
                  <a:lnTo>
                    <a:pt x="643" y="715"/>
                  </a:lnTo>
                  <a:lnTo>
                    <a:pt x="643" y="63"/>
                  </a:lnTo>
                  <a:lnTo>
                    <a:pt x="625" y="63"/>
                  </a:lnTo>
                  <a:lnTo>
                    <a:pt x="625" y="723"/>
                  </a:lnTo>
                  <a:lnTo>
                    <a:pt x="831" y="946"/>
                  </a:lnTo>
                  <a:lnTo>
                    <a:pt x="831" y="1268"/>
                  </a:lnTo>
                  <a:lnTo>
                    <a:pt x="839" y="1268"/>
                  </a:lnTo>
                  <a:cubicBezTo>
                    <a:pt x="795" y="1268"/>
                    <a:pt x="750" y="1303"/>
                    <a:pt x="723" y="1339"/>
                  </a:cubicBezTo>
                  <a:lnTo>
                    <a:pt x="723" y="1330"/>
                  </a:lnTo>
                  <a:lnTo>
                    <a:pt x="358" y="1330"/>
                  </a:lnTo>
                  <a:lnTo>
                    <a:pt x="260" y="1241"/>
                  </a:lnTo>
                  <a:lnTo>
                    <a:pt x="37" y="1241"/>
                  </a:lnTo>
                  <a:lnTo>
                    <a:pt x="37" y="607"/>
                  </a:lnTo>
                  <a:cubicBezTo>
                    <a:pt x="54" y="572"/>
                    <a:pt x="224" y="260"/>
                    <a:pt x="313" y="188"/>
                  </a:cubicBezTo>
                  <a:cubicBezTo>
                    <a:pt x="411" y="117"/>
                    <a:pt x="634" y="37"/>
                    <a:pt x="750" y="37"/>
                  </a:cubicBezTo>
                  <a:close/>
                  <a:moveTo>
                    <a:pt x="1571" y="251"/>
                  </a:moveTo>
                  <a:cubicBezTo>
                    <a:pt x="1919" y="393"/>
                    <a:pt x="2249" y="572"/>
                    <a:pt x="2401" y="768"/>
                  </a:cubicBezTo>
                  <a:cubicBezTo>
                    <a:pt x="2463" y="839"/>
                    <a:pt x="2508" y="946"/>
                    <a:pt x="2552" y="1071"/>
                  </a:cubicBezTo>
                  <a:lnTo>
                    <a:pt x="2053" y="1071"/>
                  </a:lnTo>
                  <a:lnTo>
                    <a:pt x="1794" y="1330"/>
                  </a:lnTo>
                  <a:lnTo>
                    <a:pt x="1482" y="1330"/>
                  </a:lnTo>
                  <a:lnTo>
                    <a:pt x="1482" y="1339"/>
                  </a:lnTo>
                  <a:cubicBezTo>
                    <a:pt x="1455" y="1294"/>
                    <a:pt x="1401" y="1259"/>
                    <a:pt x="1348" y="1259"/>
                  </a:cubicBezTo>
                  <a:lnTo>
                    <a:pt x="1357" y="1259"/>
                  </a:lnTo>
                  <a:lnTo>
                    <a:pt x="1357" y="955"/>
                  </a:lnTo>
                  <a:lnTo>
                    <a:pt x="1571" y="732"/>
                  </a:lnTo>
                  <a:lnTo>
                    <a:pt x="1571" y="251"/>
                  </a:lnTo>
                  <a:close/>
                  <a:moveTo>
                    <a:pt x="2561" y="1089"/>
                  </a:moveTo>
                  <a:cubicBezTo>
                    <a:pt x="2579" y="1143"/>
                    <a:pt x="2597" y="1196"/>
                    <a:pt x="2615" y="1250"/>
                  </a:cubicBezTo>
                  <a:lnTo>
                    <a:pt x="2062" y="1250"/>
                  </a:lnTo>
                  <a:lnTo>
                    <a:pt x="1803" y="1491"/>
                  </a:lnTo>
                  <a:lnTo>
                    <a:pt x="1500" y="1491"/>
                  </a:lnTo>
                  <a:lnTo>
                    <a:pt x="1500" y="1419"/>
                  </a:lnTo>
                  <a:cubicBezTo>
                    <a:pt x="1500" y="1393"/>
                    <a:pt x="1491" y="1366"/>
                    <a:pt x="1482" y="1348"/>
                  </a:cubicBezTo>
                  <a:lnTo>
                    <a:pt x="1803" y="1348"/>
                  </a:lnTo>
                  <a:lnTo>
                    <a:pt x="2062" y="1089"/>
                  </a:lnTo>
                  <a:close/>
                  <a:moveTo>
                    <a:pt x="251" y="1259"/>
                  </a:moveTo>
                  <a:lnTo>
                    <a:pt x="349" y="1348"/>
                  </a:lnTo>
                  <a:lnTo>
                    <a:pt x="723" y="1348"/>
                  </a:lnTo>
                  <a:cubicBezTo>
                    <a:pt x="715" y="1366"/>
                    <a:pt x="706" y="1393"/>
                    <a:pt x="706" y="1419"/>
                  </a:cubicBezTo>
                  <a:lnTo>
                    <a:pt x="706" y="1526"/>
                  </a:lnTo>
                  <a:lnTo>
                    <a:pt x="37" y="1526"/>
                  </a:lnTo>
                  <a:lnTo>
                    <a:pt x="37" y="1259"/>
                  </a:lnTo>
                  <a:close/>
                  <a:moveTo>
                    <a:pt x="2615" y="1268"/>
                  </a:moveTo>
                  <a:cubicBezTo>
                    <a:pt x="2633" y="1303"/>
                    <a:pt x="2642" y="1348"/>
                    <a:pt x="2650" y="1384"/>
                  </a:cubicBezTo>
                  <a:cubicBezTo>
                    <a:pt x="2677" y="1473"/>
                    <a:pt x="2704" y="1571"/>
                    <a:pt x="2740" y="1651"/>
                  </a:cubicBezTo>
                  <a:lnTo>
                    <a:pt x="1500" y="1651"/>
                  </a:lnTo>
                  <a:lnTo>
                    <a:pt x="1500" y="1508"/>
                  </a:lnTo>
                  <a:lnTo>
                    <a:pt x="1812" y="1508"/>
                  </a:lnTo>
                  <a:lnTo>
                    <a:pt x="2062" y="1268"/>
                  </a:lnTo>
                  <a:close/>
                  <a:moveTo>
                    <a:pt x="706" y="1544"/>
                  </a:moveTo>
                  <a:lnTo>
                    <a:pt x="706" y="1687"/>
                  </a:lnTo>
                  <a:lnTo>
                    <a:pt x="37" y="1687"/>
                  </a:lnTo>
                  <a:lnTo>
                    <a:pt x="37" y="1544"/>
                  </a:lnTo>
                  <a:close/>
                  <a:moveTo>
                    <a:pt x="2740" y="1669"/>
                  </a:moveTo>
                  <a:cubicBezTo>
                    <a:pt x="2757" y="1714"/>
                    <a:pt x="2775" y="1758"/>
                    <a:pt x="2793" y="1803"/>
                  </a:cubicBezTo>
                  <a:lnTo>
                    <a:pt x="1500" y="1803"/>
                  </a:lnTo>
                  <a:lnTo>
                    <a:pt x="1500" y="1669"/>
                  </a:lnTo>
                  <a:close/>
                  <a:moveTo>
                    <a:pt x="706" y="1705"/>
                  </a:moveTo>
                  <a:lnTo>
                    <a:pt x="706" y="1839"/>
                  </a:lnTo>
                  <a:lnTo>
                    <a:pt x="384" y="1839"/>
                  </a:lnTo>
                  <a:lnTo>
                    <a:pt x="277" y="1928"/>
                  </a:lnTo>
                  <a:lnTo>
                    <a:pt x="37" y="1928"/>
                  </a:lnTo>
                  <a:lnTo>
                    <a:pt x="37" y="1705"/>
                  </a:lnTo>
                  <a:close/>
                  <a:moveTo>
                    <a:pt x="2802" y="1821"/>
                  </a:moveTo>
                  <a:cubicBezTo>
                    <a:pt x="2820" y="1865"/>
                    <a:pt x="2847" y="1910"/>
                    <a:pt x="2873" y="1955"/>
                  </a:cubicBezTo>
                  <a:cubicBezTo>
                    <a:pt x="2891" y="1981"/>
                    <a:pt x="2945" y="2035"/>
                    <a:pt x="2989" y="2070"/>
                  </a:cubicBezTo>
                  <a:lnTo>
                    <a:pt x="1937" y="2070"/>
                  </a:lnTo>
                  <a:lnTo>
                    <a:pt x="1767" y="1928"/>
                  </a:lnTo>
                  <a:lnTo>
                    <a:pt x="1500" y="1928"/>
                  </a:lnTo>
                  <a:lnTo>
                    <a:pt x="1500" y="1946"/>
                  </a:lnTo>
                  <a:lnTo>
                    <a:pt x="1758" y="1946"/>
                  </a:lnTo>
                  <a:lnTo>
                    <a:pt x="1928" y="2088"/>
                  </a:lnTo>
                  <a:lnTo>
                    <a:pt x="3016" y="2088"/>
                  </a:lnTo>
                  <a:cubicBezTo>
                    <a:pt x="3043" y="2115"/>
                    <a:pt x="3070" y="2133"/>
                    <a:pt x="3070" y="2142"/>
                  </a:cubicBezTo>
                  <a:cubicBezTo>
                    <a:pt x="3079" y="2142"/>
                    <a:pt x="3114" y="2160"/>
                    <a:pt x="3168" y="2204"/>
                  </a:cubicBezTo>
                  <a:lnTo>
                    <a:pt x="2249" y="2204"/>
                  </a:lnTo>
                  <a:cubicBezTo>
                    <a:pt x="2240" y="2169"/>
                    <a:pt x="2222" y="2151"/>
                    <a:pt x="2187" y="2151"/>
                  </a:cubicBezTo>
                  <a:cubicBezTo>
                    <a:pt x="2151" y="2151"/>
                    <a:pt x="2124" y="2178"/>
                    <a:pt x="2124" y="2213"/>
                  </a:cubicBezTo>
                  <a:cubicBezTo>
                    <a:pt x="2124" y="2240"/>
                    <a:pt x="2151" y="2267"/>
                    <a:pt x="2187" y="2267"/>
                  </a:cubicBezTo>
                  <a:cubicBezTo>
                    <a:pt x="2222" y="2267"/>
                    <a:pt x="2240" y="2249"/>
                    <a:pt x="2249" y="2222"/>
                  </a:cubicBezTo>
                  <a:lnTo>
                    <a:pt x="3195" y="2222"/>
                  </a:lnTo>
                  <a:cubicBezTo>
                    <a:pt x="3266" y="2267"/>
                    <a:pt x="3364" y="2338"/>
                    <a:pt x="3471" y="2409"/>
                  </a:cubicBezTo>
                  <a:lnTo>
                    <a:pt x="2909" y="2409"/>
                  </a:lnTo>
                  <a:lnTo>
                    <a:pt x="2749" y="2294"/>
                  </a:lnTo>
                  <a:lnTo>
                    <a:pt x="2392" y="2294"/>
                  </a:lnTo>
                  <a:cubicBezTo>
                    <a:pt x="2392" y="2267"/>
                    <a:pt x="2374" y="2249"/>
                    <a:pt x="2347" y="2249"/>
                  </a:cubicBezTo>
                  <a:cubicBezTo>
                    <a:pt x="2311" y="2249"/>
                    <a:pt x="2294" y="2267"/>
                    <a:pt x="2294" y="2302"/>
                  </a:cubicBezTo>
                  <a:cubicBezTo>
                    <a:pt x="2294" y="2329"/>
                    <a:pt x="2311" y="2356"/>
                    <a:pt x="2347" y="2356"/>
                  </a:cubicBezTo>
                  <a:cubicBezTo>
                    <a:pt x="2374" y="2356"/>
                    <a:pt x="2392" y="2338"/>
                    <a:pt x="2392" y="2311"/>
                  </a:cubicBezTo>
                  <a:lnTo>
                    <a:pt x="2740" y="2311"/>
                  </a:lnTo>
                  <a:lnTo>
                    <a:pt x="2909" y="2427"/>
                  </a:lnTo>
                  <a:lnTo>
                    <a:pt x="3498" y="2427"/>
                  </a:lnTo>
                  <a:cubicBezTo>
                    <a:pt x="3569" y="2481"/>
                    <a:pt x="3650" y="2534"/>
                    <a:pt x="3721" y="2588"/>
                  </a:cubicBezTo>
                  <a:lnTo>
                    <a:pt x="3418" y="2588"/>
                  </a:lnTo>
                  <a:lnTo>
                    <a:pt x="3123" y="2882"/>
                  </a:lnTo>
                  <a:cubicBezTo>
                    <a:pt x="3114" y="2873"/>
                    <a:pt x="3105" y="2873"/>
                    <a:pt x="3096" y="2873"/>
                  </a:cubicBezTo>
                  <a:cubicBezTo>
                    <a:pt x="3061" y="2873"/>
                    <a:pt x="3043" y="2891"/>
                    <a:pt x="3043" y="2927"/>
                  </a:cubicBezTo>
                  <a:cubicBezTo>
                    <a:pt x="3043" y="2954"/>
                    <a:pt x="3061" y="2980"/>
                    <a:pt x="3096" y="2980"/>
                  </a:cubicBezTo>
                  <a:cubicBezTo>
                    <a:pt x="3123" y="2980"/>
                    <a:pt x="3150" y="2954"/>
                    <a:pt x="3150" y="2927"/>
                  </a:cubicBezTo>
                  <a:cubicBezTo>
                    <a:pt x="3150" y="2909"/>
                    <a:pt x="3141" y="2900"/>
                    <a:pt x="3141" y="2891"/>
                  </a:cubicBezTo>
                  <a:lnTo>
                    <a:pt x="3427" y="2615"/>
                  </a:lnTo>
                  <a:lnTo>
                    <a:pt x="3748" y="2615"/>
                  </a:lnTo>
                  <a:cubicBezTo>
                    <a:pt x="3792" y="2641"/>
                    <a:pt x="3837" y="2677"/>
                    <a:pt x="3882" y="2713"/>
                  </a:cubicBezTo>
                  <a:lnTo>
                    <a:pt x="3623" y="2713"/>
                  </a:lnTo>
                  <a:lnTo>
                    <a:pt x="3302" y="3025"/>
                  </a:lnTo>
                  <a:cubicBezTo>
                    <a:pt x="3293" y="3025"/>
                    <a:pt x="3284" y="3016"/>
                    <a:pt x="3275" y="3016"/>
                  </a:cubicBezTo>
                  <a:cubicBezTo>
                    <a:pt x="3239" y="3016"/>
                    <a:pt x="3221" y="3043"/>
                    <a:pt x="3221" y="3070"/>
                  </a:cubicBezTo>
                  <a:cubicBezTo>
                    <a:pt x="3221" y="3105"/>
                    <a:pt x="3239" y="3123"/>
                    <a:pt x="3275" y="3123"/>
                  </a:cubicBezTo>
                  <a:cubicBezTo>
                    <a:pt x="3302" y="3123"/>
                    <a:pt x="3328" y="3105"/>
                    <a:pt x="3328" y="3070"/>
                  </a:cubicBezTo>
                  <a:cubicBezTo>
                    <a:pt x="3328" y="3061"/>
                    <a:pt x="3320" y="3052"/>
                    <a:pt x="3311" y="3043"/>
                  </a:cubicBezTo>
                  <a:lnTo>
                    <a:pt x="3632" y="2731"/>
                  </a:lnTo>
                  <a:lnTo>
                    <a:pt x="3899" y="2731"/>
                  </a:lnTo>
                  <a:cubicBezTo>
                    <a:pt x="3971" y="2784"/>
                    <a:pt x="4033" y="2838"/>
                    <a:pt x="4078" y="2891"/>
                  </a:cubicBezTo>
                  <a:lnTo>
                    <a:pt x="3801" y="2891"/>
                  </a:lnTo>
                  <a:lnTo>
                    <a:pt x="3498" y="3177"/>
                  </a:lnTo>
                  <a:cubicBezTo>
                    <a:pt x="3489" y="3177"/>
                    <a:pt x="3480" y="3168"/>
                    <a:pt x="3471" y="3168"/>
                  </a:cubicBezTo>
                  <a:cubicBezTo>
                    <a:pt x="3444" y="3168"/>
                    <a:pt x="3418" y="3195"/>
                    <a:pt x="3418" y="3221"/>
                  </a:cubicBezTo>
                  <a:cubicBezTo>
                    <a:pt x="3418" y="3248"/>
                    <a:pt x="3444" y="3275"/>
                    <a:pt x="3471" y="3275"/>
                  </a:cubicBezTo>
                  <a:cubicBezTo>
                    <a:pt x="3498" y="3275"/>
                    <a:pt x="3525" y="3248"/>
                    <a:pt x="3525" y="3221"/>
                  </a:cubicBezTo>
                  <a:cubicBezTo>
                    <a:pt x="3525" y="3212"/>
                    <a:pt x="3516" y="3195"/>
                    <a:pt x="3516" y="3186"/>
                  </a:cubicBezTo>
                  <a:lnTo>
                    <a:pt x="3810" y="2909"/>
                  </a:lnTo>
                  <a:lnTo>
                    <a:pt x="4096" y="2909"/>
                  </a:lnTo>
                  <a:cubicBezTo>
                    <a:pt x="4122" y="2927"/>
                    <a:pt x="4140" y="2945"/>
                    <a:pt x="4149" y="2972"/>
                  </a:cubicBezTo>
                  <a:cubicBezTo>
                    <a:pt x="4176" y="2998"/>
                    <a:pt x="4194" y="3025"/>
                    <a:pt x="4212" y="3052"/>
                  </a:cubicBezTo>
                  <a:lnTo>
                    <a:pt x="3623" y="3605"/>
                  </a:lnTo>
                  <a:lnTo>
                    <a:pt x="3623" y="4470"/>
                  </a:lnTo>
                  <a:lnTo>
                    <a:pt x="3382" y="4470"/>
                  </a:lnTo>
                  <a:lnTo>
                    <a:pt x="3382" y="3944"/>
                  </a:lnTo>
                  <a:lnTo>
                    <a:pt x="3373" y="3935"/>
                  </a:lnTo>
                  <a:lnTo>
                    <a:pt x="3061" y="3641"/>
                  </a:lnTo>
                  <a:lnTo>
                    <a:pt x="2204" y="3641"/>
                  </a:lnTo>
                  <a:lnTo>
                    <a:pt x="1401" y="2802"/>
                  </a:lnTo>
                  <a:lnTo>
                    <a:pt x="1401" y="2053"/>
                  </a:lnTo>
                  <a:lnTo>
                    <a:pt x="1393" y="2053"/>
                  </a:lnTo>
                  <a:cubicBezTo>
                    <a:pt x="1455" y="2035"/>
                    <a:pt x="1500" y="1972"/>
                    <a:pt x="1500" y="1901"/>
                  </a:cubicBezTo>
                  <a:lnTo>
                    <a:pt x="1500" y="1821"/>
                  </a:lnTo>
                  <a:close/>
                  <a:moveTo>
                    <a:pt x="4229" y="3070"/>
                  </a:moveTo>
                  <a:cubicBezTo>
                    <a:pt x="4292" y="3168"/>
                    <a:pt x="4354" y="3275"/>
                    <a:pt x="4417" y="3400"/>
                  </a:cubicBezTo>
                  <a:lnTo>
                    <a:pt x="3837" y="3926"/>
                  </a:lnTo>
                  <a:lnTo>
                    <a:pt x="3837" y="4470"/>
                  </a:lnTo>
                  <a:lnTo>
                    <a:pt x="3864" y="4470"/>
                  </a:lnTo>
                  <a:lnTo>
                    <a:pt x="3864" y="3935"/>
                  </a:lnTo>
                  <a:lnTo>
                    <a:pt x="4426" y="3418"/>
                  </a:lnTo>
                  <a:cubicBezTo>
                    <a:pt x="4461" y="3471"/>
                    <a:pt x="4488" y="3534"/>
                    <a:pt x="4515" y="3596"/>
                  </a:cubicBezTo>
                  <a:lnTo>
                    <a:pt x="4176" y="3899"/>
                  </a:lnTo>
                  <a:lnTo>
                    <a:pt x="4176" y="4113"/>
                  </a:lnTo>
                  <a:cubicBezTo>
                    <a:pt x="4149" y="4122"/>
                    <a:pt x="4131" y="4140"/>
                    <a:pt x="4131" y="4167"/>
                  </a:cubicBezTo>
                  <a:cubicBezTo>
                    <a:pt x="4131" y="4194"/>
                    <a:pt x="4149" y="4220"/>
                    <a:pt x="4185" y="4220"/>
                  </a:cubicBezTo>
                  <a:cubicBezTo>
                    <a:pt x="4212" y="4220"/>
                    <a:pt x="4238" y="4194"/>
                    <a:pt x="4238" y="4167"/>
                  </a:cubicBezTo>
                  <a:cubicBezTo>
                    <a:pt x="4238" y="4140"/>
                    <a:pt x="4221" y="4122"/>
                    <a:pt x="4194" y="4113"/>
                  </a:cubicBezTo>
                  <a:lnTo>
                    <a:pt x="4194" y="3908"/>
                  </a:lnTo>
                  <a:lnTo>
                    <a:pt x="4524" y="3605"/>
                  </a:lnTo>
                  <a:cubicBezTo>
                    <a:pt x="4676" y="3917"/>
                    <a:pt x="4800" y="4256"/>
                    <a:pt x="4872" y="4533"/>
                  </a:cubicBezTo>
                  <a:lnTo>
                    <a:pt x="4658" y="4533"/>
                  </a:lnTo>
                  <a:lnTo>
                    <a:pt x="4577" y="4658"/>
                  </a:lnTo>
                  <a:lnTo>
                    <a:pt x="4051" y="4658"/>
                  </a:lnTo>
                  <a:lnTo>
                    <a:pt x="4051" y="4675"/>
                  </a:lnTo>
                  <a:lnTo>
                    <a:pt x="4595" y="4675"/>
                  </a:lnTo>
                  <a:lnTo>
                    <a:pt x="4667" y="4551"/>
                  </a:lnTo>
                  <a:lnTo>
                    <a:pt x="4881" y="4551"/>
                  </a:lnTo>
                  <a:cubicBezTo>
                    <a:pt x="4899" y="4613"/>
                    <a:pt x="4916" y="4675"/>
                    <a:pt x="4925" y="4738"/>
                  </a:cubicBezTo>
                  <a:cubicBezTo>
                    <a:pt x="4925" y="4782"/>
                    <a:pt x="4934" y="4827"/>
                    <a:pt x="4934" y="4881"/>
                  </a:cubicBezTo>
                  <a:lnTo>
                    <a:pt x="4051" y="4881"/>
                  </a:lnTo>
                  <a:lnTo>
                    <a:pt x="4051" y="4693"/>
                  </a:lnTo>
                  <a:cubicBezTo>
                    <a:pt x="4051" y="4568"/>
                    <a:pt x="3953" y="4470"/>
                    <a:pt x="3837" y="4470"/>
                  </a:cubicBezTo>
                  <a:lnTo>
                    <a:pt x="3641" y="4470"/>
                  </a:lnTo>
                  <a:lnTo>
                    <a:pt x="3641" y="3614"/>
                  </a:lnTo>
                  <a:lnTo>
                    <a:pt x="4229" y="3070"/>
                  </a:lnTo>
                  <a:close/>
                  <a:moveTo>
                    <a:pt x="804" y="2053"/>
                  </a:moveTo>
                  <a:lnTo>
                    <a:pt x="804" y="2811"/>
                  </a:lnTo>
                  <a:lnTo>
                    <a:pt x="1660" y="3658"/>
                  </a:lnTo>
                  <a:lnTo>
                    <a:pt x="1660" y="4533"/>
                  </a:lnTo>
                  <a:lnTo>
                    <a:pt x="1303" y="4881"/>
                  </a:lnTo>
                  <a:lnTo>
                    <a:pt x="866" y="4881"/>
                  </a:lnTo>
                  <a:lnTo>
                    <a:pt x="866" y="4898"/>
                  </a:lnTo>
                  <a:lnTo>
                    <a:pt x="1312" y="4898"/>
                  </a:lnTo>
                  <a:lnTo>
                    <a:pt x="1321" y="4890"/>
                  </a:lnTo>
                  <a:lnTo>
                    <a:pt x="1678" y="4542"/>
                  </a:lnTo>
                  <a:lnTo>
                    <a:pt x="1678" y="3650"/>
                  </a:lnTo>
                  <a:lnTo>
                    <a:pt x="822" y="2802"/>
                  </a:lnTo>
                  <a:lnTo>
                    <a:pt x="822" y="2053"/>
                  </a:lnTo>
                  <a:close/>
                  <a:moveTo>
                    <a:pt x="4943" y="4898"/>
                  </a:moveTo>
                  <a:cubicBezTo>
                    <a:pt x="4943" y="4970"/>
                    <a:pt x="4952" y="5050"/>
                    <a:pt x="4952" y="5130"/>
                  </a:cubicBezTo>
                  <a:lnTo>
                    <a:pt x="4051" y="5130"/>
                  </a:lnTo>
                  <a:lnTo>
                    <a:pt x="4051" y="4898"/>
                  </a:lnTo>
                  <a:close/>
                  <a:moveTo>
                    <a:pt x="4952" y="5148"/>
                  </a:moveTo>
                  <a:cubicBezTo>
                    <a:pt x="4952" y="5255"/>
                    <a:pt x="4952" y="5371"/>
                    <a:pt x="4952" y="5478"/>
                  </a:cubicBezTo>
                  <a:lnTo>
                    <a:pt x="4720" y="5478"/>
                  </a:lnTo>
                  <a:lnTo>
                    <a:pt x="4613" y="5362"/>
                  </a:lnTo>
                  <a:lnTo>
                    <a:pt x="4051" y="5362"/>
                  </a:lnTo>
                  <a:lnTo>
                    <a:pt x="4051" y="5148"/>
                  </a:lnTo>
                  <a:close/>
                  <a:moveTo>
                    <a:pt x="4051" y="5371"/>
                  </a:moveTo>
                  <a:lnTo>
                    <a:pt x="4051" y="5380"/>
                  </a:lnTo>
                  <a:lnTo>
                    <a:pt x="4604" y="5380"/>
                  </a:lnTo>
                  <a:lnTo>
                    <a:pt x="4711" y="5496"/>
                  </a:lnTo>
                  <a:lnTo>
                    <a:pt x="4952" y="5496"/>
                  </a:lnTo>
                  <a:cubicBezTo>
                    <a:pt x="4952" y="5559"/>
                    <a:pt x="4943" y="5621"/>
                    <a:pt x="4943" y="5675"/>
                  </a:cubicBezTo>
                  <a:lnTo>
                    <a:pt x="4765" y="5675"/>
                  </a:lnTo>
                  <a:lnTo>
                    <a:pt x="4693" y="5612"/>
                  </a:lnTo>
                  <a:cubicBezTo>
                    <a:pt x="4693" y="5612"/>
                    <a:pt x="4702" y="5612"/>
                    <a:pt x="4702" y="5603"/>
                  </a:cubicBezTo>
                  <a:cubicBezTo>
                    <a:pt x="4711" y="5585"/>
                    <a:pt x="4702" y="5550"/>
                    <a:pt x="4676" y="5532"/>
                  </a:cubicBezTo>
                  <a:cubicBezTo>
                    <a:pt x="4669" y="5530"/>
                    <a:pt x="4662" y="5528"/>
                    <a:pt x="4654" y="5528"/>
                  </a:cubicBezTo>
                  <a:cubicBezTo>
                    <a:pt x="4633" y="5528"/>
                    <a:pt x="4611" y="5539"/>
                    <a:pt x="4604" y="5559"/>
                  </a:cubicBezTo>
                  <a:cubicBezTo>
                    <a:pt x="4586" y="5585"/>
                    <a:pt x="4604" y="5621"/>
                    <a:pt x="4631" y="5630"/>
                  </a:cubicBezTo>
                  <a:cubicBezTo>
                    <a:pt x="4638" y="5634"/>
                    <a:pt x="4646" y="5636"/>
                    <a:pt x="4653" y="5636"/>
                  </a:cubicBezTo>
                  <a:cubicBezTo>
                    <a:pt x="4664" y="5636"/>
                    <a:pt x="4674" y="5632"/>
                    <a:pt x="4684" y="5621"/>
                  </a:cubicBezTo>
                  <a:lnTo>
                    <a:pt x="4765" y="5692"/>
                  </a:lnTo>
                  <a:lnTo>
                    <a:pt x="4943" y="5692"/>
                  </a:lnTo>
                  <a:cubicBezTo>
                    <a:pt x="4943" y="5737"/>
                    <a:pt x="4934" y="5773"/>
                    <a:pt x="4934" y="5817"/>
                  </a:cubicBezTo>
                  <a:lnTo>
                    <a:pt x="4649" y="5817"/>
                  </a:lnTo>
                  <a:lnTo>
                    <a:pt x="4568" y="5728"/>
                  </a:lnTo>
                  <a:cubicBezTo>
                    <a:pt x="4568" y="5728"/>
                    <a:pt x="4568" y="5728"/>
                    <a:pt x="4577" y="5719"/>
                  </a:cubicBezTo>
                  <a:cubicBezTo>
                    <a:pt x="4586" y="5692"/>
                    <a:pt x="4577" y="5666"/>
                    <a:pt x="4551" y="5648"/>
                  </a:cubicBezTo>
                  <a:cubicBezTo>
                    <a:pt x="4544" y="5646"/>
                    <a:pt x="4537" y="5644"/>
                    <a:pt x="4529" y="5644"/>
                  </a:cubicBezTo>
                  <a:cubicBezTo>
                    <a:pt x="4508" y="5644"/>
                    <a:pt x="4486" y="5655"/>
                    <a:pt x="4479" y="5675"/>
                  </a:cubicBezTo>
                  <a:cubicBezTo>
                    <a:pt x="4461" y="5701"/>
                    <a:pt x="4479" y="5737"/>
                    <a:pt x="4497" y="5746"/>
                  </a:cubicBezTo>
                  <a:cubicBezTo>
                    <a:pt x="4510" y="5750"/>
                    <a:pt x="4522" y="5753"/>
                    <a:pt x="4532" y="5753"/>
                  </a:cubicBezTo>
                  <a:cubicBezTo>
                    <a:pt x="4542" y="5753"/>
                    <a:pt x="4551" y="5750"/>
                    <a:pt x="4560" y="5746"/>
                  </a:cubicBezTo>
                  <a:lnTo>
                    <a:pt x="4640" y="5835"/>
                  </a:lnTo>
                  <a:lnTo>
                    <a:pt x="4934" y="5835"/>
                  </a:lnTo>
                  <a:cubicBezTo>
                    <a:pt x="4925" y="5862"/>
                    <a:pt x="4925" y="5898"/>
                    <a:pt x="4916" y="5924"/>
                  </a:cubicBezTo>
                  <a:lnTo>
                    <a:pt x="4542" y="5924"/>
                  </a:lnTo>
                  <a:lnTo>
                    <a:pt x="4461" y="5853"/>
                  </a:lnTo>
                  <a:cubicBezTo>
                    <a:pt x="4479" y="5826"/>
                    <a:pt x="4461" y="5791"/>
                    <a:pt x="4435" y="5782"/>
                  </a:cubicBezTo>
                  <a:cubicBezTo>
                    <a:pt x="4427" y="5777"/>
                    <a:pt x="4420" y="5774"/>
                    <a:pt x="4412" y="5774"/>
                  </a:cubicBezTo>
                  <a:cubicBezTo>
                    <a:pt x="4394" y="5774"/>
                    <a:pt x="4376" y="5789"/>
                    <a:pt x="4363" y="5808"/>
                  </a:cubicBezTo>
                  <a:cubicBezTo>
                    <a:pt x="4354" y="5835"/>
                    <a:pt x="4363" y="5862"/>
                    <a:pt x="4390" y="5880"/>
                  </a:cubicBezTo>
                  <a:cubicBezTo>
                    <a:pt x="4395" y="5882"/>
                    <a:pt x="4401" y="5883"/>
                    <a:pt x="4408" y="5883"/>
                  </a:cubicBezTo>
                  <a:cubicBezTo>
                    <a:pt x="4423" y="5883"/>
                    <a:pt x="4440" y="5877"/>
                    <a:pt x="4452" y="5871"/>
                  </a:cubicBezTo>
                  <a:lnTo>
                    <a:pt x="4533" y="5942"/>
                  </a:lnTo>
                  <a:lnTo>
                    <a:pt x="4916" y="5942"/>
                  </a:lnTo>
                  <a:cubicBezTo>
                    <a:pt x="4916" y="5960"/>
                    <a:pt x="4907" y="5978"/>
                    <a:pt x="4907" y="6005"/>
                  </a:cubicBezTo>
                  <a:cubicBezTo>
                    <a:pt x="4899" y="6022"/>
                    <a:pt x="4899" y="6049"/>
                    <a:pt x="4890" y="6067"/>
                  </a:cubicBezTo>
                  <a:lnTo>
                    <a:pt x="4328" y="6067"/>
                  </a:lnTo>
                  <a:lnTo>
                    <a:pt x="4221" y="5969"/>
                  </a:lnTo>
                  <a:cubicBezTo>
                    <a:pt x="4229" y="5960"/>
                    <a:pt x="4229" y="5960"/>
                    <a:pt x="4229" y="5960"/>
                  </a:cubicBezTo>
                  <a:cubicBezTo>
                    <a:pt x="4247" y="5933"/>
                    <a:pt x="4229" y="5898"/>
                    <a:pt x="4203" y="5889"/>
                  </a:cubicBezTo>
                  <a:cubicBezTo>
                    <a:pt x="4193" y="5882"/>
                    <a:pt x="4184" y="5879"/>
                    <a:pt x="4175" y="5879"/>
                  </a:cubicBezTo>
                  <a:cubicBezTo>
                    <a:pt x="4158" y="5879"/>
                    <a:pt x="4143" y="5889"/>
                    <a:pt x="4131" y="5907"/>
                  </a:cubicBezTo>
                  <a:cubicBezTo>
                    <a:pt x="4122" y="5933"/>
                    <a:pt x="4131" y="5969"/>
                    <a:pt x="4158" y="5978"/>
                  </a:cubicBezTo>
                  <a:cubicBezTo>
                    <a:pt x="4167" y="5982"/>
                    <a:pt x="4176" y="5985"/>
                    <a:pt x="4185" y="5985"/>
                  </a:cubicBezTo>
                  <a:cubicBezTo>
                    <a:pt x="4194" y="5985"/>
                    <a:pt x="4203" y="5982"/>
                    <a:pt x="4212" y="5978"/>
                  </a:cubicBezTo>
                  <a:lnTo>
                    <a:pt x="4319" y="6085"/>
                  </a:lnTo>
                  <a:lnTo>
                    <a:pt x="4890" y="6085"/>
                  </a:lnTo>
                  <a:cubicBezTo>
                    <a:pt x="4881" y="6121"/>
                    <a:pt x="4863" y="6156"/>
                    <a:pt x="4854" y="6192"/>
                  </a:cubicBezTo>
                  <a:lnTo>
                    <a:pt x="4122" y="6192"/>
                  </a:lnTo>
                  <a:lnTo>
                    <a:pt x="3882" y="5924"/>
                  </a:lnTo>
                  <a:lnTo>
                    <a:pt x="3882" y="5576"/>
                  </a:lnTo>
                  <a:lnTo>
                    <a:pt x="3864" y="5576"/>
                  </a:lnTo>
                  <a:lnTo>
                    <a:pt x="3864" y="5933"/>
                  </a:lnTo>
                  <a:lnTo>
                    <a:pt x="4113" y="6210"/>
                  </a:lnTo>
                  <a:lnTo>
                    <a:pt x="4854" y="6210"/>
                  </a:lnTo>
                  <a:cubicBezTo>
                    <a:pt x="4827" y="6272"/>
                    <a:pt x="4809" y="6335"/>
                    <a:pt x="4783" y="6406"/>
                  </a:cubicBezTo>
                  <a:lnTo>
                    <a:pt x="4783" y="6397"/>
                  </a:lnTo>
                  <a:lnTo>
                    <a:pt x="4087" y="6397"/>
                  </a:lnTo>
                  <a:lnTo>
                    <a:pt x="3641" y="5960"/>
                  </a:lnTo>
                  <a:lnTo>
                    <a:pt x="3641" y="5576"/>
                  </a:lnTo>
                  <a:lnTo>
                    <a:pt x="3837" y="5576"/>
                  </a:lnTo>
                  <a:cubicBezTo>
                    <a:pt x="3953" y="5576"/>
                    <a:pt x="4042" y="5487"/>
                    <a:pt x="4051" y="5371"/>
                  </a:cubicBezTo>
                  <a:close/>
                  <a:moveTo>
                    <a:pt x="3623" y="5576"/>
                  </a:moveTo>
                  <a:lnTo>
                    <a:pt x="3623" y="5969"/>
                  </a:lnTo>
                  <a:lnTo>
                    <a:pt x="4078" y="6415"/>
                  </a:lnTo>
                  <a:lnTo>
                    <a:pt x="4774" y="6415"/>
                  </a:lnTo>
                  <a:cubicBezTo>
                    <a:pt x="4756" y="6486"/>
                    <a:pt x="4729" y="6558"/>
                    <a:pt x="4702" y="6620"/>
                  </a:cubicBezTo>
                  <a:lnTo>
                    <a:pt x="4060" y="6620"/>
                  </a:lnTo>
                  <a:lnTo>
                    <a:pt x="3400" y="5924"/>
                  </a:lnTo>
                  <a:lnTo>
                    <a:pt x="3400" y="5576"/>
                  </a:lnTo>
                  <a:close/>
                  <a:moveTo>
                    <a:pt x="3382" y="5576"/>
                  </a:moveTo>
                  <a:lnTo>
                    <a:pt x="3382" y="5933"/>
                  </a:lnTo>
                  <a:lnTo>
                    <a:pt x="4051" y="6638"/>
                  </a:lnTo>
                  <a:lnTo>
                    <a:pt x="4693" y="6638"/>
                  </a:lnTo>
                  <a:cubicBezTo>
                    <a:pt x="4667" y="6709"/>
                    <a:pt x="4640" y="6790"/>
                    <a:pt x="4613" y="6861"/>
                  </a:cubicBezTo>
                  <a:lnTo>
                    <a:pt x="4060" y="6861"/>
                  </a:lnTo>
                  <a:lnTo>
                    <a:pt x="3168" y="5951"/>
                  </a:lnTo>
                  <a:lnTo>
                    <a:pt x="3177" y="5576"/>
                  </a:lnTo>
                  <a:close/>
                  <a:moveTo>
                    <a:pt x="4533" y="8262"/>
                  </a:moveTo>
                  <a:cubicBezTo>
                    <a:pt x="4542" y="8297"/>
                    <a:pt x="4542" y="8342"/>
                    <a:pt x="4551" y="8378"/>
                  </a:cubicBezTo>
                  <a:lnTo>
                    <a:pt x="4238" y="8378"/>
                  </a:lnTo>
                  <a:lnTo>
                    <a:pt x="4051" y="8503"/>
                  </a:lnTo>
                  <a:lnTo>
                    <a:pt x="3659" y="8503"/>
                  </a:lnTo>
                  <a:lnTo>
                    <a:pt x="3659" y="8413"/>
                  </a:lnTo>
                  <a:cubicBezTo>
                    <a:pt x="3659" y="8404"/>
                    <a:pt x="3659" y="8404"/>
                    <a:pt x="3659" y="8395"/>
                  </a:cubicBezTo>
                  <a:lnTo>
                    <a:pt x="4060" y="8395"/>
                  </a:lnTo>
                  <a:lnTo>
                    <a:pt x="4247" y="8262"/>
                  </a:lnTo>
                  <a:close/>
                  <a:moveTo>
                    <a:pt x="4551" y="8395"/>
                  </a:moveTo>
                  <a:cubicBezTo>
                    <a:pt x="4560" y="8511"/>
                    <a:pt x="4560" y="8619"/>
                    <a:pt x="4560" y="8717"/>
                  </a:cubicBezTo>
                  <a:lnTo>
                    <a:pt x="4212" y="8717"/>
                  </a:lnTo>
                  <a:lnTo>
                    <a:pt x="4087" y="8592"/>
                  </a:lnTo>
                  <a:lnTo>
                    <a:pt x="3659" y="8592"/>
                  </a:lnTo>
                  <a:lnTo>
                    <a:pt x="3659" y="8520"/>
                  </a:lnTo>
                  <a:lnTo>
                    <a:pt x="4060" y="8520"/>
                  </a:lnTo>
                  <a:lnTo>
                    <a:pt x="4247" y="8395"/>
                  </a:lnTo>
                  <a:close/>
                  <a:moveTo>
                    <a:pt x="4078" y="8610"/>
                  </a:moveTo>
                  <a:lnTo>
                    <a:pt x="4203" y="8734"/>
                  </a:lnTo>
                  <a:lnTo>
                    <a:pt x="4560" y="8734"/>
                  </a:lnTo>
                  <a:cubicBezTo>
                    <a:pt x="4551" y="8761"/>
                    <a:pt x="4551" y="8797"/>
                    <a:pt x="4551" y="8824"/>
                  </a:cubicBezTo>
                  <a:lnTo>
                    <a:pt x="4212" y="8824"/>
                  </a:lnTo>
                  <a:lnTo>
                    <a:pt x="4060" y="8690"/>
                  </a:lnTo>
                  <a:lnTo>
                    <a:pt x="3659" y="8690"/>
                  </a:lnTo>
                  <a:lnTo>
                    <a:pt x="3659" y="8610"/>
                  </a:lnTo>
                  <a:close/>
                  <a:moveTo>
                    <a:pt x="322" y="8333"/>
                  </a:moveTo>
                  <a:lnTo>
                    <a:pt x="679" y="8699"/>
                  </a:lnTo>
                  <a:lnTo>
                    <a:pt x="679" y="9002"/>
                  </a:lnTo>
                  <a:lnTo>
                    <a:pt x="581" y="9002"/>
                  </a:lnTo>
                  <a:lnTo>
                    <a:pt x="581" y="8761"/>
                  </a:lnTo>
                  <a:lnTo>
                    <a:pt x="322" y="8529"/>
                  </a:lnTo>
                  <a:lnTo>
                    <a:pt x="37" y="8529"/>
                  </a:lnTo>
                  <a:lnTo>
                    <a:pt x="37" y="8333"/>
                  </a:lnTo>
                  <a:close/>
                  <a:moveTo>
                    <a:pt x="322" y="8181"/>
                  </a:moveTo>
                  <a:lnTo>
                    <a:pt x="857" y="8699"/>
                  </a:lnTo>
                  <a:lnTo>
                    <a:pt x="857" y="9002"/>
                  </a:lnTo>
                  <a:lnTo>
                    <a:pt x="697" y="9002"/>
                  </a:lnTo>
                  <a:lnTo>
                    <a:pt x="697" y="8699"/>
                  </a:lnTo>
                  <a:lnTo>
                    <a:pt x="331" y="8315"/>
                  </a:lnTo>
                  <a:lnTo>
                    <a:pt x="37" y="8315"/>
                  </a:lnTo>
                  <a:lnTo>
                    <a:pt x="37" y="8181"/>
                  </a:lnTo>
                  <a:close/>
                  <a:moveTo>
                    <a:pt x="706" y="1856"/>
                  </a:moveTo>
                  <a:lnTo>
                    <a:pt x="706" y="1901"/>
                  </a:lnTo>
                  <a:cubicBezTo>
                    <a:pt x="706" y="1972"/>
                    <a:pt x="750" y="2035"/>
                    <a:pt x="822" y="2053"/>
                  </a:cubicBezTo>
                  <a:cubicBezTo>
                    <a:pt x="831" y="2053"/>
                    <a:pt x="848" y="2062"/>
                    <a:pt x="857" y="2062"/>
                  </a:cubicBezTo>
                  <a:lnTo>
                    <a:pt x="964" y="2062"/>
                  </a:lnTo>
                  <a:lnTo>
                    <a:pt x="964" y="2802"/>
                  </a:lnTo>
                  <a:lnTo>
                    <a:pt x="1812" y="3658"/>
                  </a:lnTo>
                  <a:lnTo>
                    <a:pt x="1812" y="4747"/>
                  </a:lnTo>
                  <a:lnTo>
                    <a:pt x="1455" y="5077"/>
                  </a:lnTo>
                  <a:lnTo>
                    <a:pt x="866" y="5077"/>
                  </a:lnTo>
                  <a:lnTo>
                    <a:pt x="866" y="5095"/>
                  </a:lnTo>
                  <a:lnTo>
                    <a:pt x="1464" y="5095"/>
                  </a:lnTo>
                  <a:lnTo>
                    <a:pt x="1830" y="4756"/>
                  </a:lnTo>
                  <a:lnTo>
                    <a:pt x="1830" y="3650"/>
                  </a:lnTo>
                  <a:lnTo>
                    <a:pt x="982" y="2793"/>
                  </a:lnTo>
                  <a:lnTo>
                    <a:pt x="982" y="2062"/>
                  </a:lnTo>
                  <a:lnTo>
                    <a:pt x="1098" y="2062"/>
                  </a:lnTo>
                  <a:lnTo>
                    <a:pt x="1098" y="2811"/>
                  </a:lnTo>
                  <a:lnTo>
                    <a:pt x="1098" y="2820"/>
                  </a:lnTo>
                  <a:lnTo>
                    <a:pt x="1946" y="3658"/>
                  </a:lnTo>
                  <a:lnTo>
                    <a:pt x="1946" y="4916"/>
                  </a:lnTo>
                  <a:lnTo>
                    <a:pt x="1589" y="5282"/>
                  </a:lnTo>
                  <a:lnTo>
                    <a:pt x="866" y="5282"/>
                  </a:lnTo>
                  <a:lnTo>
                    <a:pt x="866" y="5300"/>
                  </a:lnTo>
                  <a:lnTo>
                    <a:pt x="1607" y="5300"/>
                  </a:lnTo>
                  <a:lnTo>
                    <a:pt x="1964" y="4925"/>
                  </a:lnTo>
                  <a:lnTo>
                    <a:pt x="1964" y="3650"/>
                  </a:lnTo>
                  <a:lnTo>
                    <a:pt x="1964" y="3641"/>
                  </a:lnTo>
                  <a:lnTo>
                    <a:pt x="1116" y="2802"/>
                  </a:lnTo>
                  <a:lnTo>
                    <a:pt x="1116" y="2062"/>
                  </a:lnTo>
                  <a:lnTo>
                    <a:pt x="1232" y="2062"/>
                  </a:lnTo>
                  <a:lnTo>
                    <a:pt x="1232" y="2811"/>
                  </a:lnTo>
                  <a:lnTo>
                    <a:pt x="2276" y="3864"/>
                  </a:lnTo>
                  <a:lnTo>
                    <a:pt x="3007" y="3864"/>
                  </a:lnTo>
                  <a:lnTo>
                    <a:pt x="3132" y="3980"/>
                  </a:lnTo>
                  <a:lnTo>
                    <a:pt x="3132" y="4470"/>
                  </a:lnTo>
                  <a:lnTo>
                    <a:pt x="3150" y="4470"/>
                  </a:lnTo>
                  <a:lnTo>
                    <a:pt x="3150" y="3971"/>
                  </a:lnTo>
                  <a:lnTo>
                    <a:pt x="3016" y="3846"/>
                  </a:lnTo>
                  <a:lnTo>
                    <a:pt x="2285" y="3846"/>
                  </a:lnTo>
                  <a:lnTo>
                    <a:pt x="1250" y="2802"/>
                  </a:lnTo>
                  <a:lnTo>
                    <a:pt x="1250" y="2062"/>
                  </a:lnTo>
                  <a:lnTo>
                    <a:pt x="1348" y="2062"/>
                  </a:lnTo>
                  <a:cubicBezTo>
                    <a:pt x="1357" y="2062"/>
                    <a:pt x="1375" y="2053"/>
                    <a:pt x="1384" y="2053"/>
                  </a:cubicBezTo>
                  <a:lnTo>
                    <a:pt x="1384" y="2811"/>
                  </a:lnTo>
                  <a:lnTo>
                    <a:pt x="2195" y="3658"/>
                  </a:lnTo>
                  <a:lnTo>
                    <a:pt x="3052" y="3658"/>
                  </a:lnTo>
                  <a:lnTo>
                    <a:pt x="3364" y="3953"/>
                  </a:lnTo>
                  <a:lnTo>
                    <a:pt x="3364" y="4470"/>
                  </a:lnTo>
                  <a:lnTo>
                    <a:pt x="3168" y="4470"/>
                  </a:lnTo>
                  <a:cubicBezTo>
                    <a:pt x="3043" y="4470"/>
                    <a:pt x="2945" y="4568"/>
                    <a:pt x="2945" y="4693"/>
                  </a:cubicBezTo>
                  <a:lnTo>
                    <a:pt x="2945" y="4684"/>
                  </a:lnTo>
                  <a:lnTo>
                    <a:pt x="2401" y="4684"/>
                  </a:lnTo>
                  <a:lnTo>
                    <a:pt x="1571" y="5523"/>
                  </a:lnTo>
                  <a:lnTo>
                    <a:pt x="866" y="5523"/>
                  </a:lnTo>
                  <a:lnTo>
                    <a:pt x="866" y="5541"/>
                  </a:lnTo>
                  <a:lnTo>
                    <a:pt x="1580" y="5541"/>
                  </a:lnTo>
                  <a:lnTo>
                    <a:pt x="1580" y="5532"/>
                  </a:lnTo>
                  <a:lnTo>
                    <a:pt x="2410" y="4702"/>
                  </a:lnTo>
                  <a:lnTo>
                    <a:pt x="2945" y="4702"/>
                  </a:lnTo>
                  <a:lnTo>
                    <a:pt x="2945" y="4979"/>
                  </a:lnTo>
                  <a:lnTo>
                    <a:pt x="2401" y="4979"/>
                  </a:lnTo>
                  <a:lnTo>
                    <a:pt x="2392" y="4988"/>
                  </a:lnTo>
                  <a:lnTo>
                    <a:pt x="1625" y="5755"/>
                  </a:lnTo>
                  <a:lnTo>
                    <a:pt x="866" y="5755"/>
                  </a:lnTo>
                  <a:lnTo>
                    <a:pt x="866" y="5773"/>
                  </a:lnTo>
                  <a:lnTo>
                    <a:pt x="1633" y="5773"/>
                  </a:lnTo>
                  <a:lnTo>
                    <a:pt x="2401" y="4997"/>
                  </a:lnTo>
                  <a:lnTo>
                    <a:pt x="2945" y="4997"/>
                  </a:lnTo>
                  <a:lnTo>
                    <a:pt x="2945" y="5220"/>
                  </a:lnTo>
                  <a:lnTo>
                    <a:pt x="2499" y="5220"/>
                  </a:lnTo>
                  <a:lnTo>
                    <a:pt x="2249" y="5452"/>
                  </a:lnTo>
                  <a:cubicBezTo>
                    <a:pt x="2240" y="5443"/>
                    <a:pt x="2231" y="5434"/>
                    <a:pt x="2222" y="5434"/>
                  </a:cubicBezTo>
                  <a:cubicBezTo>
                    <a:pt x="2187" y="5434"/>
                    <a:pt x="2169" y="5460"/>
                    <a:pt x="2169" y="5487"/>
                  </a:cubicBezTo>
                  <a:cubicBezTo>
                    <a:pt x="2169" y="5523"/>
                    <a:pt x="2187" y="5541"/>
                    <a:pt x="2222" y="5541"/>
                  </a:cubicBezTo>
                  <a:cubicBezTo>
                    <a:pt x="2249" y="5541"/>
                    <a:pt x="2276" y="5523"/>
                    <a:pt x="2276" y="5487"/>
                  </a:cubicBezTo>
                  <a:cubicBezTo>
                    <a:pt x="2276" y="5478"/>
                    <a:pt x="2267" y="5469"/>
                    <a:pt x="2267" y="5460"/>
                  </a:cubicBezTo>
                  <a:lnTo>
                    <a:pt x="2508" y="5237"/>
                  </a:lnTo>
                  <a:lnTo>
                    <a:pt x="2945" y="5237"/>
                  </a:lnTo>
                  <a:lnTo>
                    <a:pt x="2945" y="5362"/>
                  </a:lnTo>
                  <a:cubicBezTo>
                    <a:pt x="2945" y="5389"/>
                    <a:pt x="2954" y="5416"/>
                    <a:pt x="2963" y="5443"/>
                  </a:cubicBezTo>
                  <a:lnTo>
                    <a:pt x="2517" y="5443"/>
                  </a:lnTo>
                  <a:lnTo>
                    <a:pt x="2160" y="5782"/>
                  </a:lnTo>
                  <a:cubicBezTo>
                    <a:pt x="2151" y="5773"/>
                    <a:pt x="2142" y="5773"/>
                    <a:pt x="2133" y="5773"/>
                  </a:cubicBezTo>
                  <a:cubicBezTo>
                    <a:pt x="2097" y="5773"/>
                    <a:pt x="2079" y="5791"/>
                    <a:pt x="2079" y="5826"/>
                  </a:cubicBezTo>
                  <a:cubicBezTo>
                    <a:pt x="2079" y="5853"/>
                    <a:pt x="2097" y="5880"/>
                    <a:pt x="2133" y="5880"/>
                  </a:cubicBezTo>
                  <a:cubicBezTo>
                    <a:pt x="2160" y="5880"/>
                    <a:pt x="2187" y="5853"/>
                    <a:pt x="2187" y="5826"/>
                  </a:cubicBezTo>
                  <a:cubicBezTo>
                    <a:pt x="2187" y="5808"/>
                    <a:pt x="2178" y="5799"/>
                    <a:pt x="2169" y="5791"/>
                  </a:cubicBezTo>
                  <a:lnTo>
                    <a:pt x="2526" y="5460"/>
                  </a:lnTo>
                  <a:lnTo>
                    <a:pt x="2972" y="5460"/>
                  </a:lnTo>
                  <a:lnTo>
                    <a:pt x="2972" y="5452"/>
                  </a:lnTo>
                  <a:cubicBezTo>
                    <a:pt x="2998" y="5523"/>
                    <a:pt x="3079" y="5576"/>
                    <a:pt x="3168" y="5576"/>
                  </a:cubicBezTo>
                  <a:lnTo>
                    <a:pt x="3159" y="5576"/>
                  </a:lnTo>
                  <a:lnTo>
                    <a:pt x="3150" y="5951"/>
                  </a:lnTo>
                  <a:lnTo>
                    <a:pt x="3159" y="5960"/>
                  </a:lnTo>
                  <a:lnTo>
                    <a:pt x="4051" y="6879"/>
                  </a:lnTo>
                  <a:lnTo>
                    <a:pt x="4604" y="6879"/>
                  </a:lnTo>
                  <a:cubicBezTo>
                    <a:pt x="4586" y="6941"/>
                    <a:pt x="4560" y="6995"/>
                    <a:pt x="4542" y="7048"/>
                  </a:cubicBezTo>
                  <a:lnTo>
                    <a:pt x="3962" y="7048"/>
                  </a:lnTo>
                  <a:lnTo>
                    <a:pt x="3212" y="6281"/>
                  </a:lnTo>
                  <a:cubicBezTo>
                    <a:pt x="3221" y="6254"/>
                    <a:pt x="3212" y="6219"/>
                    <a:pt x="3186" y="6210"/>
                  </a:cubicBezTo>
                  <a:cubicBezTo>
                    <a:pt x="3176" y="6204"/>
                    <a:pt x="3166" y="6201"/>
                    <a:pt x="3155" y="6201"/>
                  </a:cubicBezTo>
                  <a:cubicBezTo>
                    <a:pt x="3137" y="6201"/>
                    <a:pt x="3120" y="6210"/>
                    <a:pt x="3114" y="6228"/>
                  </a:cubicBezTo>
                  <a:cubicBezTo>
                    <a:pt x="3096" y="6254"/>
                    <a:pt x="3114" y="6290"/>
                    <a:pt x="3141" y="6299"/>
                  </a:cubicBezTo>
                  <a:cubicBezTo>
                    <a:pt x="3148" y="6303"/>
                    <a:pt x="3156" y="6305"/>
                    <a:pt x="3163" y="6305"/>
                  </a:cubicBezTo>
                  <a:cubicBezTo>
                    <a:pt x="3174" y="6305"/>
                    <a:pt x="3184" y="6301"/>
                    <a:pt x="3195" y="6290"/>
                  </a:cubicBezTo>
                  <a:lnTo>
                    <a:pt x="3953" y="7075"/>
                  </a:lnTo>
                  <a:lnTo>
                    <a:pt x="4542" y="7075"/>
                  </a:lnTo>
                  <a:cubicBezTo>
                    <a:pt x="4524" y="7129"/>
                    <a:pt x="4506" y="7191"/>
                    <a:pt x="4497" y="7236"/>
                  </a:cubicBezTo>
                  <a:lnTo>
                    <a:pt x="3810" y="7236"/>
                  </a:lnTo>
                  <a:lnTo>
                    <a:pt x="2838" y="6281"/>
                  </a:lnTo>
                  <a:cubicBezTo>
                    <a:pt x="2847" y="6272"/>
                    <a:pt x="2847" y="6263"/>
                    <a:pt x="2847" y="6254"/>
                  </a:cubicBezTo>
                  <a:cubicBezTo>
                    <a:pt x="2847" y="6228"/>
                    <a:pt x="2820" y="6201"/>
                    <a:pt x="2793" y="6201"/>
                  </a:cubicBezTo>
                  <a:cubicBezTo>
                    <a:pt x="2766" y="6201"/>
                    <a:pt x="2740" y="6228"/>
                    <a:pt x="2740" y="6254"/>
                  </a:cubicBezTo>
                  <a:cubicBezTo>
                    <a:pt x="2740" y="6281"/>
                    <a:pt x="2766" y="6308"/>
                    <a:pt x="2793" y="6308"/>
                  </a:cubicBezTo>
                  <a:cubicBezTo>
                    <a:pt x="2811" y="6308"/>
                    <a:pt x="2820" y="6299"/>
                    <a:pt x="2829" y="6290"/>
                  </a:cubicBezTo>
                  <a:lnTo>
                    <a:pt x="3801" y="7254"/>
                  </a:lnTo>
                  <a:lnTo>
                    <a:pt x="4488" y="7254"/>
                  </a:lnTo>
                  <a:cubicBezTo>
                    <a:pt x="4488" y="7271"/>
                    <a:pt x="4488" y="7280"/>
                    <a:pt x="4479" y="7289"/>
                  </a:cubicBezTo>
                  <a:cubicBezTo>
                    <a:pt x="4470" y="7334"/>
                    <a:pt x="4470" y="7396"/>
                    <a:pt x="4470" y="7450"/>
                  </a:cubicBezTo>
                  <a:lnTo>
                    <a:pt x="3685" y="7450"/>
                  </a:lnTo>
                  <a:lnTo>
                    <a:pt x="2508" y="6281"/>
                  </a:lnTo>
                  <a:cubicBezTo>
                    <a:pt x="2508" y="6272"/>
                    <a:pt x="2517" y="6263"/>
                    <a:pt x="2517" y="6254"/>
                  </a:cubicBezTo>
                  <a:cubicBezTo>
                    <a:pt x="2517" y="6228"/>
                    <a:pt x="2490" y="6201"/>
                    <a:pt x="2463" y="6201"/>
                  </a:cubicBezTo>
                  <a:cubicBezTo>
                    <a:pt x="2427" y="6201"/>
                    <a:pt x="2410" y="6228"/>
                    <a:pt x="2410" y="6254"/>
                  </a:cubicBezTo>
                  <a:cubicBezTo>
                    <a:pt x="2410" y="6281"/>
                    <a:pt x="2427" y="6308"/>
                    <a:pt x="2463" y="6308"/>
                  </a:cubicBezTo>
                  <a:cubicBezTo>
                    <a:pt x="2472" y="6308"/>
                    <a:pt x="2490" y="6299"/>
                    <a:pt x="2499" y="6290"/>
                  </a:cubicBezTo>
                  <a:lnTo>
                    <a:pt x="3676" y="7468"/>
                  </a:lnTo>
                  <a:lnTo>
                    <a:pt x="4470" y="7468"/>
                  </a:lnTo>
                  <a:cubicBezTo>
                    <a:pt x="4470" y="7503"/>
                    <a:pt x="4470" y="7539"/>
                    <a:pt x="4470" y="7575"/>
                  </a:cubicBezTo>
                  <a:lnTo>
                    <a:pt x="3899" y="7575"/>
                  </a:lnTo>
                  <a:cubicBezTo>
                    <a:pt x="3899" y="7566"/>
                    <a:pt x="3890" y="7548"/>
                    <a:pt x="3873" y="7539"/>
                  </a:cubicBezTo>
                  <a:cubicBezTo>
                    <a:pt x="3865" y="7534"/>
                    <a:pt x="3857" y="7532"/>
                    <a:pt x="3849" y="7532"/>
                  </a:cubicBezTo>
                  <a:cubicBezTo>
                    <a:pt x="3828" y="7532"/>
                    <a:pt x="3808" y="7547"/>
                    <a:pt x="3801" y="7566"/>
                  </a:cubicBezTo>
                  <a:cubicBezTo>
                    <a:pt x="3783" y="7593"/>
                    <a:pt x="3801" y="7619"/>
                    <a:pt x="3828" y="7637"/>
                  </a:cubicBezTo>
                  <a:cubicBezTo>
                    <a:pt x="3835" y="7639"/>
                    <a:pt x="3841" y="7641"/>
                    <a:pt x="3848" y="7641"/>
                  </a:cubicBezTo>
                  <a:cubicBezTo>
                    <a:pt x="3868" y="7641"/>
                    <a:pt x="3886" y="7631"/>
                    <a:pt x="3899" y="7610"/>
                  </a:cubicBezTo>
                  <a:cubicBezTo>
                    <a:pt x="3899" y="7602"/>
                    <a:pt x="3899" y="7602"/>
                    <a:pt x="3899" y="7593"/>
                  </a:cubicBezTo>
                  <a:lnTo>
                    <a:pt x="4470" y="7593"/>
                  </a:lnTo>
                  <a:cubicBezTo>
                    <a:pt x="4470" y="7646"/>
                    <a:pt x="4479" y="7700"/>
                    <a:pt x="4479" y="7753"/>
                  </a:cubicBezTo>
                  <a:lnTo>
                    <a:pt x="4042" y="7753"/>
                  </a:lnTo>
                  <a:cubicBezTo>
                    <a:pt x="4042" y="7735"/>
                    <a:pt x="4033" y="7717"/>
                    <a:pt x="4015" y="7709"/>
                  </a:cubicBezTo>
                  <a:cubicBezTo>
                    <a:pt x="4009" y="7706"/>
                    <a:pt x="4002" y="7705"/>
                    <a:pt x="3995" y="7705"/>
                  </a:cubicBezTo>
                  <a:cubicBezTo>
                    <a:pt x="3976" y="7705"/>
                    <a:pt x="3957" y="7715"/>
                    <a:pt x="3944" y="7735"/>
                  </a:cubicBezTo>
                  <a:cubicBezTo>
                    <a:pt x="3935" y="7762"/>
                    <a:pt x="3944" y="7789"/>
                    <a:pt x="3971" y="7807"/>
                  </a:cubicBezTo>
                  <a:cubicBezTo>
                    <a:pt x="3977" y="7809"/>
                    <a:pt x="3984" y="7810"/>
                    <a:pt x="3991" y="7810"/>
                  </a:cubicBezTo>
                  <a:cubicBezTo>
                    <a:pt x="4010" y="7810"/>
                    <a:pt x="4029" y="7800"/>
                    <a:pt x="4042" y="7780"/>
                  </a:cubicBezTo>
                  <a:cubicBezTo>
                    <a:pt x="4042" y="7780"/>
                    <a:pt x="4042" y="7771"/>
                    <a:pt x="4042" y="7771"/>
                  </a:cubicBezTo>
                  <a:lnTo>
                    <a:pt x="4488" y="7771"/>
                  </a:lnTo>
                  <a:cubicBezTo>
                    <a:pt x="4488" y="7816"/>
                    <a:pt x="4497" y="7869"/>
                    <a:pt x="4497" y="7923"/>
                  </a:cubicBezTo>
                  <a:lnTo>
                    <a:pt x="4176" y="7923"/>
                  </a:lnTo>
                  <a:cubicBezTo>
                    <a:pt x="4176" y="7914"/>
                    <a:pt x="4167" y="7896"/>
                    <a:pt x="4149" y="7887"/>
                  </a:cubicBezTo>
                  <a:cubicBezTo>
                    <a:pt x="4142" y="7885"/>
                    <a:pt x="4135" y="7884"/>
                    <a:pt x="4128" y="7884"/>
                  </a:cubicBezTo>
                  <a:cubicBezTo>
                    <a:pt x="4106" y="7884"/>
                    <a:pt x="4084" y="7894"/>
                    <a:pt x="4078" y="7914"/>
                  </a:cubicBezTo>
                  <a:cubicBezTo>
                    <a:pt x="4060" y="7941"/>
                    <a:pt x="4078" y="7967"/>
                    <a:pt x="4105" y="7985"/>
                  </a:cubicBezTo>
                  <a:cubicBezTo>
                    <a:pt x="4109" y="7987"/>
                    <a:pt x="4115" y="7988"/>
                    <a:pt x="4121" y="7988"/>
                  </a:cubicBezTo>
                  <a:cubicBezTo>
                    <a:pt x="4139" y="7988"/>
                    <a:pt x="4163" y="7978"/>
                    <a:pt x="4176" y="7958"/>
                  </a:cubicBezTo>
                  <a:cubicBezTo>
                    <a:pt x="4176" y="7958"/>
                    <a:pt x="4176" y="7949"/>
                    <a:pt x="4176" y="7941"/>
                  </a:cubicBezTo>
                  <a:lnTo>
                    <a:pt x="4506" y="7941"/>
                  </a:lnTo>
                  <a:cubicBezTo>
                    <a:pt x="4506" y="7976"/>
                    <a:pt x="4506" y="8003"/>
                    <a:pt x="4515" y="8039"/>
                  </a:cubicBezTo>
                  <a:cubicBezTo>
                    <a:pt x="4515" y="8056"/>
                    <a:pt x="4515" y="8083"/>
                    <a:pt x="4515" y="8101"/>
                  </a:cubicBezTo>
                  <a:lnTo>
                    <a:pt x="4328" y="8101"/>
                  </a:lnTo>
                  <a:cubicBezTo>
                    <a:pt x="4328" y="8083"/>
                    <a:pt x="4310" y="8074"/>
                    <a:pt x="4301" y="8065"/>
                  </a:cubicBezTo>
                  <a:cubicBezTo>
                    <a:pt x="4291" y="8059"/>
                    <a:pt x="4281" y="8056"/>
                    <a:pt x="4271" y="8056"/>
                  </a:cubicBezTo>
                  <a:cubicBezTo>
                    <a:pt x="4252" y="8056"/>
                    <a:pt x="4235" y="8066"/>
                    <a:pt x="4229" y="8083"/>
                  </a:cubicBezTo>
                  <a:cubicBezTo>
                    <a:pt x="4212" y="8110"/>
                    <a:pt x="4221" y="8146"/>
                    <a:pt x="4247" y="8155"/>
                  </a:cubicBezTo>
                  <a:cubicBezTo>
                    <a:pt x="4257" y="8161"/>
                    <a:pt x="4267" y="8164"/>
                    <a:pt x="4278" y="8164"/>
                  </a:cubicBezTo>
                  <a:cubicBezTo>
                    <a:pt x="4296" y="8164"/>
                    <a:pt x="4313" y="8154"/>
                    <a:pt x="4319" y="8137"/>
                  </a:cubicBezTo>
                  <a:cubicBezTo>
                    <a:pt x="4328" y="8128"/>
                    <a:pt x="4328" y="8128"/>
                    <a:pt x="4328" y="8119"/>
                  </a:cubicBezTo>
                  <a:lnTo>
                    <a:pt x="4524" y="8119"/>
                  </a:lnTo>
                  <a:cubicBezTo>
                    <a:pt x="4524" y="8164"/>
                    <a:pt x="4533" y="8199"/>
                    <a:pt x="4533" y="8244"/>
                  </a:cubicBezTo>
                  <a:lnTo>
                    <a:pt x="4247" y="8244"/>
                  </a:lnTo>
                  <a:lnTo>
                    <a:pt x="4051" y="8378"/>
                  </a:lnTo>
                  <a:lnTo>
                    <a:pt x="3659" y="8378"/>
                  </a:lnTo>
                  <a:lnTo>
                    <a:pt x="3659" y="8387"/>
                  </a:lnTo>
                  <a:cubicBezTo>
                    <a:pt x="3650" y="8342"/>
                    <a:pt x="3605" y="8315"/>
                    <a:pt x="3560" y="8315"/>
                  </a:cubicBezTo>
                  <a:lnTo>
                    <a:pt x="3534" y="8315"/>
                  </a:lnTo>
                  <a:lnTo>
                    <a:pt x="3534" y="7753"/>
                  </a:lnTo>
                  <a:lnTo>
                    <a:pt x="1803" y="6014"/>
                  </a:lnTo>
                  <a:lnTo>
                    <a:pt x="866" y="6014"/>
                  </a:lnTo>
                  <a:lnTo>
                    <a:pt x="866" y="6031"/>
                  </a:lnTo>
                  <a:lnTo>
                    <a:pt x="1794" y="6031"/>
                  </a:lnTo>
                  <a:lnTo>
                    <a:pt x="3516" y="7762"/>
                  </a:lnTo>
                  <a:lnTo>
                    <a:pt x="3516" y="8315"/>
                  </a:lnTo>
                  <a:lnTo>
                    <a:pt x="3257" y="8315"/>
                  </a:lnTo>
                  <a:cubicBezTo>
                    <a:pt x="3212" y="8315"/>
                    <a:pt x="3177" y="8342"/>
                    <a:pt x="3168" y="8387"/>
                  </a:cubicBezTo>
                  <a:lnTo>
                    <a:pt x="3168" y="8378"/>
                  </a:lnTo>
                  <a:lnTo>
                    <a:pt x="2517" y="8378"/>
                  </a:lnTo>
                  <a:lnTo>
                    <a:pt x="2276" y="8627"/>
                  </a:lnTo>
                  <a:lnTo>
                    <a:pt x="2276" y="9145"/>
                  </a:lnTo>
                  <a:lnTo>
                    <a:pt x="1910" y="9493"/>
                  </a:lnTo>
                  <a:lnTo>
                    <a:pt x="1268" y="9493"/>
                  </a:lnTo>
                  <a:lnTo>
                    <a:pt x="1268" y="9404"/>
                  </a:lnTo>
                  <a:lnTo>
                    <a:pt x="1794" y="9404"/>
                  </a:lnTo>
                  <a:lnTo>
                    <a:pt x="2133" y="9038"/>
                  </a:lnTo>
                  <a:lnTo>
                    <a:pt x="2133" y="7396"/>
                  </a:lnTo>
                  <a:lnTo>
                    <a:pt x="1241" y="6513"/>
                  </a:lnTo>
                  <a:lnTo>
                    <a:pt x="866" y="6513"/>
                  </a:lnTo>
                  <a:lnTo>
                    <a:pt x="866" y="6531"/>
                  </a:lnTo>
                  <a:lnTo>
                    <a:pt x="1232" y="6531"/>
                  </a:lnTo>
                  <a:lnTo>
                    <a:pt x="2115" y="7405"/>
                  </a:lnTo>
                  <a:lnTo>
                    <a:pt x="2115" y="9029"/>
                  </a:lnTo>
                  <a:lnTo>
                    <a:pt x="1785" y="9386"/>
                  </a:lnTo>
                  <a:lnTo>
                    <a:pt x="1268" y="9386"/>
                  </a:lnTo>
                  <a:lnTo>
                    <a:pt x="1268" y="9198"/>
                  </a:lnTo>
                  <a:lnTo>
                    <a:pt x="1669" y="9198"/>
                  </a:lnTo>
                  <a:lnTo>
                    <a:pt x="1892" y="8975"/>
                  </a:lnTo>
                  <a:lnTo>
                    <a:pt x="1892" y="7396"/>
                  </a:lnTo>
                  <a:lnTo>
                    <a:pt x="1883" y="7396"/>
                  </a:lnTo>
                  <a:lnTo>
                    <a:pt x="1241" y="6763"/>
                  </a:lnTo>
                  <a:lnTo>
                    <a:pt x="839" y="6763"/>
                  </a:lnTo>
                  <a:lnTo>
                    <a:pt x="839" y="6781"/>
                  </a:lnTo>
                  <a:lnTo>
                    <a:pt x="1232" y="6781"/>
                  </a:lnTo>
                  <a:lnTo>
                    <a:pt x="1874" y="7405"/>
                  </a:lnTo>
                  <a:lnTo>
                    <a:pt x="1874" y="8975"/>
                  </a:lnTo>
                  <a:lnTo>
                    <a:pt x="1660" y="9181"/>
                  </a:lnTo>
                  <a:lnTo>
                    <a:pt x="1268" y="9181"/>
                  </a:lnTo>
                  <a:lnTo>
                    <a:pt x="1268" y="9154"/>
                  </a:lnTo>
                  <a:cubicBezTo>
                    <a:pt x="1268" y="9082"/>
                    <a:pt x="1223" y="9029"/>
                    <a:pt x="1170" y="9011"/>
                  </a:cubicBezTo>
                  <a:lnTo>
                    <a:pt x="1170" y="8128"/>
                  </a:lnTo>
                  <a:lnTo>
                    <a:pt x="1170" y="8119"/>
                  </a:lnTo>
                  <a:lnTo>
                    <a:pt x="420" y="7396"/>
                  </a:lnTo>
                  <a:lnTo>
                    <a:pt x="420" y="7173"/>
                  </a:lnTo>
                  <a:cubicBezTo>
                    <a:pt x="438" y="7173"/>
                    <a:pt x="456" y="7164"/>
                    <a:pt x="465" y="7147"/>
                  </a:cubicBezTo>
                  <a:cubicBezTo>
                    <a:pt x="474" y="7120"/>
                    <a:pt x="465" y="7084"/>
                    <a:pt x="438" y="7075"/>
                  </a:cubicBezTo>
                  <a:cubicBezTo>
                    <a:pt x="429" y="7069"/>
                    <a:pt x="419" y="7066"/>
                    <a:pt x="410" y="7066"/>
                  </a:cubicBezTo>
                  <a:cubicBezTo>
                    <a:pt x="393" y="7066"/>
                    <a:pt x="378" y="7076"/>
                    <a:pt x="367" y="7093"/>
                  </a:cubicBezTo>
                  <a:cubicBezTo>
                    <a:pt x="358" y="7120"/>
                    <a:pt x="367" y="7155"/>
                    <a:pt x="393" y="7164"/>
                  </a:cubicBezTo>
                  <a:cubicBezTo>
                    <a:pt x="393" y="7173"/>
                    <a:pt x="402" y="7173"/>
                    <a:pt x="402" y="7173"/>
                  </a:cubicBezTo>
                  <a:lnTo>
                    <a:pt x="402" y="7396"/>
                  </a:lnTo>
                  <a:lnTo>
                    <a:pt x="411" y="7405"/>
                  </a:lnTo>
                  <a:lnTo>
                    <a:pt x="1152" y="8137"/>
                  </a:lnTo>
                  <a:lnTo>
                    <a:pt x="1152" y="9002"/>
                  </a:lnTo>
                  <a:lnTo>
                    <a:pt x="1027" y="9002"/>
                  </a:lnTo>
                  <a:lnTo>
                    <a:pt x="1027" y="8190"/>
                  </a:lnTo>
                  <a:lnTo>
                    <a:pt x="251" y="7432"/>
                  </a:lnTo>
                  <a:lnTo>
                    <a:pt x="251" y="7120"/>
                  </a:lnTo>
                  <a:cubicBezTo>
                    <a:pt x="260" y="7120"/>
                    <a:pt x="277" y="7111"/>
                    <a:pt x="286" y="7093"/>
                  </a:cubicBezTo>
                  <a:cubicBezTo>
                    <a:pt x="304" y="7066"/>
                    <a:pt x="286" y="7039"/>
                    <a:pt x="260" y="7022"/>
                  </a:cubicBezTo>
                  <a:cubicBezTo>
                    <a:pt x="253" y="7019"/>
                    <a:pt x="246" y="7018"/>
                    <a:pt x="240" y="7018"/>
                  </a:cubicBezTo>
                  <a:cubicBezTo>
                    <a:pt x="220" y="7018"/>
                    <a:pt x="202" y="7028"/>
                    <a:pt x="188" y="7048"/>
                  </a:cubicBezTo>
                  <a:cubicBezTo>
                    <a:pt x="179" y="7075"/>
                    <a:pt x="188" y="7102"/>
                    <a:pt x="215" y="7120"/>
                  </a:cubicBezTo>
                  <a:lnTo>
                    <a:pt x="233" y="7120"/>
                  </a:lnTo>
                  <a:lnTo>
                    <a:pt x="233" y="7441"/>
                  </a:lnTo>
                  <a:lnTo>
                    <a:pt x="1009" y="8199"/>
                  </a:lnTo>
                  <a:lnTo>
                    <a:pt x="1009" y="9002"/>
                  </a:lnTo>
                  <a:lnTo>
                    <a:pt x="875" y="9002"/>
                  </a:lnTo>
                  <a:lnTo>
                    <a:pt x="875" y="8699"/>
                  </a:lnTo>
                  <a:lnTo>
                    <a:pt x="875" y="8690"/>
                  </a:lnTo>
                  <a:lnTo>
                    <a:pt x="331" y="8164"/>
                  </a:lnTo>
                  <a:lnTo>
                    <a:pt x="37" y="8164"/>
                  </a:lnTo>
                  <a:lnTo>
                    <a:pt x="37" y="4372"/>
                  </a:lnTo>
                  <a:lnTo>
                    <a:pt x="804" y="4372"/>
                  </a:lnTo>
                  <a:lnTo>
                    <a:pt x="1205" y="3953"/>
                  </a:lnTo>
                  <a:cubicBezTo>
                    <a:pt x="1214" y="3962"/>
                    <a:pt x="1223" y="3971"/>
                    <a:pt x="1241" y="3971"/>
                  </a:cubicBezTo>
                  <a:cubicBezTo>
                    <a:pt x="1268" y="3971"/>
                    <a:pt x="1294" y="3944"/>
                    <a:pt x="1294" y="3917"/>
                  </a:cubicBezTo>
                  <a:cubicBezTo>
                    <a:pt x="1294" y="3881"/>
                    <a:pt x="1268" y="3864"/>
                    <a:pt x="1241" y="3864"/>
                  </a:cubicBezTo>
                  <a:cubicBezTo>
                    <a:pt x="1205" y="3864"/>
                    <a:pt x="1187" y="3881"/>
                    <a:pt x="1187" y="3917"/>
                  </a:cubicBezTo>
                  <a:cubicBezTo>
                    <a:pt x="1187" y="3926"/>
                    <a:pt x="1187" y="3935"/>
                    <a:pt x="1196" y="3944"/>
                  </a:cubicBezTo>
                  <a:lnTo>
                    <a:pt x="795" y="4354"/>
                  </a:lnTo>
                  <a:lnTo>
                    <a:pt x="37" y="4354"/>
                  </a:lnTo>
                  <a:lnTo>
                    <a:pt x="37" y="4256"/>
                  </a:lnTo>
                  <a:lnTo>
                    <a:pt x="715" y="4256"/>
                  </a:lnTo>
                  <a:lnTo>
                    <a:pt x="1000" y="3962"/>
                  </a:lnTo>
                  <a:cubicBezTo>
                    <a:pt x="1009" y="3962"/>
                    <a:pt x="1018" y="3971"/>
                    <a:pt x="1027" y="3971"/>
                  </a:cubicBezTo>
                  <a:cubicBezTo>
                    <a:pt x="1054" y="3971"/>
                    <a:pt x="1080" y="3944"/>
                    <a:pt x="1080" y="3917"/>
                  </a:cubicBezTo>
                  <a:cubicBezTo>
                    <a:pt x="1080" y="3881"/>
                    <a:pt x="1054" y="3864"/>
                    <a:pt x="1027" y="3864"/>
                  </a:cubicBezTo>
                  <a:cubicBezTo>
                    <a:pt x="991" y="3864"/>
                    <a:pt x="973" y="3881"/>
                    <a:pt x="973" y="3917"/>
                  </a:cubicBezTo>
                  <a:cubicBezTo>
                    <a:pt x="973" y="3926"/>
                    <a:pt x="973" y="3944"/>
                    <a:pt x="982" y="3953"/>
                  </a:cubicBezTo>
                  <a:lnTo>
                    <a:pt x="706" y="4238"/>
                  </a:lnTo>
                  <a:lnTo>
                    <a:pt x="37" y="4238"/>
                  </a:lnTo>
                  <a:lnTo>
                    <a:pt x="37" y="4122"/>
                  </a:lnTo>
                  <a:lnTo>
                    <a:pt x="616" y="4122"/>
                  </a:lnTo>
                  <a:lnTo>
                    <a:pt x="768" y="3962"/>
                  </a:lnTo>
                  <a:cubicBezTo>
                    <a:pt x="777" y="3962"/>
                    <a:pt x="786" y="3971"/>
                    <a:pt x="804" y="3971"/>
                  </a:cubicBezTo>
                  <a:cubicBezTo>
                    <a:pt x="831" y="3971"/>
                    <a:pt x="857" y="3944"/>
                    <a:pt x="857" y="3917"/>
                  </a:cubicBezTo>
                  <a:cubicBezTo>
                    <a:pt x="857" y="3881"/>
                    <a:pt x="831" y="3864"/>
                    <a:pt x="804" y="3864"/>
                  </a:cubicBezTo>
                  <a:cubicBezTo>
                    <a:pt x="768" y="3864"/>
                    <a:pt x="750" y="3881"/>
                    <a:pt x="750" y="3917"/>
                  </a:cubicBezTo>
                  <a:cubicBezTo>
                    <a:pt x="750" y="3926"/>
                    <a:pt x="750" y="3935"/>
                    <a:pt x="759" y="3944"/>
                  </a:cubicBezTo>
                  <a:lnTo>
                    <a:pt x="608" y="4104"/>
                  </a:lnTo>
                  <a:lnTo>
                    <a:pt x="37" y="4104"/>
                  </a:lnTo>
                  <a:lnTo>
                    <a:pt x="37" y="3453"/>
                  </a:lnTo>
                  <a:lnTo>
                    <a:pt x="313" y="3453"/>
                  </a:lnTo>
                  <a:lnTo>
                    <a:pt x="465" y="3578"/>
                  </a:lnTo>
                  <a:cubicBezTo>
                    <a:pt x="456" y="3587"/>
                    <a:pt x="447" y="3605"/>
                    <a:pt x="447" y="3614"/>
                  </a:cubicBezTo>
                  <a:cubicBezTo>
                    <a:pt x="447" y="3650"/>
                    <a:pt x="474" y="3667"/>
                    <a:pt x="500" y="3667"/>
                  </a:cubicBezTo>
                  <a:cubicBezTo>
                    <a:pt x="536" y="3667"/>
                    <a:pt x="554" y="3650"/>
                    <a:pt x="554" y="3614"/>
                  </a:cubicBezTo>
                  <a:cubicBezTo>
                    <a:pt x="554" y="3587"/>
                    <a:pt x="536" y="3560"/>
                    <a:pt x="500" y="3560"/>
                  </a:cubicBezTo>
                  <a:cubicBezTo>
                    <a:pt x="492" y="3560"/>
                    <a:pt x="483" y="3569"/>
                    <a:pt x="483" y="3569"/>
                  </a:cubicBezTo>
                  <a:lnTo>
                    <a:pt x="322" y="3435"/>
                  </a:lnTo>
                  <a:lnTo>
                    <a:pt x="37" y="3435"/>
                  </a:lnTo>
                  <a:lnTo>
                    <a:pt x="37" y="3355"/>
                  </a:lnTo>
                  <a:lnTo>
                    <a:pt x="447" y="3355"/>
                  </a:lnTo>
                  <a:lnTo>
                    <a:pt x="706" y="3587"/>
                  </a:lnTo>
                  <a:cubicBezTo>
                    <a:pt x="697" y="3596"/>
                    <a:pt x="697" y="3605"/>
                    <a:pt x="697" y="3614"/>
                  </a:cubicBezTo>
                  <a:cubicBezTo>
                    <a:pt x="697" y="3650"/>
                    <a:pt x="715" y="3667"/>
                    <a:pt x="750" y="3667"/>
                  </a:cubicBezTo>
                  <a:cubicBezTo>
                    <a:pt x="777" y="3667"/>
                    <a:pt x="804" y="3650"/>
                    <a:pt x="804" y="3614"/>
                  </a:cubicBezTo>
                  <a:cubicBezTo>
                    <a:pt x="804" y="3587"/>
                    <a:pt x="777" y="3560"/>
                    <a:pt x="750" y="3560"/>
                  </a:cubicBezTo>
                  <a:cubicBezTo>
                    <a:pt x="732" y="3560"/>
                    <a:pt x="723" y="3569"/>
                    <a:pt x="715" y="3569"/>
                  </a:cubicBezTo>
                  <a:lnTo>
                    <a:pt x="456" y="3337"/>
                  </a:lnTo>
                  <a:lnTo>
                    <a:pt x="37" y="3337"/>
                  </a:lnTo>
                  <a:lnTo>
                    <a:pt x="37" y="3186"/>
                  </a:lnTo>
                  <a:lnTo>
                    <a:pt x="518" y="3186"/>
                  </a:lnTo>
                  <a:lnTo>
                    <a:pt x="947" y="3587"/>
                  </a:lnTo>
                  <a:cubicBezTo>
                    <a:pt x="938" y="3596"/>
                    <a:pt x="938" y="3605"/>
                    <a:pt x="938" y="3614"/>
                  </a:cubicBezTo>
                  <a:cubicBezTo>
                    <a:pt x="938" y="3650"/>
                    <a:pt x="964" y="3667"/>
                    <a:pt x="991" y="3667"/>
                  </a:cubicBezTo>
                  <a:cubicBezTo>
                    <a:pt x="1018" y="3667"/>
                    <a:pt x="1045" y="3650"/>
                    <a:pt x="1045" y="3614"/>
                  </a:cubicBezTo>
                  <a:cubicBezTo>
                    <a:pt x="1045" y="3587"/>
                    <a:pt x="1018" y="3560"/>
                    <a:pt x="991" y="3560"/>
                  </a:cubicBezTo>
                  <a:cubicBezTo>
                    <a:pt x="973" y="3560"/>
                    <a:pt x="964" y="3569"/>
                    <a:pt x="955" y="3578"/>
                  </a:cubicBezTo>
                  <a:lnTo>
                    <a:pt x="527" y="3168"/>
                  </a:lnTo>
                  <a:lnTo>
                    <a:pt x="37" y="3168"/>
                  </a:lnTo>
                  <a:lnTo>
                    <a:pt x="37" y="1946"/>
                  </a:lnTo>
                  <a:lnTo>
                    <a:pt x="286" y="1946"/>
                  </a:lnTo>
                  <a:lnTo>
                    <a:pt x="393" y="1856"/>
                  </a:lnTo>
                  <a:close/>
                  <a:moveTo>
                    <a:pt x="4051" y="8708"/>
                  </a:moveTo>
                  <a:lnTo>
                    <a:pt x="4203" y="8842"/>
                  </a:lnTo>
                  <a:lnTo>
                    <a:pt x="4542" y="8842"/>
                  </a:lnTo>
                  <a:cubicBezTo>
                    <a:pt x="4542" y="8895"/>
                    <a:pt x="4524" y="8949"/>
                    <a:pt x="4506" y="8993"/>
                  </a:cubicBezTo>
                  <a:cubicBezTo>
                    <a:pt x="4399" y="9279"/>
                    <a:pt x="4149" y="9644"/>
                    <a:pt x="3828" y="9983"/>
                  </a:cubicBezTo>
                  <a:lnTo>
                    <a:pt x="3828" y="9279"/>
                  </a:lnTo>
                  <a:lnTo>
                    <a:pt x="3614" y="9056"/>
                  </a:lnTo>
                  <a:lnTo>
                    <a:pt x="3614" y="8797"/>
                  </a:lnTo>
                  <a:lnTo>
                    <a:pt x="3605" y="8797"/>
                  </a:lnTo>
                  <a:cubicBezTo>
                    <a:pt x="3632" y="8788"/>
                    <a:pt x="3659" y="8752"/>
                    <a:pt x="3659" y="8708"/>
                  </a:cubicBezTo>
                  <a:close/>
                  <a:moveTo>
                    <a:pt x="3596" y="8806"/>
                  </a:moveTo>
                  <a:lnTo>
                    <a:pt x="3596" y="9056"/>
                  </a:lnTo>
                  <a:lnTo>
                    <a:pt x="3810" y="9279"/>
                  </a:lnTo>
                  <a:lnTo>
                    <a:pt x="3810" y="10010"/>
                  </a:lnTo>
                  <a:cubicBezTo>
                    <a:pt x="3792" y="10037"/>
                    <a:pt x="3766" y="10064"/>
                    <a:pt x="3739" y="10090"/>
                  </a:cubicBezTo>
                  <a:lnTo>
                    <a:pt x="3739" y="9305"/>
                  </a:lnTo>
                  <a:lnTo>
                    <a:pt x="3516" y="9091"/>
                  </a:lnTo>
                  <a:lnTo>
                    <a:pt x="3516" y="8806"/>
                  </a:lnTo>
                  <a:close/>
                  <a:moveTo>
                    <a:pt x="3498" y="8806"/>
                  </a:moveTo>
                  <a:lnTo>
                    <a:pt x="3498" y="9091"/>
                  </a:lnTo>
                  <a:lnTo>
                    <a:pt x="3721" y="9314"/>
                  </a:lnTo>
                  <a:lnTo>
                    <a:pt x="3721" y="10108"/>
                  </a:lnTo>
                  <a:cubicBezTo>
                    <a:pt x="3676" y="10153"/>
                    <a:pt x="3632" y="10198"/>
                    <a:pt x="3587" y="10242"/>
                  </a:cubicBezTo>
                  <a:lnTo>
                    <a:pt x="3587" y="9377"/>
                  </a:lnTo>
                  <a:cubicBezTo>
                    <a:pt x="3605" y="9377"/>
                    <a:pt x="3614" y="9368"/>
                    <a:pt x="3623" y="9350"/>
                  </a:cubicBezTo>
                  <a:cubicBezTo>
                    <a:pt x="3641" y="9323"/>
                    <a:pt x="3632" y="9297"/>
                    <a:pt x="3605" y="9279"/>
                  </a:cubicBezTo>
                  <a:cubicBezTo>
                    <a:pt x="3598" y="9276"/>
                    <a:pt x="3591" y="9275"/>
                    <a:pt x="3584" y="9275"/>
                  </a:cubicBezTo>
                  <a:cubicBezTo>
                    <a:pt x="3562" y="9275"/>
                    <a:pt x="3540" y="9285"/>
                    <a:pt x="3534" y="9305"/>
                  </a:cubicBezTo>
                  <a:cubicBezTo>
                    <a:pt x="3516" y="9332"/>
                    <a:pt x="3525" y="9359"/>
                    <a:pt x="3551" y="9377"/>
                  </a:cubicBezTo>
                  <a:lnTo>
                    <a:pt x="3569" y="9377"/>
                  </a:lnTo>
                  <a:lnTo>
                    <a:pt x="3569" y="10260"/>
                  </a:lnTo>
                  <a:cubicBezTo>
                    <a:pt x="3525" y="10305"/>
                    <a:pt x="3480" y="10349"/>
                    <a:pt x="3435" y="10385"/>
                  </a:cubicBezTo>
                  <a:lnTo>
                    <a:pt x="3435" y="9484"/>
                  </a:lnTo>
                  <a:cubicBezTo>
                    <a:pt x="3453" y="9484"/>
                    <a:pt x="3471" y="9475"/>
                    <a:pt x="3480" y="9457"/>
                  </a:cubicBezTo>
                  <a:cubicBezTo>
                    <a:pt x="3489" y="9430"/>
                    <a:pt x="3480" y="9404"/>
                    <a:pt x="3453" y="9386"/>
                  </a:cubicBezTo>
                  <a:cubicBezTo>
                    <a:pt x="3447" y="9383"/>
                    <a:pt x="3439" y="9382"/>
                    <a:pt x="3432" y="9382"/>
                  </a:cubicBezTo>
                  <a:cubicBezTo>
                    <a:pt x="3410" y="9382"/>
                    <a:pt x="3389" y="9392"/>
                    <a:pt x="3382" y="9412"/>
                  </a:cubicBezTo>
                  <a:cubicBezTo>
                    <a:pt x="3364" y="9439"/>
                    <a:pt x="3373" y="9466"/>
                    <a:pt x="3400" y="9484"/>
                  </a:cubicBezTo>
                  <a:lnTo>
                    <a:pt x="3418" y="9484"/>
                  </a:lnTo>
                  <a:lnTo>
                    <a:pt x="3418" y="10403"/>
                  </a:lnTo>
                  <a:cubicBezTo>
                    <a:pt x="3364" y="10447"/>
                    <a:pt x="3311" y="10501"/>
                    <a:pt x="3257" y="10545"/>
                  </a:cubicBezTo>
                  <a:lnTo>
                    <a:pt x="3257" y="9680"/>
                  </a:lnTo>
                  <a:cubicBezTo>
                    <a:pt x="3275" y="9680"/>
                    <a:pt x="3293" y="9671"/>
                    <a:pt x="3302" y="9653"/>
                  </a:cubicBezTo>
                  <a:cubicBezTo>
                    <a:pt x="3311" y="9627"/>
                    <a:pt x="3302" y="9591"/>
                    <a:pt x="3275" y="9582"/>
                  </a:cubicBezTo>
                  <a:cubicBezTo>
                    <a:pt x="3267" y="9577"/>
                    <a:pt x="3259" y="9575"/>
                    <a:pt x="3251" y="9575"/>
                  </a:cubicBezTo>
                  <a:cubicBezTo>
                    <a:pt x="3230" y="9575"/>
                    <a:pt x="3210" y="9589"/>
                    <a:pt x="3204" y="9609"/>
                  </a:cubicBezTo>
                  <a:cubicBezTo>
                    <a:pt x="3186" y="9636"/>
                    <a:pt x="3204" y="9662"/>
                    <a:pt x="3221" y="9680"/>
                  </a:cubicBezTo>
                  <a:lnTo>
                    <a:pt x="3239" y="9680"/>
                  </a:lnTo>
                  <a:lnTo>
                    <a:pt x="3239" y="10563"/>
                  </a:lnTo>
                  <a:cubicBezTo>
                    <a:pt x="3195" y="10599"/>
                    <a:pt x="3150" y="10635"/>
                    <a:pt x="3105" y="10670"/>
                  </a:cubicBezTo>
                  <a:lnTo>
                    <a:pt x="3105" y="9350"/>
                  </a:lnTo>
                  <a:lnTo>
                    <a:pt x="3373" y="9073"/>
                  </a:lnTo>
                  <a:lnTo>
                    <a:pt x="3373" y="8806"/>
                  </a:lnTo>
                  <a:close/>
                  <a:moveTo>
                    <a:pt x="3177" y="8770"/>
                  </a:moveTo>
                  <a:cubicBezTo>
                    <a:pt x="3195" y="8788"/>
                    <a:pt x="3221" y="8806"/>
                    <a:pt x="3257" y="8806"/>
                  </a:cubicBezTo>
                  <a:lnTo>
                    <a:pt x="3355" y="8806"/>
                  </a:lnTo>
                  <a:lnTo>
                    <a:pt x="3355" y="9065"/>
                  </a:lnTo>
                  <a:lnTo>
                    <a:pt x="3088" y="9341"/>
                  </a:lnTo>
                  <a:lnTo>
                    <a:pt x="3088" y="10679"/>
                  </a:lnTo>
                  <a:cubicBezTo>
                    <a:pt x="3061" y="10706"/>
                    <a:pt x="3034" y="10724"/>
                    <a:pt x="3007" y="10751"/>
                  </a:cubicBezTo>
                  <a:lnTo>
                    <a:pt x="3007" y="9332"/>
                  </a:lnTo>
                  <a:lnTo>
                    <a:pt x="3257" y="9073"/>
                  </a:lnTo>
                  <a:lnTo>
                    <a:pt x="3257" y="8806"/>
                  </a:lnTo>
                  <a:lnTo>
                    <a:pt x="3239" y="8806"/>
                  </a:lnTo>
                  <a:lnTo>
                    <a:pt x="3239" y="9065"/>
                  </a:lnTo>
                  <a:lnTo>
                    <a:pt x="2981" y="9323"/>
                  </a:lnTo>
                  <a:lnTo>
                    <a:pt x="2981" y="10760"/>
                  </a:lnTo>
                  <a:cubicBezTo>
                    <a:pt x="2900" y="10822"/>
                    <a:pt x="2820" y="10876"/>
                    <a:pt x="2740" y="10929"/>
                  </a:cubicBezTo>
                  <a:lnTo>
                    <a:pt x="2740" y="8859"/>
                  </a:lnTo>
                  <a:lnTo>
                    <a:pt x="2820" y="8779"/>
                  </a:lnTo>
                  <a:lnTo>
                    <a:pt x="3177" y="8779"/>
                  </a:lnTo>
                  <a:lnTo>
                    <a:pt x="3177" y="8770"/>
                  </a:lnTo>
                  <a:close/>
                  <a:moveTo>
                    <a:pt x="3159" y="8627"/>
                  </a:moveTo>
                  <a:lnTo>
                    <a:pt x="3159" y="8708"/>
                  </a:lnTo>
                  <a:cubicBezTo>
                    <a:pt x="3159" y="8726"/>
                    <a:pt x="3168" y="8743"/>
                    <a:pt x="3177" y="8761"/>
                  </a:cubicBezTo>
                  <a:lnTo>
                    <a:pt x="2811" y="8761"/>
                  </a:lnTo>
                  <a:lnTo>
                    <a:pt x="2722" y="8850"/>
                  </a:lnTo>
                  <a:lnTo>
                    <a:pt x="2722" y="10938"/>
                  </a:lnTo>
                  <a:cubicBezTo>
                    <a:pt x="2686" y="10956"/>
                    <a:pt x="2650" y="10974"/>
                    <a:pt x="2615" y="10991"/>
                  </a:cubicBezTo>
                  <a:lnTo>
                    <a:pt x="2615" y="8752"/>
                  </a:lnTo>
                  <a:lnTo>
                    <a:pt x="2740" y="8627"/>
                  </a:lnTo>
                  <a:close/>
                  <a:moveTo>
                    <a:pt x="313" y="8547"/>
                  </a:moveTo>
                  <a:lnTo>
                    <a:pt x="563" y="8770"/>
                  </a:lnTo>
                  <a:lnTo>
                    <a:pt x="563" y="9011"/>
                  </a:lnTo>
                  <a:lnTo>
                    <a:pt x="572" y="9011"/>
                  </a:lnTo>
                  <a:cubicBezTo>
                    <a:pt x="509" y="9029"/>
                    <a:pt x="474" y="9091"/>
                    <a:pt x="474" y="9154"/>
                  </a:cubicBezTo>
                  <a:lnTo>
                    <a:pt x="474" y="9636"/>
                  </a:lnTo>
                  <a:cubicBezTo>
                    <a:pt x="474" y="9725"/>
                    <a:pt x="545" y="9796"/>
                    <a:pt x="625" y="9796"/>
                  </a:cubicBezTo>
                  <a:lnTo>
                    <a:pt x="768" y="9796"/>
                  </a:lnTo>
                  <a:lnTo>
                    <a:pt x="768" y="11099"/>
                  </a:lnTo>
                  <a:cubicBezTo>
                    <a:pt x="652" y="11063"/>
                    <a:pt x="545" y="11036"/>
                    <a:pt x="456" y="11000"/>
                  </a:cubicBezTo>
                  <a:lnTo>
                    <a:pt x="456" y="10269"/>
                  </a:lnTo>
                  <a:lnTo>
                    <a:pt x="625" y="10073"/>
                  </a:lnTo>
                  <a:lnTo>
                    <a:pt x="625" y="9796"/>
                  </a:lnTo>
                  <a:lnTo>
                    <a:pt x="608" y="9796"/>
                  </a:lnTo>
                  <a:lnTo>
                    <a:pt x="608" y="10073"/>
                  </a:lnTo>
                  <a:lnTo>
                    <a:pt x="438" y="10260"/>
                  </a:lnTo>
                  <a:lnTo>
                    <a:pt x="438" y="10991"/>
                  </a:lnTo>
                  <a:cubicBezTo>
                    <a:pt x="331" y="10947"/>
                    <a:pt x="242" y="10893"/>
                    <a:pt x="179" y="10840"/>
                  </a:cubicBezTo>
                  <a:cubicBezTo>
                    <a:pt x="126" y="10786"/>
                    <a:pt x="54" y="10572"/>
                    <a:pt x="37" y="10492"/>
                  </a:cubicBezTo>
                  <a:lnTo>
                    <a:pt x="37" y="8547"/>
                  </a:lnTo>
                  <a:close/>
                  <a:moveTo>
                    <a:pt x="938" y="9796"/>
                  </a:moveTo>
                  <a:lnTo>
                    <a:pt x="938" y="10135"/>
                  </a:lnTo>
                  <a:lnTo>
                    <a:pt x="947" y="10144"/>
                  </a:lnTo>
                  <a:lnTo>
                    <a:pt x="1571" y="10768"/>
                  </a:lnTo>
                  <a:lnTo>
                    <a:pt x="1571" y="11197"/>
                  </a:lnTo>
                  <a:cubicBezTo>
                    <a:pt x="1437" y="11188"/>
                    <a:pt x="1303" y="11179"/>
                    <a:pt x="1170" y="11161"/>
                  </a:cubicBezTo>
                  <a:cubicBezTo>
                    <a:pt x="1036" y="11152"/>
                    <a:pt x="902" y="11125"/>
                    <a:pt x="786" y="11099"/>
                  </a:cubicBezTo>
                  <a:lnTo>
                    <a:pt x="786" y="9796"/>
                  </a:lnTo>
                  <a:close/>
                  <a:moveTo>
                    <a:pt x="1089" y="9796"/>
                  </a:moveTo>
                  <a:lnTo>
                    <a:pt x="1089" y="10090"/>
                  </a:lnTo>
                  <a:lnTo>
                    <a:pt x="1089" y="10099"/>
                  </a:lnTo>
                  <a:lnTo>
                    <a:pt x="1732" y="10742"/>
                  </a:lnTo>
                  <a:lnTo>
                    <a:pt x="1732" y="11197"/>
                  </a:lnTo>
                  <a:lnTo>
                    <a:pt x="1589" y="11197"/>
                  </a:lnTo>
                  <a:lnTo>
                    <a:pt x="1589" y="10760"/>
                  </a:lnTo>
                  <a:lnTo>
                    <a:pt x="955" y="10135"/>
                  </a:lnTo>
                  <a:lnTo>
                    <a:pt x="955" y="9796"/>
                  </a:lnTo>
                  <a:close/>
                  <a:moveTo>
                    <a:pt x="3168" y="8395"/>
                  </a:moveTo>
                  <a:cubicBezTo>
                    <a:pt x="3168" y="8404"/>
                    <a:pt x="3159" y="8404"/>
                    <a:pt x="3159" y="8413"/>
                  </a:cubicBezTo>
                  <a:lnTo>
                    <a:pt x="3159" y="8485"/>
                  </a:lnTo>
                  <a:lnTo>
                    <a:pt x="2624" y="8485"/>
                  </a:lnTo>
                  <a:lnTo>
                    <a:pt x="2454" y="8645"/>
                  </a:lnTo>
                  <a:lnTo>
                    <a:pt x="2454" y="9181"/>
                  </a:lnTo>
                  <a:lnTo>
                    <a:pt x="2008" y="9636"/>
                  </a:lnTo>
                  <a:lnTo>
                    <a:pt x="1268" y="9636"/>
                  </a:lnTo>
                  <a:lnTo>
                    <a:pt x="1268" y="9653"/>
                  </a:lnTo>
                  <a:lnTo>
                    <a:pt x="2017" y="9653"/>
                  </a:lnTo>
                  <a:lnTo>
                    <a:pt x="2472" y="9189"/>
                  </a:lnTo>
                  <a:lnTo>
                    <a:pt x="2472" y="8645"/>
                  </a:lnTo>
                  <a:lnTo>
                    <a:pt x="2633" y="8503"/>
                  </a:lnTo>
                  <a:lnTo>
                    <a:pt x="3159" y="8503"/>
                  </a:lnTo>
                  <a:lnTo>
                    <a:pt x="3159" y="8610"/>
                  </a:lnTo>
                  <a:lnTo>
                    <a:pt x="2731" y="8610"/>
                  </a:lnTo>
                  <a:lnTo>
                    <a:pt x="2597" y="8743"/>
                  </a:lnTo>
                  <a:lnTo>
                    <a:pt x="2597" y="11000"/>
                  </a:lnTo>
                  <a:cubicBezTo>
                    <a:pt x="2561" y="11018"/>
                    <a:pt x="2526" y="11036"/>
                    <a:pt x="2490" y="11054"/>
                  </a:cubicBezTo>
                  <a:lnTo>
                    <a:pt x="2490" y="10349"/>
                  </a:lnTo>
                  <a:lnTo>
                    <a:pt x="2071" y="9957"/>
                  </a:lnTo>
                  <a:cubicBezTo>
                    <a:pt x="2071" y="9957"/>
                    <a:pt x="2071" y="9948"/>
                    <a:pt x="2071" y="9948"/>
                  </a:cubicBezTo>
                  <a:cubicBezTo>
                    <a:pt x="2079" y="9921"/>
                    <a:pt x="2071" y="9894"/>
                    <a:pt x="2044" y="9876"/>
                  </a:cubicBezTo>
                  <a:cubicBezTo>
                    <a:pt x="2037" y="9874"/>
                    <a:pt x="2030" y="9873"/>
                    <a:pt x="2024" y="9873"/>
                  </a:cubicBezTo>
                  <a:cubicBezTo>
                    <a:pt x="2004" y="9873"/>
                    <a:pt x="1986" y="9883"/>
                    <a:pt x="1972" y="9903"/>
                  </a:cubicBezTo>
                  <a:cubicBezTo>
                    <a:pt x="1964" y="9930"/>
                    <a:pt x="1972" y="9957"/>
                    <a:pt x="1999" y="9974"/>
                  </a:cubicBezTo>
                  <a:cubicBezTo>
                    <a:pt x="2007" y="9978"/>
                    <a:pt x="2014" y="9980"/>
                    <a:pt x="2021" y="9980"/>
                  </a:cubicBezTo>
                  <a:cubicBezTo>
                    <a:pt x="2032" y="9980"/>
                    <a:pt x="2042" y="9976"/>
                    <a:pt x="2053" y="9966"/>
                  </a:cubicBezTo>
                  <a:lnTo>
                    <a:pt x="2472" y="10358"/>
                  </a:lnTo>
                  <a:lnTo>
                    <a:pt x="2472" y="11063"/>
                  </a:lnTo>
                  <a:cubicBezTo>
                    <a:pt x="2427" y="11090"/>
                    <a:pt x="2383" y="11107"/>
                    <a:pt x="2329" y="11116"/>
                  </a:cubicBezTo>
                  <a:lnTo>
                    <a:pt x="2329" y="10483"/>
                  </a:lnTo>
                  <a:lnTo>
                    <a:pt x="1928" y="10117"/>
                  </a:lnTo>
                  <a:cubicBezTo>
                    <a:pt x="1937" y="10090"/>
                    <a:pt x="1928" y="10055"/>
                    <a:pt x="1901" y="10046"/>
                  </a:cubicBezTo>
                  <a:cubicBezTo>
                    <a:pt x="1892" y="10040"/>
                    <a:pt x="1882" y="10037"/>
                    <a:pt x="1873" y="10037"/>
                  </a:cubicBezTo>
                  <a:cubicBezTo>
                    <a:pt x="1856" y="10037"/>
                    <a:pt x="1841" y="10046"/>
                    <a:pt x="1830" y="10064"/>
                  </a:cubicBezTo>
                  <a:cubicBezTo>
                    <a:pt x="1821" y="10090"/>
                    <a:pt x="1830" y="10126"/>
                    <a:pt x="1856" y="10135"/>
                  </a:cubicBezTo>
                  <a:cubicBezTo>
                    <a:pt x="1865" y="10140"/>
                    <a:pt x="1877" y="10142"/>
                    <a:pt x="1887" y="10142"/>
                  </a:cubicBezTo>
                  <a:cubicBezTo>
                    <a:pt x="1897" y="10142"/>
                    <a:pt x="1906" y="10140"/>
                    <a:pt x="1910" y="10135"/>
                  </a:cubicBezTo>
                  <a:lnTo>
                    <a:pt x="2311" y="10492"/>
                  </a:lnTo>
                  <a:lnTo>
                    <a:pt x="2311" y="11125"/>
                  </a:lnTo>
                  <a:cubicBezTo>
                    <a:pt x="2294" y="11134"/>
                    <a:pt x="2267" y="11134"/>
                    <a:pt x="2249" y="11143"/>
                  </a:cubicBezTo>
                  <a:cubicBezTo>
                    <a:pt x="2231" y="11143"/>
                    <a:pt x="2204" y="11152"/>
                    <a:pt x="2187" y="11152"/>
                  </a:cubicBezTo>
                  <a:lnTo>
                    <a:pt x="2187" y="10661"/>
                  </a:lnTo>
                  <a:lnTo>
                    <a:pt x="1758" y="10251"/>
                  </a:lnTo>
                  <a:cubicBezTo>
                    <a:pt x="1758" y="10251"/>
                    <a:pt x="1758" y="10242"/>
                    <a:pt x="1767" y="10242"/>
                  </a:cubicBezTo>
                  <a:cubicBezTo>
                    <a:pt x="1776" y="10215"/>
                    <a:pt x="1767" y="10189"/>
                    <a:pt x="1740" y="10171"/>
                  </a:cubicBezTo>
                  <a:cubicBezTo>
                    <a:pt x="1734" y="10169"/>
                    <a:pt x="1727" y="10167"/>
                    <a:pt x="1719" y="10167"/>
                  </a:cubicBezTo>
                  <a:cubicBezTo>
                    <a:pt x="1698" y="10167"/>
                    <a:pt x="1676" y="10177"/>
                    <a:pt x="1669" y="10198"/>
                  </a:cubicBezTo>
                  <a:cubicBezTo>
                    <a:pt x="1651" y="10224"/>
                    <a:pt x="1660" y="10251"/>
                    <a:pt x="1687" y="10269"/>
                  </a:cubicBezTo>
                  <a:cubicBezTo>
                    <a:pt x="1698" y="10273"/>
                    <a:pt x="1708" y="10275"/>
                    <a:pt x="1716" y="10275"/>
                  </a:cubicBezTo>
                  <a:cubicBezTo>
                    <a:pt x="1729" y="10275"/>
                    <a:pt x="1739" y="10270"/>
                    <a:pt x="1749" y="10260"/>
                  </a:cubicBezTo>
                  <a:lnTo>
                    <a:pt x="2169" y="10670"/>
                  </a:lnTo>
                  <a:lnTo>
                    <a:pt x="2169" y="11161"/>
                  </a:lnTo>
                  <a:cubicBezTo>
                    <a:pt x="2044" y="11179"/>
                    <a:pt x="1901" y="11197"/>
                    <a:pt x="1749" y="11197"/>
                  </a:cubicBezTo>
                  <a:lnTo>
                    <a:pt x="1749" y="10733"/>
                  </a:lnTo>
                  <a:lnTo>
                    <a:pt x="1740" y="10733"/>
                  </a:lnTo>
                  <a:lnTo>
                    <a:pt x="1107" y="10090"/>
                  </a:lnTo>
                  <a:lnTo>
                    <a:pt x="1107" y="9796"/>
                  </a:lnTo>
                  <a:lnTo>
                    <a:pt x="1116" y="9796"/>
                  </a:lnTo>
                  <a:cubicBezTo>
                    <a:pt x="1196" y="9796"/>
                    <a:pt x="1268" y="9725"/>
                    <a:pt x="1268" y="9636"/>
                  </a:cubicBezTo>
                  <a:lnTo>
                    <a:pt x="1268" y="9511"/>
                  </a:lnTo>
                  <a:lnTo>
                    <a:pt x="1919" y="9511"/>
                  </a:lnTo>
                  <a:lnTo>
                    <a:pt x="2294" y="9154"/>
                  </a:lnTo>
                  <a:lnTo>
                    <a:pt x="2294" y="8627"/>
                  </a:lnTo>
                  <a:lnTo>
                    <a:pt x="2526" y="8395"/>
                  </a:lnTo>
                  <a:close/>
                  <a:moveTo>
                    <a:pt x="768" y="0"/>
                  </a:moveTo>
                  <a:cubicBezTo>
                    <a:pt x="637" y="0"/>
                    <a:pt x="397" y="85"/>
                    <a:pt x="295" y="161"/>
                  </a:cubicBezTo>
                  <a:cubicBezTo>
                    <a:pt x="188" y="242"/>
                    <a:pt x="10" y="581"/>
                    <a:pt x="1" y="590"/>
                  </a:cubicBezTo>
                  <a:lnTo>
                    <a:pt x="1" y="599"/>
                  </a:lnTo>
                  <a:lnTo>
                    <a:pt x="1" y="10492"/>
                  </a:lnTo>
                  <a:cubicBezTo>
                    <a:pt x="1" y="10510"/>
                    <a:pt x="81" y="10795"/>
                    <a:pt x="161" y="10867"/>
                  </a:cubicBezTo>
                  <a:cubicBezTo>
                    <a:pt x="447" y="11116"/>
                    <a:pt x="1125" y="11232"/>
                    <a:pt x="1678" y="11232"/>
                  </a:cubicBezTo>
                  <a:cubicBezTo>
                    <a:pt x="1901" y="11232"/>
                    <a:pt x="2106" y="11215"/>
                    <a:pt x="2258" y="11179"/>
                  </a:cubicBezTo>
                  <a:cubicBezTo>
                    <a:pt x="3025" y="10991"/>
                    <a:pt x="4256" y="9743"/>
                    <a:pt x="4542" y="9002"/>
                  </a:cubicBezTo>
                  <a:cubicBezTo>
                    <a:pt x="4631" y="8779"/>
                    <a:pt x="4586" y="8395"/>
                    <a:pt x="4551" y="8030"/>
                  </a:cubicBezTo>
                  <a:cubicBezTo>
                    <a:pt x="4515" y="7744"/>
                    <a:pt x="4488" y="7477"/>
                    <a:pt x="4515" y="7298"/>
                  </a:cubicBezTo>
                  <a:cubicBezTo>
                    <a:pt x="4551" y="7129"/>
                    <a:pt x="4640" y="6879"/>
                    <a:pt x="4738" y="6638"/>
                  </a:cubicBezTo>
                  <a:cubicBezTo>
                    <a:pt x="4818" y="6406"/>
                    <a:pt x="4907" y="6174"/>
                    <a:pt x="4943" y="6005"/>
                  </a:cubicBezTo>
                  <a:cubicBezTo>
                    <a:pt x="5006" y="5701"/>
                    <a:pt x="5006" y="5059"/>
                    <a:pt x="4961" y="4729"/>
                  </a:cubicBezTo>
                  <a:cubicBezTo>
                    <a:pt x="4881" y="4247"/>
                    <a:pt x="4479" y="3328"/>
                    <a:pt x="4185" y="2945"/>
                  </a:cubicBezTo>
                  <a:cubicBezTo>
                    <a:pt x="3971" y="2677"/>
                    <a:pt x="3132" y="2133"/>
                    <a:pt x="3096" y="2106"/>
                  </a:cubicBezTo>
                  <a:cubicBezTo>
                    <a:pt x="3096" y="2106"/>
                    <a:pt x="2936" y="1981"/>
                    <a:pt x="2900" y="1928"/>
                  </a:cubicBezTo>
                  <a:cubicBezTo>
                    <a:pt x="2820" y="1812"/>
                    <a:pt x="2749" y="1589"/>
                    <a:pt x="2686" y="1375"/>
                  </a:cubicBezTo>
                  <a:cubicBezTo>
                    <a:pt x="2615" y="1125"/>
                    <a:pt x="2543" y="875"/>
                    <a:pt x="2436" y="741"/>
                  </a:cubicBezTo>
                  <a:cubicBezTo>
                    <a:pt x="2151" y="393"/>
                    <a:pt x="1241" y="54"/>
                    <a:pt x="786" y="1"/>
                  </a:cubicBezTo>
                  <a:cubicBezTo>
                    <a:pt x="780" y="0"/>
                    <a:pt x="774" y="0"/>
                    <a:pt x="768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3"/>
                </a:gs>
              </a:gsLst>
              <a:lin ang="5400012" scaled="0"/>
            </a:gradFill>
            <a:ln>
              <a:noFill/>
            </a:ln>
            <a:effectLst>
              <a:outerShdw blurRad="46113" rotWithShape="0" algn="bl" dist="7686">
                <a:schemeClr val="dk2">
                  <a:alpha val="73000"/>
                </a:schemeClr>
              </a:outerShdw>
            </a:effectLst>
          </p:spPr>
          <p:txBody>
            <a:bodyPr anchorCtr="0" anchor="ctr" bIns="73775" lIns="73775" spcFirstLastPara="1" rIns="73775" wrap="square" tIns="737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6"/>
            </a:p>
          </p:txBody>
        </p:sp>
        <p:sp>
          <p:nvSpPr>
            <p:cNvPr id="440" name="Google Shape;440;p29"/>
            <p:cNvSpPr/>
            <p:nvPr/>
          </p:nvSpPr>
          <p:spPr>
            <a:xfrm>
              <a:off x="7772047" y="3115746"/>
              <a:ext cx="201743" cy="169398"/>
            </a:xfrm>
            <a:custGeom>
              <a:rect b="b" l="l" r="r" t="t"/>
              <a:pathLst>
                <a:path extrusionOk="0" h="2053" w="2445">
                  <a:moveTo>
                    <a:pt x="1508" y="0"/>
                  </a:moveTo>
                  <a:lnTo>
                    <a:pt x="0" y="1490"/>
                  </a:lnTo>
                  <a:lnTo>
                    <a:pt x="0" y="2052"/>
                  </a:lnTo>
                  <a:lnTo>
                    <a:pt x="18" y="2052"/>
                  </a:lnTo>
                  <a:lnTo>
                    <a:pt x="18" y="1499"/>
                  </a:lnTo>
                  <a:lnTo>
                    <a:pt x="1517" y="18"/>
                  </a:lnTo>
                  <a:lnTo>
                    <a:pt x="2445" y="18"/>
                  </a:lnTo>
                  <a:lnTo>
                    <a:pt x="2445" y="0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3"/>
                </a:gs>
              </a:gsLst>
              <a:lin ang="5400012" scaled="0"/>
            </a:gradFill>
            <a:ln>
              <a:noFill/>
            </a:ln>
            <a:effectLst>
              <a:outerShdw blurRad="46113" rotWithShape="0" algn="bl" dist="7686">
                <a:schemeClr val="dk2">
                  <a:alpha val="73000"/>
                </a:schemeClr>
              </a:outerShdw>
            </a:effectLst>
          </p:spPr>
          <p:txBody>
            <a:bodyPr anchorCtr="0" anchor="ctr" bIns="73775" lIns="73775" spcFirstLastPara="1" rIns="73775" wrap="square" tIns="737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6"/>
            </a:p>
          </p:txBody>
        </p:sp>
        <p:sp>
          <p:nvSpPr>
            <p:cNvPr id="441" name="Google Shape;441;p29"/>
            <p:cNvSpPr/>
            <p:nvPr/>
          </p:nvSpPr>
          <p:spPr>
            <a:xfrm>
              <a:off x="7934024" y="3193474"/>
              <a:ext cx="69228" cy="142004"/>
            </a:xfrm>
            <a:custGeom>
              <a:rect b="b" l="l" r="r" t="t"/>
              <a:pathLst>
                <a:path extrusionOk="0" h="1721" w="839">
                  <a:moveTo>
                    <a:pt x="778" y="1"/>
                  </a:moveTo>
                  <a:cubicBezTo>
                    <a:pt x="772" y="1"/>
                    <a:pt x="765" y="2"/>
                    <a:pt x="758" y="4"/>
                  </a:cubicBezTo>
                  <a:cubicBezTo>
                    <a:pt x="732" y="22"/>
                    <a:pt x="714" y="49"/>
                    <a:pt x="732" y="75"/>
                  </a:cubicBezTo>
                  <a:cubicBezTo>
                    <a:pt x="741" y="93"/>
                    <a:pt x="758" y="102"/>
                    <a:pt x="767" y="102"/>
                  </a:cubicBezTo>
                  <a:lnTo>
                    <a:pt x="767" y="209"/>
                  </a:lnTo>
                  <a:lnTo>
                    <a:pt x="54" y="923"/>
                  </a:lnTo>
                  <a:lnTo>
                    <a:pt x="54" y="1610"/>
                  </a:lnTo>
                  <a:cubicBezTo>
                    <a:pt x="45" y="1610"/>
                    <a:pt x="45" y="1619"/>
                    <a:pt x="36" y="1619"/>
                  </a:cubicBezTo>
                  <a:cubicBezTo>
                    <a:pt x="9" y="1628"/>
                    <a:pt x="0" y="1663"/>
                    <a:pt x="9" y="1690"/>
                  </a:cubicBezTo>
                  <a:cubicBezTo>
                    <a:pt x="22" y="1710"/>
                    <a:pt x="41" y="1720"/>
                    <a:pt x="60" y="1720"/>
                  </a:cubicBezTo>
                  <a:cubicBezTo>
                    <a:pt x="67" y="1720"/>
                    <a:pt x="74" y="1719"/>
                    <a:pt x="80" y="1717"/>
                  </a:cubicBezTo>
                  <a:cubicBezTo>
                    <a:pt x="107" y="1699"/>
                    <a:pt x="125" y="1663"/>
                    <a:pt x="107" y="1637"/>
                  </a:cubicBezTo>
                  <a:cubicBezTo>
                    <a:pt x="98" y="1628"/>
                    <a:pt x="80" y="1619"/>
                    <a:pt x="71" y="1610"/>
                  </a:cubicBezTo>
                  <a:lnTo>
                    <a:pt x="71" y="932"/>
                  </a:lnTo>
                  <a:lnTo>
                    <a:pt x="785" y="218"/>
                  </a:lnTo>
                  <a:lnTo>
                    <a:pt x="785" y="102"/>
                  </a:lnTo>
                  <a:lnTo>
                    <a:pt x="803" y="102"/>
                  </a:lnTo>
                  <a:cubicBezTo>
                    <a:pt x="830" y="84"/>
                    <a:pt x="839" y="58"/>
                    <a:pt x="830" y="31"/>
                  </a:cubicBezTo>
                  <a:cubicBezTo>
                    <a:pt x="816" y="11"/>
                    <a:pt x="798" y="1"/>
                    <a:pt x="778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3"/>
                </a:gs>
              </a:gsLst>
              <a:lin ang="5400012" scaled="0"/>
            </a:gradFill>
            <a:ln>
              <a:noFill/>
            </a:ln>
            <a:effectLst>
              <a:outerShdw blurRad="46113" rotWithShape="0" algn="bl" dist="7686">
                <a:schemeClr val="dk2">
                  <a:alpha val="73000"/>
                </a:schemeClr>
              </a:outerShdw>
            </a:effectLst>
          </p:spPr>
          <p:txBody>
            <a:bodyPr anchorCtr="0" anchor="ctr" bIns="73775" lIns="73775" spcFirstLastPara="1" rIns="73775" wrap="square" tIns="737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6"/>
            </a:p>
          </p:txBody>
        </p:sp>
        <p:sp>
          <p:nvSpPr>
            <p:cNvPr id="442" name="Google Shape;442;p29"/>
            <p:cNvSpPr/>
            <p:nvPr/>
          </p:nvSpPr>
          <p:spPr>
            <a:xfrm>
              <a:off x="7922967" y="2833051"/>
              <a:ext cx="69971" cy="157599"/>
            </a:xfrm>
            <a:custGeom>
              <a:rect b="b" l="l" r="r" t="t"/>
              <a:pathLst>
                <a:path extrusionOk="0" h="1910" w="848">
                  <a:moveTo>
                    <a:pt x="794" y="1"/>
                  </a:moveTo>
                  <a:cubicBezTo>
                    <a:pt x="768" y="1"/>
                    <a:pt x="741" y="27"/>
                    <a:pt x="741" y="54"/>
                  </a:cubicBezTo>
                  <a:cubicBezTo>
                    <a:pt x="741" y="63"/>
                    <a:pt x="741" y="81"/>
                    <a:pt x="750" y="90"/>
                  </a:cubicBezTo>
                  <a:lnTo>
                    <a:pt x="9" y="839"/>
                  </a:lnTo>
                  <a:lnTo>
                    <a:pt x="0" y="848"/>
                  </a:lnTo>
                  <a:lnTo>
                    <a:pt x="0" y="1535"/>
                  </a:lnTo>
                  <a:lnTo>
                    <a:pt x="295" y="1821"/>
                  </a:lnTo>
                  <a:cubicBezTo>
                    <a:pt x="295" y="1830"/>
                    <a:pt x="286" y="1838"/>
                    <a:pt x="286" y="1856"/>
                  </a:cubicBezTo>
                  <a:cubicBezTo>
                    <a:pt x="286" y="1883"/>
                    <a:pt x="313" y="1910"/>
                    <a:pt x="339" y="1910"/>
                  </a:cubicBezTo>
                  <a:cubicBezTo>
                    <a:pt x="375" y="1910"/>
                    <a:pt x="393" y="1883"/>
                    <a:pt x="393" y="1856"/>
                  </a:cubicBezTo>
                  <a:cubicBezTo>
                    <a:pt x="393" y="1821"/>
                    <a:pt x="375" y="1803"/>
                    <a:pt x="339" y="1803"/>
                  </a:cubicBezTo>
                  <a:cubicBezTo>
                    <a:pt x="330" y="1803"/>
                    <a:pt x="321" y="1803"/>
                    <a:pt x="313" y="1812"/>
                  </a:cubicBezTo>
                  <a:lnTo>
                    <a:pt x="18" y="1526"/>
                  </a:lnTo>
                  <a:lnTo>
                    <a:pt x="18" y="857"/>
                  </a:lnTo>
                  <a:lnTo>
                    <a:pt x="768" y="99"/>
                  </a:lnTo>
                  <a:cubicBezTo>
                    <a:pt x="776" y="108"/>
                    <a:pt x="785" y="108"/>
                    <a:pt x="794" y="108"/>
                  </a:cubicBezTo>
                  <a:cubicBezTo>
                    <a:pt x="821" y="108"/>
                    <a:pt x="848" y="81"/>
                    <a:pt x="848" y="54"/>
                  </a:cubicBezTo>
                  <a:cubicBezTo>
                    <a:pt x="848" y="27"/>
                    <a:pt x="821" y="1"/>
                    <a:pt x="794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3"/>
                </a:gs>
              </a:gsLst>
              <a:lin ang="5400012" scaled="0"/>
            </a:gradFill>
            <a:ln>
              <a:noFill/>
            </a:ln>
            <a:effectLst>
              <a:outerShdw blurRad="46113" rotWithShape="0" algn="bl" dist="7686">
                <a:schemeClr val="dk2">
                  <a:alpha val="73000"/>
                </a:schemeClr>
              </a:outerShdw>
            </a:effectLst>
          </p:spPr>
          <p:txBody>
            <a:bodyPr anchorCtr="0" anchor="ctr" bIns="73775" lIns="73775" spcFirstLastPara="1" rIns="73775" wrap="square" tIns="737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6"/>
            </a:p>
          </p:txBody>
        </p:sp>
        <p:sp>
          <p:nvSpPr>
            <p:cNvPr id="443" name="Google Shape;443;p29"/>
            <p:cNvSpPr/>
            <p:nvPr/>
          </p:nvSpPr>
          <p:spPr>
            <a:xfrm>
              <a:off x="7789706" y="3124575"/>
              <a:ext cx="122284" cy="148275"/>
            </a:xfrm>
            <a:custGeom>
              <a:rect b="b" l="l" r="r" t="t"/>
              <a:pathLst>
                <a:path extrusionOk="0" h="1797" w="1482">
                  <a:moveTo>
                    <a:pt x="1428" y="0"/>
                  </a:moveTo>
                  <a:cubicBezTo>
                    <a:pt x="1401" y="0"/>
                    <a:pt x="1374" y="27"/>
                    <a:pt x="1374" y="54"/>
                  </a:cubicBezTo>
                  <a:cubicBezTo>
                    <a:pt x="1374" y="63"/>
                    <a:pt x="1374" y="72"/>
                    <a:pt x="1383" y="81"/>
                  </a:cubicBezTo>
                  <a:lnTo>
                    <a:pt x="54" y="1401"/>
                  </a:lnTo>
                  <a:lnTo>
                    <a:pt x="54" y="1686"/>
                  </a:lnTo>
                  <a:cubicBezTo>
                    <a:pt x="45" y="1686"/>
                    <a:pt x="45" y="1695"/>
                    <a:pt x="36" y="1695"/>
                  </a:cubicBezTo>
                  <a:cubicBezTo>
                    <a:pt x="10" y="1704"/>
                    <a:pt x="1" y="1740"/>
                    <a:pt x="18" y="1767"/>
                  </a:cubicBezTo>
                  <a:cubicBezTo>
                    <a:pt x="25" y="1787"/>
                    <a:pt x="47" y="1797"/>
                    <a:pt x="69" y="1797"/>
                  </a:cubicBezTo>
                  <a:cubicBezTo>
                    <a:pt x="76" y="1797"/>
                    <a:pt x="83" y="1796"/>
                    <a:pt x="90" y="1794"/>
                  </a:cubicBezTo>
                  <a:cubicBezTo>
                    <a:pt x="117" y="1776"/>
                    <a:pt x="125" y="1740"/>
                    <a:pt x="108" y="1713"/>
                  </a:cubicBezTo>
                  <a:cubicBezTo>
                    <a:pt x="99" y="1704"/>
                    <a:pt x="90" y="1695"/>
                    <a:pt x="72" y="1686"/>
                  </a:cubicBezTo>
                  <a:lnTo>
                    <a:pt x="72" y="1410"/>
                  </a:lnTo>
                  <a:lnTo>
                    <a:pt x="1392" y="90"/>
                  </a:lnTo>
                  <a:cubicBezTo>
                    <a:pt x="1401" y="99"/>
                    <a:pt x="1419" y="107"/>
                    <a:pt x="1428" y="107"/>
                  </a:cubicBezTo>
                  <a:cubicBezTo>
                    <a:pt x="1455" y="107"/>
                    <a:pt x="1481" y="81"/>
                    <a:pt x="1481" y="54"/>
                  </a:cubicBezTo>
                  <a:cubicBezTo>
                    <a:pt x="1481" y="27"/>
                    <a:pt x="1455" y="0"/>
                    <a:pt x="1428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3"/>
                </a:gs>
              </a:gsLst>
              <a:lin ang="5400012" scaled="0"/>
            </a:gradFill>
            <a:ln>
              <a:noFill/>
            </a:ln>
            <a:effectLst>
              <a:outerShdw blurRad="46113" rotWithShape="0" algn="bl" dist="7686">
                <a:schemeClr val="dk2">
                  <a:alpha val="73000"/>
                </a:schemeClr>
              </a:outerShdw>
            </a:effectLst>
          </p:spPr>
          <p:txBody>
            <a:bodyPr anchorCtr="0" anchor="ctr" bIns="73775" lIns="73775" spcFirstLastPara="1" rIns="73775" wrap="square" tIns="737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6"/>
            </a:p>
          </p:txBody>
        </p:sp>
        <p:sp>
          <p:nvSpPr>
            <p:cNvPr id="444" name="Google Shape;444;p29"/>
            <p:cNvSpPr/>
            <p:nvPr/>
          </p:nvSpPr>
          <p:spPr>
            <a:xfrm>
              <a:off x="7916366" y="3194960"/>
              <a:ext cx="49342" cy="116508"/>
            </a:xfrm>
            <a:custGeom>
              <a:rect b="b" l="l" r="r" t="t"/>
              <a:pathLst>
                <a:path extrusionOk="0" h="1412" w="598">
                  <a:moveTo>
                    <a:pt x="537" y="0"/>
                  </a:moveTo>
                  <a:cubicBezTo>
                    <a:pt x="531" y="0"/>
                    <a:pt x="524" y="2"/>
                    <a:pt x="517" y="4"/>
                  </a:cubicBezTo>
                  <a:cubicBezTo>
                    <a:pt x="491" y="22"/>
                    <a:pt x="482" y="57"/>
                    <a:pt x="491" y="75"/>
                  </a:cubicBezTo>
                  <a:cubicBezTo>
                    <a:pt x="491" y="84"/>
                    <a:pt x="491" y="84"/>
                    <a:pt x="491" y="84"/>
                  </a:cubicBezTo>
                  <a:lnTo>
                    <a:pt x="54" y="530"/>
                  </a:lnTo>
                  <a:lnTo>
                    <a:pt x="45" y="530"/>
                  </a:lnTo>
                  <a:lnTo>
                    <a:pt x="45" y="1306"/>
                  </a:lnTo>
                  <a:lnTo>
                    <a:pt x="36" y="1306"/>
                  </a:lnTo>
                  <a:cubicBezTo>
                    <a:pt x="9" y="1324"/>
                    <a:pt x="0" y="1360"/>
                    <a:pt x="9" y="1378"/>
                  </a:cubicBezTo>
                  <a:cubicBezTo>
                    <a:pt x="22" y="1397"/>
                    <a:pt x="39" y="1412"/>
                    <a:pt x="58" y="1412"/>
                  </a:cubicBezTo>
                  <a:cubicBezTo>
                    <a:pt x="65" y="1412"/>
                    <a:pt x="73" y="1409"/>
                    <a:pt x="80" y="1404"/>
                  </a:cubicBezTo>
                  <a:cubicBezTo>
                    <a:pt x="107" y="1396"/>
                    <a:pt x="116" y="1360"/>
                    <a:pt x="107" y="1333"/>
                  </a:cubicBezTo>
                  <a:cubicBezTo>
                    <a:pt x="98" y="1315"/>
                    <a:pt x="80" y="1306"/>
                    <a:pt x="71" y="1306"/>
                  </a:cubicBezTo>
                  <a:lnTo>
                    <a:pt x="71" y="539"/>
                  </a:lnTo>
                  <a:lnTo>
                    <a:pt x="509" y="102"/>
                  </a:lnTo>
                  <a:cubicBezTo>
                    <a:pt x="517" y="106"/>
                    <a:pt x="526" y="109"/>
                    <a:pt x="535" y="109"/>
                  </a:cubicBezTo>
                  <a:cubicBezTo>
                    <a:pt x="544" y="109"/>
                    <a:pt x="553" y="106"/>
                    <a:pt x="562" y="102"/>
                  </a:cubicBezTo>
                  <a:cubicBezTo>
                    <a:pt x="589" y="93"/>
                    <a:pt x="598" y="57"/>
                    <a:pt x="589" y="31"/>
                  </a:cubicBezTo>
                  <a:cubicBezTo>
                    <a:pt x="575" y="11"/>
                    <a:pt x="557" y="0"/>
                    <a:pt x="537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3"/>
                </a:gs>
              </a:gsLst>
              <a:lin ang="5400012" scaled="0"/>
            </a:gradFill>
            <a:ln>
              <a:noFill/>
            </a:ln>
            <a:effectLst>
              <a:outerShdw blurRad="46113" rotWithShape="0" algn="bl" dist="7686">
                <a:schemeClr val="dk2">
                  <a:alpha val="73000"/>
                </a:schemeClr>
              </a:outerShdw>
            </a:effectLst>
          </p:spPr>
          <p:txBody>
            <a:bodyPr anchorCtr="0" anchor="ctr" bIns="73775" lIns="73775" spcFirstLastPara="1" rIns="73775" wrap="square" tIns="737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6"/>
            </a:p>
          </p:txBody>
        </p:sp>
        <p:sp>
          <p:nvSpPr>
            <p:cNvPr id="445" name="Google Shape;445;p29"/>
            <p:cNvSpPr/>
            <p:nvPr/>
          </p:nvSpPr>
          <p:spPr>
            <a:xfrm>
              <a:off x="7803733" y="2812423"/>
              <a:ext cx="74426" cy="50168"/>
            </a:xfrm>
            <a:custGeom>
              <a:rect b="b" l="l" r="r" t="t"/>
              <a:pathLst>
                <a:path extrusionOk="0" h="608" w="902">
                  <a:moveTo>
                    <a:pt x="848" y="1"/>
                  </a:moveTo>
                  <a:cubicBezTo>
                    <a:pt x="812" y="1"/>
                    <a:pt x="794" y="19"/>
                    <a:pt x="794" y="54"/>
                  </a:cubicBezTo>
                  <a:cubicBezTo>
                    <a:pt x="794" y="63"/>
                    <a:pt x="794" y="72"/>
                    <a:pt x="803" y="81"/>
                  </a:cubicBezTo>
                  <a:lnTo>
                    <a:pt x="339" y="545"/>
                  </a:lnTo>
                  <a:lnTo>
                    <a:pt x="98" y="545"/>
                  </a:lnTo>
                  <a:cubicBezTo>
                    <a:pt x="98" y="527"/>
                    <a:pt x="80" y="500"/>
                    <a:pt x="54" y="500"/>
                  </a:cubicBezTo>
                  <a:cubicBezTo>
                    <a:pt x="18" y="500"/>
                    <a:pt x="0" y="527"/>
                    <a:pt x="0" y="554"/>
                  </a:cubicBezTo>
                  <a:cubicBezTo>
                    <a:pt x="0" y="590"/>
                    <a:pt x="18" y="608"/>
                    <a:pt x="54" y="608"/>
                  </a:cubicBezTo>
                  <a:cubicBezTo>
                    <a:pt x="80" y="608"/>
                    <a:pt x="98" y="590"/>
                    <a:pt x="98" y="563"/>
                  </a:cubicBezTo>
                  <a:lnTo>
                    <a:pt x="348" y="563"/>
                  </a:lnTo>
                  <a:lnTo>
                    <a:pt x="812" y="90"/>
                  </a:lnTo>
                  <a:cubicBezTo>
                    <a:pt x="821" y="99"/>
                    <a:pt x="830" y="108"/>
                    <a:pt x="848" y="108"/>
                  </a:cubicBezTo>
                  <a:cubicBezTo>
                    <a:pt x="874" y="108"/>
                    <a:pt x="901" y="81"/>
                    <a:pt x="901" y="54"/>
                  </a:cubicBezTo>
                  <a:cubicBezTo>
                    <a:pt x="901" y="19"/>
                    <a:pt x="874" y="1"/>
                    <a:pt x="848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3"/>
                </a:gs>
              </a:gsLst>
              <a:lin ang="5400012" scaled="0"/>
            </a:gradFill>
            <a:ln>
              <a:noFill/>
            </a:ln>
            <a:effectLst>
              <a:outerShdw blurRad="46113" rotWithShape="0" algn="bl" dist="7686">
                <a:schemeClr val="dk2">
                  <a:alpha val="73000"/>
                </a:schemeClr>
              </a:outerShdw>
            </a:effectLst>
          </p:spPr>
          <p:txBody>
            <a:bodyPr anchorCtr="0" anchor="ctr" bIns="73775" lIns="73775" spcFirstLastPara="1" rIns="73775" wrap="square" tIns="737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6"/>
            </a:p>
          </p:txBody>
        </p:sp>
        <p:sp>
          <p:nvSpPr>
            <p:cNvPr id="446" name="Google Shape;446;p29"/>
            <p:cNvSpPr/>
            <p:nvPr/>
          </p:nvSpPr>
          <p:spPr>
            <a:xfrm>
              <a:off x="7800020" y="2783708"/>
              <a:ext cx="112712" cy="103883"/>
            </a:xfrm>
            <a:custGeom>
              <a:rect b="b" l="l" r="r" t="t"/>
              <a:pathLst>
                <a:path extrusionOk="0" h="1259" w="1366">
                  <a:moveTo>
                    <a:pt x="1276" y="1"/>
                  </a:moveTo>
                  <a:cubicBezTo>
                    <a:pt x="1232" y="1"/>
                    <a:pt x="1187" y="37"/>
                    <a:pt x="1187" y="90"/>
                  </a:cubicBezTo>
                  <a:cubicBezTo>
                    <a:pt x="1187" y="135"/>
                    <a:pt x="1223" y="170"/>
                    <a:pt x="1267" y="170"/>
                  </a:cubicBezTo>
                  <a:lnTo>
                    <a:pt x="1267" y="527"/>
                  </a:lnTo>
                  <a:lnTo>
                    <a:pt x="589" y="1196"/>
                  </a:lnTo>
                  <a:lnTo>
                    <a:pt x="108" y="1196"/>
                  </a:lnTo>
                  <a:cubicBezTo>
                    <a:pt x="108" y="1179"/>
                    <a:pt x="81" y="1152"/>
                    <a:pt x="54" y="1152"/>
                  </a:cubicBezTo>
                  <a:cubicBezTo>
                    <a:pt x="27" y="1152"/>
                    <a:pt x="0" y="1179"/>
                    <a:pt x="0" y="1205"/>
                  </a:cubicBezTo>
                  <a:cubicBezTo>
                    <a:pt x="0" y="1241"/>
                    <a:pt x="27" y="1259"/>
                    <a:pt x="54" y="1259"/>
                  </a:cubicBezTo>
                  <a:cubicBezTo>
                    <a:pt x="81" y="1259"/>
                    <a:pt x="108" y="1241"/>
                    <a:pt x="108" y="1214"/>
                  </a:cubicBezTo>
                  <a:lnTo>
                    <a:pt x="598" y="1214"/>
                  </a:lnTo>
                  <a:lnTo>
                    <a:pt x="1285" y="536"/>
                  </a:lnTo>
                  <a:lnTo>
                    <a:pt x="1285" y="170"/>
                  </a:lnTo>
                  <a:cubicBezTo>
                    <a:pt x="1330" y="170"/>
                    <a:pt x="1365" y="135"/>
                    <a:pt x="1365" y="90"/>
                  </a:cubicBezTo>
                  <a:cubicBezTo>
                    <a:pt x="1365" y="37"/>
                    <a:pt x="1321" y="1"/>
                    <a:pt x="1276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3"/>
                </a:gs>
              </a:gsLst>
              <a:lin ang="5400012" scaled="0"/>
            </a:gradFill>
            <a:ln>
              <a:noFill/>
            </a:ln>
            <a:effectLst>
              <a:outerShdw blurRad="46113" rotWithShape="0" algn="bl" dist="7686">
                <a:schemeClr val="dk2">
                  <a:alpha val="73000"/>
                </a:schemeClr>
              </a:outerShdw>
            </a:effectLst>
          </p:spPr>
          <p:txBody>
            <a:bodyPr anchorCtr="0" anchor="ctr" bIns="73775" lIns="73775" spcFirstLastPara="1" rIns="73775" wrap="square" tIns="737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6"/>
            </a:p>
          </p:txBody>
        </p:sp>
        <p:sp>
          <p:nvSpPr>
            <p:cNvPr id="447" name="Google Shape;447;p29"/>
            <p:cNvSpPr/>
            <p:nvPr/>
          </p:nvSpPr>
          <p:spPr>
            <a:xfrm>
              <a:off x="7794904" y="2919939"/>
              <a:ext cx="72941" cy="30282"/>
            </a:xfrm>
            <a:custGeom>
              <a:rect b="b" l="l" r="r" t="t"/>
              <a:pathLst>
                <a:path extrusionOk="0" h="367" w="884">
                  <a:moveTo>
                    <a:pt x="830" y="0"/>
                  </a:moveTo>
                  <a:cubicBezTo>
                    <a:pt x="803" y="0"/>
                    <a:pt x="785" y="18"/>
                    <a:pt x="776" y="45"/>
                  </a:cubicBezTo>
                  <a:lnTo>
                    <a:pt x="196" y="45"/>
                  </a:lnTo>
                  <a:lnTo>
                    <a:pt x="45" y="179"/>
                  </a:lnTo>
                  <a:lnTo>
                    <a:pt x="45" y="259"/>
                  </a:lnTo>
                  <a:cubicBezTo>
                    <a:pt x="18" y="268"/>
                    <a:pt x="0" y="286"/>
                    <a:pt x="0" y="313"/>
                  </a:cubicBezTo>
                  <a:cubicBezTo>
                    <a:pt x="0" y="339"/>
                    <a:pt x="18" y="366"/>
                    <a:pt x="54" y="366"/>
                  </a:cubicBezTo>
                  <a:cubicBezTo>
                    <a:pt x="80" y="366"/>
                    <a:pt x="107" y="339"/>
                    <a:pt x="107" y="313"/>
                  </a:cubicBezTo>
                  <a:cubicBezTo>
                    <a:pt x="107" y="286"/>
                    <a:pt x="80" y="268"/>
                    <a:pt x="62" y="259"/>
                  </a:cubicBezTo>
                  <a:lnTo>
                    <a:pt x="62" y="188"/>
                  </a:lnTo>
                  <a:lnTo>
                    <a:pt x="205" y="63"/>
                  </a:lnTo>
                  <a:lnTo>
                    <a:pt x="776" y="63"/>
                  </a:lnTo>
                  <a:cubicBezTo>
                    <a:pt x="785" y="90"/>
                    <a:pt x="803" y="107"/>
                    <a:pt x="830" y="107"/>
                  </a:cubicBezTo>
                  <a:cubicBezTo>
                    <a:pt x="865" y="107"/>
                    <a:pt x="883" y="81"/>
                    <a:pt x="883" y="54"/>
                  </a:cubicBezTo>
                  <a:cubicBezTo>
                    <a:pt x="883" y="27"/>
                    <a:pt x="865" y="0"/>
                    <a:pt x="830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3"/>
                </a:gs>
              </a:gsLst>
              <a:lin ang="5400012" scaled="0"/>
            </a:gradFill>
            <a:ln>
              <a:noFill/>
            </a:ln>
            <a:effectLst>
              <a:outerShdw blurRad="46113" rotWithShape="0" algn="bl" dist="7686">
                <a:schemeClr val="dk2">
                  <a:alpha val="73000"/>
                </a:schemeClr>
              </a:outerShdw>
            </a:effectLst>
          </p:spPr>
          <p:txBody>
            <a:bodyPr anchorCtr="0" anchor="ctr" bIns="73775" lIns="73775" spcFirstLastPara="1" rIns="73775" wrap="square" tIns="737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6"/>
            </a:p>
          </p:txBody>
        </p:sp>
        <p:sp>
          <p:nvSpPr>
            <p:cNvPr id="448" name="Google Shape;448;p29"/>
            <p:cNvSpPr/>
            <p:nvPr/>
          </p:nvSpPr>
          <p:spPr>
            <a:xfrm>
              <a:off x="7632185" y="2598958"/>
              <a:ext cx="413058" cy="926863"/>
            </a:xfrm>
            <a:custGeom>
              <a:rect b="b" l="l" r="r" t="t"/>
              <a:pathLst>
                <a:path extrusionOk="0" h="11233" w="5006">
                  <a:moveTo>
                    <a:pt x="3810" y="126"/>
                  </a:moveTo>
                  <a:lnTo>
                    <a:pt x="3810" y="1259"/>
                  </a:lnTo>
                  <a:lnTo>
                    <a:pt x="3667" y="1259"/>
                  </a:lnTo>
                  <a:lnTo>
                    <a:pt x="3667" y="946"/>
                  </a:lnTo>
                  <a:lnTo>
                    <a:pt x="3453" y="732"/>
                  </a:lnTo>
                  <a:lnTo>
                    <a:pt x="3453" y="251"/>
                  </a:lnTo>
                  <a:cubicBezTo>
                    <a:pt x="3578" y="197"/>
                    <a:pt x="3694" y="161"/>
                    <a:pt x="3810" y="126"/>
                  </a:cubicBezTo>
                  <a:close/>
                  <a:moveTo>
                    <a:pt x="3970" y="81"/>
                  </a:moveTo>
                  <a:lnTo>
                    <a:pt x="3970" y="1259"/>
                  </a:lnTo>
                  <a:lnTo>
                    <a:pt x="3828" y="1259"/>
                  </a:lnTo>
                  <a:lnTo>
                    <a:pt x="3828" y="117"/>
                  </a:lnTo>
                  <a:cubicBezTo>
                    <a:pt x="3881" y="108"/>
                    <a:pt x="3926" y="99"/>
                    <a:pt x="3970" y="81"/>
                  </a:cubicBezTo>
                  <a:close/>
                  <a:moveTo>
                    <a:pt x="3435" y="251"/>
                  </a:moveTo>
                  <a:lnTo>
                    <a:pt x="3435" y="732"/>
                  </a:lnTo>
                  <a:lnTo>
                    <a:pt x="3649" y="955"/>
                  </a:lnTo>
                  <a:lnTo>
                    <a:pt x="3649" y="1259"/>
                  </a:lnTo>
                  <a:lnTo>
                    <a:pt x="3658" y="1259"/>
                  </a:lnTo>
                  <a:cubicBezTo>
                    <a:pt x="3605" y="1259"/>
                    <a:pt x="3551" y="1294"/>
                    <a:pt x="3524" y="1339"/>
                  </a:cubicBezTo>
                  <a:lnTo>
                    <a:pt x="3524" y="1330"/>
                  </a:lnTo>
                  <a:lnTo>
                    <a:pt x="3212" y="1330"/>
                  </a:lnTo>
                  <a:lnTo>
                    <a:pt x="2953" y="1071"/>
                  </a:lnTo>
                  <a:lnTo>
                    <a:pt x="2454" y="1071"/>
                  </a:lnTo>
                  <a:cubicBezTo>
                    <a:pt x="2498" y="946"/>
                    <a:pt x="2543" y="839"/>
                    <a:pt x="2605" y="768"/>
                  </a:cubicBezTo>
                  <a:cubicBezTo>
                    <a:pt x="2757" y="572"/>
                    <a:pt x="3087" y="393"/>
                    <a:pt x="3435" y="251"/>
                  </a:cubicBezTo>
                  <a:close/>
                  <a:moveTo>
                    <a:pt x="4256" y="37"/>
                  </a:moveTo>
                  <a:cubicBezTo>
                    <a:pt x="4372" y="37"/>
                    <a:pt x="4595" y="117"/>
                    <a:pt x="4693" y="188"/>
                  </a:cubicBezTo>
                  <a:cubicBezTo>
                    <a:pt x="4782" y="260"/>
                    <a:pt x="4952" y="572"/>
                    <a:pt x="4970" y="607"/>
                  </a:cubicBezTo>
                  <a:lnTo>
                    <a:pt x="4970" y="1241"/>
                  </a:lnTo>
                  <a:lnTo>
                    <a:pt x="4746" y="1241"/>
                  </a:lnTo>
                  <a:lnTo>
                    <a:pt x="4657" y="1330"/>
                  </a:lnTo>
                  <a:lnTo>
                    <a:pt x="4283" y="1330"/>
                  </a:lnTo>
                  <a:lnTo>
                    <a:pt x="4283" y="1339"/>
                  </a:lnTo>
                  <a:cubicBezTo>
                    <a:pt x="4256" y="1303"/>
                    <a:pt x="4211" y="1268"/>
                    <a:pt x="4167" y="1268"/>
                  </a:cubicBezTo>
                  <a:lnTo>
                    <a:pt x="4176" y="1268"/>
                  </a:lnTo>
                  <a:lnTo>
                    <a:pt x="4176" y="946"/>
                  </a:lnTo>
                  <a:lnTo>
                    <a:pt x="4381" y="723"/>
                  </a:lnTo>
                  <a:lnTo>
                    <a:pt x="4381" y="63"/>
                  </a:lnTo>
                  <a:lnTo>
                    <a:pt x="4363" y="63"/>
                  </a:lnTo>
                  <a:lnTo>
                    <a:pt x="4363" y="715"/>
                  </a:lnTo>
                  <a:lnTo>
                    <a:pt x="4167" y="938"/>
                  </a:lnTo>
                  <a:lnTo>
                    <a:pt x="4158" y="946"/>
                  </a:lnTo>
                  <a:lnTo>
                    <a:pt x="4158" y="1268"/>
                  </a:lnTo>
                  <a:cubicBezTo>
                    <a:pt x="4158" y="1268"/>
                    <a:pt x="4149" y="1259"/>
                    <a:pt x="4149" y="1259"/>
                  </a:cubicBezTo>
                  <a:lnTo>
                    <a:pt x="3988" y="1259"/>
                  </a:lnTo>
                  <a:lnTo>
                    <a:pt x="3988" y="81"/>
                  </a:lnTo>
                  <a:cubicBezTo>
                    <a:pt x="4077" y="63"/>
                    <a:pt x="4158" y="45"/>
                    <a:pt x="4229" y="37"/>
                  </a:cubicBezTo>
                  <a:close/>
                  <a:moveTo>
                    <a:pt x="2944" y="1089"/>
                  </a:moveTo>
                  <a:lnTo>
                    <a:pt x="3203" y="1348"/>
                  </a:lnTo>
                  <a:lnTo>
                    <a:pt x="3524" y="1348"/>
                  </a:lnTo>
                  <a:cubicBezTo>
                    <a:pt x="3515" y="1366"/>
                    <a:pt x="3506" y="1393"/>
                    <a:pt x="3506" y="1419"/>
                  </a:cubicBezTo>
                  <a:lnTo>
                    <a:pt x="3506" y="1491"/>
                  </a:lnTo>
                  <a:lnTo>
                    <a:pt x="3203" y="1491"/>
                  </a:lnTo>
                  <a:lnTo>
                    <a:pt x="2944" y="1250"/>
                  </a:lnTo>
                  <a:lnTo>
                    <a:pt x="2391" y="1250"/>
                  </a:lnTo>
                  <a:cubicBezTo>
                    <a:pt x="2409" y="1196"/>
                    <a:pt x="2427" y="1143"/>
                    <a:pt x="2445" y="1089"/>
                  </a:cubicBezTo>
                  <a:close/>
                  <a:moveTo>
                    <a:pt x="4970" y="1259"/>
                  </a:moveTo>
                  <a:lnTo>
                    <a:pt x="4970" y="1526"/>
                  </a:lnTo>
                  <a:lnTo>
                    <a:pt x="4300" y="1526"/>
                  </a:lnTo>
                  <a:lnTo>
                    <a:pt x="4300" y="1419"/>
                  </a:lnTo>
                  <a:cubicBezTo>
                    <a:pt x="4300" y="1393"/>
                    <a:pt x="4292" y="1366"/>
                    <a:pt x="4283" y="1348"/>
                  </a:cubicBezTo>
                  <a:lnTo>
                    <a:pt x="4657" y="1348"/>
                  </a:lnTo>
                  <a:lnTo>
                    <a:pt x="4755" y="1259"/>
                  </a:lnTo>
                  <a:close/>
                  <a:moveTo>
                    <a:pt x="2944" y="1268"/>
                  </a:moveTo>
                  <a:lnTo>
                    <a:pt x="3194" y="1508"/>
                  </a:lnTo>
                  <a:lnTo>
                    <a:pt x="3506" y="1508"/>
                  </a:lnTo>
                  <a:lnTo>
                    <a:pt x="3506" y="1651"/>
                  </a:lnTo>
                  <a:lnTo>
                    <a:pt x="2266" y="1651"/>
                  </a:lnTo>
                  <a:cubicBezTo>
                    <a:pt x="2302" y="1571"/>
                    <a:pt x="2329" y="1473"/>
                    <a:pt x="2356" y="1384"/>
                  </a:cubicBezTo>
                  <a:cubicBezTo>
                    <a:pt x="2365" y="1348"/>
                    <a:pt x="2373" y="1303"/>
                    <a:pt x="2391" y="1268"/>
                  </a:cubicBezTo>
                  <a:close/>
                  <a:moveTo>
                    <a:pt x="4970" y="1544"/>
                  </a:moveTo>
                  <a:lnTo>
                    <a:pt x="4970" y="1687"/>
                  </a:lnTo>
                  <a:lnTo>
                    <a:pt x="4300" y="1687"/>
                  </a:lnTo>
                  <a:lnTo>
                    <a:pt x="4300" y="1544"/>
                  </a:lnTo>
                  <a:close/>
                  <a:moveTo>
                    <a:pt x="3506" y="1669"/>
                  </a:moveTo>
                  <a:lnTo>
                    <a:pt x="3506" y="1803"/>
                  </a:lnTo>
                  <a:lnTo>
                    <a:pt x="2213" y="1803"/>
                  </a:lnTo>
                  <a:cubicBezTo>
                    <a:pt x="2231" y="1758"/>
                    <a:pt x="2249" y="1714"/>
                    <a:pt x="2266" y="1669"/>
                  </a:cubicBezTo>
                  <a:close/>
                  <a:moveTo>
                    <a:pt x="4970" y="1705"/>
                  </a:moveTo>
                  <a:lnTo>
                    <a:pt x="4970" y="1928"/>
                  </a:lnTo>
                  <a:lnTo>
                    <a:pt x="4729" y="1928"/>
                  </a:lnTo>
                  <a:lnTo>
                    <a:pt x="4622" y="1839"/>
                  </a:lnTo>
                  <a:lnTo>
                    <a:pt x="4300" y="1839"/>
                  </a:lnTo>
                  <a:lnTo>
                    <a:pt x="4300" y="1705"/>
                  </a:lnTo>
                  <a:close/>
                  <a:moveTo>
                    <a:pt x="777" y="3070"/>
                  </a:moveTo>
                  <a:lnTo>
                    <a:pt x="1365" y="3614"/>
                  </a:lnTo>
                  <a:lnTo>
                    <a:pt x="1365" y="4470"/>
                  </a:lnTo>
                  <a:lnTo>
                    <a:pt x="1169" y="4470"/>
                  </a:lnTo>
                  <a:cubicBezTo>
                    <a:pt x="1053" y="4470"/>
                    <a:pt x="955" y="4568"/>
                    <a:pt x="955" y="4693"/>
                  </a:cubicBezTo>
                  <a:lnTo>
                    <a:pt x="955" y="4881"/>
                  </a:lnTo>
                  <a:lnTo>
                    <a:pt x="72" y="4881"/>
                  </a:lnTo>
                  <a:cubicBezTo>
                    <a:pt x="72" y="4827"/>
                    <a:pt x="81" y="4782"/>
                    <a:pt x="81" y="4738"/>
                  </a:cubicBezTo>
                  <a:cubicBezTo>
                    <a:pt x="90" y="4675"/>
                    <a:pt x="108" y="4613"/>
                    <a:pt x="125" y="4551"/>
                  </a:cubicBezTo>
                  <a:lnTo>
                    <a:pt x="339" y="4551"/>
                  </a:lnTo>
                  <a:lnTo>
                    <a:pt x="411" y="4675"/>
                  </a:lnTo>
                  <a:lnTo>
                    <a:pt x="955" y="4675"/>
                  </a:lnTo>
                  <a:lnTo>
                    <a:pt x="955" y="4658"/>
                  </a:lnTo>
                  <a:lnTo>
                    <a:pt x="429" y="4658"/>
                  </a:lnTo>
                  <a:lnTo>
                    <a:pt x="348" y="4533"/>
                  </a:lnTo>
                  <a:lnTo>
                    <a:pt x="134" y="4533"/>
                  </a:lnTo>
                  <a:cubicBezTo>
                    <a:pt x="206" y="4256"/>
                    <a:pt x="331" y="3917"/>
                    <a:pt x="482" y="3605"/>
                  </a:cubicBezTo>
                  <a:lnTo>
                    <a:pt x="812" y="3908"/>
                  </a:lnTo>
                  <a:lnTo>
                    <a:pt x="812" y="4113"/>
                  </a:lnTo>
                  <a:cubicBezTo>
                    <a:pt x="786" y="4122"/>
                    <a:pt x="768" y="4140"/>
                    <a:pt x="768" y="4167"/>
                  </a:cubicBezTo>
                  <a:cubicBezTo>
                    <a:pt x="768" y="4194"/>
                    <a:pt x="794" y="4220"/>
                    <a:pt x="821" y="4220"/>
                  </a:cubicBezTo>
                  <a:cubicBezTo>
                    <a:pt x="857" y="4220"/>
                    <a:pt x="875" y="4194"/>
                    <a:pt x="875" y="4167"/>
                  </a:cubicBezTo>
                  <a:cubicBezTo>
                    <a:pt x="875" y="4140"/>
                    <a:pt x="857" y="4122"/>
                    <a:pt x="830" y="4113"/>
                  </a:cubicBezTo>
                  <a:lnTo>
                    <a:pt x="830" y="3899"/>
                  </a:lnTo>
                  <a:lnTo>
                    <a:pt x="491" y="3596"/>
                  </a:lnTo>
                  <a:cubicBezTo>
                    <a:pt x="518" y="3534"/>
                    <a:pt x="545" y="3471"/>
                    <a:pt x="580" y="3418"/>
                  </a:cubicBezTo>
                  <a:lnTo>
                    <a:pt x="1142" y="3935"/>
                  </a:lnTo>
                  <a:lnTo>
                    <a:pt x="1142" y="4470"/>
                  </a:lnTo>
                  <a:lnTo>
                    <a:pt x="1169" y="4470"/>
                  </a:lnTo>
                  <a:lnTo>
                    <a:pt x="1169" y="3926"/>
                  </a:lnTo>
                  <a:lnTo>
                    <a:pt x="589" y="3400"/>
                  </a:lnTo>
                  <a:cubicBezTo>
                    <a:pt x="652" y="3275"/>
                    <a:pt x="714" y="3168"/>
                    <a:pt x="777" y="3070"/>
                  </a:cubicBezTo>
                  <a:close/>
                  <a:moveTo>
                    <a:pt x="4184" y="2053"/>
                  </a:moveTo>
                  <a:lnTo>
                    <a:pt x="4184" y="2802"/>
                  </a:lnTo>
                  <a:lnTo>
                    <a:pt x="3328" y="3650"/>
                  </a:lnTo>
                  <a:lnTo>
                    <a:pt x="3328" y="4542"/>
                  </a:lnTo>
                  <a:lnTo>
                    <a:pt x="3685" y="4890"/>
                  </a:lnTo>
                  <a:lnTo>
                    <a:pt x="3694" y="4898"/>
                  </a:lnTo>
                  <a:lnTo>
                    <a:pt x="4140" y="4898"/>
                  </a:lnTo>
                  <a:lnTo>
                    <a:pt x="4140" y="4881"/>
                  </a:lnTo>
                  <a:lnTo>
                    <a:pt x="3703" y="4881"/>
                  </a:lnTo>
                  <a:lnTo>
                    <a:pt x="3346" y="4533"/>
                  </a:lnTo>
                  <a:lnTo>
                    <a:pt x="3346" y="3658"/>
                  </a:lnTo>
                  <a:lnTo>
                    <a:pt x="4202" y="2811"/>
                  </a:lnTo>
                  <a:lnTo>
                    <a:pt x="4202" y="2053"/>
                  </a:lnTo>
                  <a:close/>
                  <a:moveTo>
                    <a:pt x="955" y="4898"/>
                  </a:moveTo>
                  <a:lnTo>
                    <a:pt x="955" y="5130"/>
                  </a:lnTo>
                  <a:lnTo>
                    <a:pt x="54" y="5130"/>
                  </a:lnTo>
                  <a:cubicBezTo>
                    <a:pt x="54" y="5050"/>
                    <a:pt x="63" y="4970"/>
                    <a:pt x="63" y="4898"/>
                  </a:cubicBezTo>
                  <a:close/>
                  <a:moveTo>
                    <a:pt x="955" y="5148"/>
                  </a:moveTo>
                  <a:lnTo>
                    <a:pt x="955" y="5362"/>
                  </a:lnTo>
                  <a:lnTo>
                    <a:pt x="393" y="5362"/>
                  </a:lnTo>
                  <a:lnTo>
                    <a:pt x="286" y="5478"/>
                  </a:lnTo>
                  <a:lnTo>
                    <a:pt x="54" y="5478"/>
                  </a:lnTo>
                  <a:cubicBezTo>
                    <a:pt x="54" y="5371"/>
                    <a:pt x="54" y="5255"/>
                    <a:pt x="54" y="5148"/>
                  </a:cubicBezTo>
                  <a:close/>
                  <a:moveTo>
                    <a:pt x="955" y="5371"/>
                  </a:moveTo>
                  <a:cubicBezTo>
                    <a:pt x="964" y="5487"/>
                    <a:pt x="1053" y="5576"/>
                    <a:pt x="1169" y="5576"/>
                  </a:cubicBezTo>
                  <a:lnTo>
                    <a:pt x="1365" y="5576"/>
                  </a:lnTo>
                  <a:lnTo>
                    <a:pt x="1365" y="5960"/>
                  </a:lnTo>
                  <a:lnTo>
                    <a:pt x="919" y="6397"/>
                  </a:lnTo>
                  <a:lnTo>
                    <a:pt x="224" y="6397"/>
                  </a:lnTo>
                  <a:lnTo>
                    <a:pt x="224" y="6406"/>
                  </a:lnTo>
                  <a:cubicBezTo>
                    <a:pt x="197" y="6335"/>
                    <a:pt x="179" y="6272"/>
                    <a:pt x="152" y="6210"/>
                  </a:cubicBezTo>
                  <a:lnTo>
                    <a:pt x="893" y="6210"/>
                  </a:lnTo>
                  <a:lnTo>
                    <a:pt x="1142" y="5933"/>
                  </a:lnTo>
                  <a:lnTo>
                    <a:pt x="1142" y="5576"/>
                  </a:lnTo>
                  <a:lnTo>
                    <a:pt x="1125" y="5576"/>
                  </a:lnTo>
                  <a:lnTo>
                    <a:pt x="1125" y="5924"/>
                  </a:lnTo>
                  <a:lnTo>
                    <a:pt x="884" y="6192"/>
                  </a:lnTo>
                  <a:lnTo>
                    <a:pt x="152" y="6192"/>
                  </a:lnTo>
                  <a:cubicBezTo>
                    <a:pt x="143" y="6156"/>
                    <a:pt x="125" y="6121"/>
                    <a:pt x="116" y="6085"/>
                  </a:cubicBezTo>
                  <a:lnTo>
                    <a:pt x="687" y="6085"/>
                  </a:lnTo>
                  <a:lnTo>
                    <a:pt x="794" y="5978"/>
                  </a:lnTo>
                  <a:cubicBezTo>
                    <a:pt x="803" y="5982"/>
                    <a:pt x="812" y="5985"/>
                    <a:pt x="821" y="5985"/>
                  </a:cubicBezTo>
                  <a:cubicBezTo>
                    <a:pt x="830" y="5985"/>
                    <a:pt x="839" y="5982"/>
                    <a:pt x="848" y="5978"/>
                  </a:cubicBezTo>
                  <a:cubicBezTo>
                    <a:pt x="875" y="5969"/>
                    <a:pt x="884" y="5933"/>
                    <a:pt x="875" y="5907"/>
                  </a:cubicBezTo>
                  <a:cubicBezTo>
                    <a:pt x="863" y="5889"/>
                    <a:pt x="848" y="5879"/>
                    <a:pt x="831" y="5879"/>
                  </a:cubicBezTo>
                  <a:cubicBezTo>
                    <a:pt x="822" y="5879"/>
                    <a:pt x="813" y="5882"/>
                    <a:pt x="803" y="5889"/>
                  </a:cubicBezTo>
                  <a:cubicBezTo>
                    <a:pt x="777" y="5898"/>
                    <a:pt x="768" y="5933"/>
                    <a:pt x="777" y="5960"/>
                  </a:cubicBezTo>
                  <a:cubicBezTo>
                    <a:pt x="777" y="5960"/>
                    <a:pt x="777" y="5960"/>
                    <a:pt x="786" y="5969"/>
                  </a:cubicBezTo>
                  <a:lnTo>
                    <a:pt x="678" y="6067"/>
                  </a:lnTo>
                  <a:lnTo>
                    <a:pt x="116" y="6067"/>
                  </a:lnTo>
                  <a:cubicBezTo>
                    <a:pt x="108" y="6049"/>
                    <a:pt x="108" y="6022"/>
                    <a:pt x="99" y="6005"/>
                  </a:cubicBezTo>
                  <a:cubicBezTo>
                    <a:pt x="99" y="5978"/>
                    <a:pt x="90" y="5960"/>
                    <a:pt x="90" y="5942"/>
                  </a:cubicBezTo>
                  <a:lnTo>
                    <a:pt x="473" y="5942"/>
                  </a:lnTo>
                  <a:lnTo>
                    <a:pt x="554" y="5871"/>
                  </a:lnTo>
                  <a:cubicBezTo>
                    <a:pt x="566" y="5877"/>
                    <a:pt x="583" y="5883"/>
                    <a:pt x="599" y="5883"/>
                  </a:cubicBezTo>
                  <a:cubicBezTo>
                    <a:pt x="605" y="5883"/>
                    <a:pt x="611" y="5882"/>
                    <a:pt x="616" y="5880"/>
                  </a:cubicBezTo>
                  <a:cubicBezTo>
                    <a:pt x="643" y="5862"/>
                    <a:pt x="652" y="5835"/>
                    <a:pt x="643" y="5808"/>
                  </a:cubicBezTo>
                  <a:cubicBezTo>
                    <a:pt x="630" y="5789"/>
                    <a:pt x="612" y="5774"/>
                    <a:pt x="594" y="5774"/>
                  </a:cubicBezTo>
                  <a:cubicBezTo>
                    <a:pt x="586" y="5774"/>
                    <a:pt x="579" y="5777"/>
                    <a:pt x="571" y="5782"/>
                  </a:cubicBezTo>
                  <a:cubicBezTo>
                    <a:pt x="545" y="5791"/>
                    <a:pt x="527" y="5826"/>
                    <a:pt x="545" y="5853"/>
                  </a:cubicBezTo>
                  <a:lnTo>
                    <a:pt x="464" y="5924"/>
                  </a:lnTo>
                  <a:lnTo>
                    <a:pt x="90" y="5924"/>
                  </a:lnTo>
                  <a:cubicBezTo>
                    <a:pt x="81" y="5898"/>
                    <a:pt x="81" y="5862"/>
                    <a:pt x="72" y="5835"/>
                  </a:cubicBezTo>
                  <a:lnTo>
                    <a:pt x="366" y="5835"/>
                  </a:lnTo>
                  <a:lnTo>
                    <a:pt x="447" y="5746"/>
                  </a:lnTo>
                  <a:cubicBezTo>
                    <a:pt x="455" y="5750"/>
                    <a:pt x="464" y="5753"/>
                    <a:pt x="474" y="5753"/>
                  </a:cubicBezTo>
                  <a:cubicBezTo>
                    <a:pt x="484" y="5753"/>
                    <a:pt x="496" y="5750"/>
                    <a:pt x="509" y="5746"/>
                  </a:cubicBezTo>
                  <a:cubicBezTo>
                    <a:pt x="527" y="5737"/>
                    <a:pt x="545" y="5701"/>
                    <a:pt x="527" y="5675"/>
                  </a:cubicBezTo>
                  <a:cubicBezTo>
                    <a:pt x="520" y="5655"/>
                    <a:pt x="498" y="5644"/>
                    <a:pt x="477" y="5644"/>
                  </a:cubicBezTo>
                  <a:cubicBezTo>
                    <a:pt x="469" y="5644"/>
                    <a:pt x="462" y="5646"/>
                    <a:pt x="455" y="5648"/>
                  </a:cubicBezTo>
                  <a:cubicBezTo>
                    <a:pt x="429" y="5666"/>
                    <a:pt x="420" y="5692"/>
                    <a:pt x="429" y="5719"/>
                  </a:cubicBezTo>
                  <a:cubicBezTo>
                    <a:pt x="438" y="5728"/>
                    <a:pt x="438" y="5728"/>
                    <a:pt x="438" y="5728"/>
                  </a:cubicBezTo>
                  <a:lnTo>
                    <a:pt x="357" y="5817"/>
                  </a:lnTo>
                  <a:lnTo>
                    <a:pt x="72" y="5817"/>
                  </a:lnTo>
                  <a:cubicBezTo>
                    <a:pt x="72" y="5773"/>
                    <a:pt x="63" y="5737"/>
                    <a:pt x="63" y="5692"/>
                  </a:cubicBezTo>
                  <a:lnTo>
                    <a:pt x="241" y="5692"/>
                  </a:lnTo>
                  <a:lnTo>
                    <a:pt x="322" y="5621"/>
                  </a:lnTo>
                  <a:cubicBezTo>
                    <a:pt x="332" y="5632"/>
                    <a:pt x="343" y="5636"/>
                    <a:pt x="353" y="5636"/>
                  </a:cubicBezTo>
                  <a:cubicBezTo>
                    <a:pt x="360" y="5636"/>
                    <a:pt x="368" y="5634"/>
                    <a:pt x="375" y="5630"/>
                  </a:cubicBezTo>
                  <a:cubicBezTo>
                    <a:pt x="402" y="5621"/>
                    <a:pt x="420" y="5585"/>
                    <a:pt x="402" y="5559"/>
                  </a:cubicBezTo>
                  <a:cubicBezTo>
                    <a:pt x="395" y="5539"/>
                    <a:pt x="374" y="5528"/>
                    <a:pt x="352" y="5528"/>
                  </a:cubicBezTo>
                  <a:cubicBezTo>
                    <a:pt x="345" y="5528"/>
                    <a:pt x="337" y="5530"/>
                    <a:pt x="331" y="5532"/>
                  </a:cubicBezTo>
                  <a:cubicBezTo>
                    <a:pt x="304" y="5550"/>
                    <a:pt x="295" y="5585"/>
                    <a:pt x="304" y="5603"/>
                  </a:cubicBezTo>
                  <a:cubicBezTo>
                    <a:pt x="304" y="5612"/>
                    <a:pt x="313" y="5612"/>
                    <a:pt x="313" y="5612"/>
                  </a:cubicBezTo>
                  <a:lnTo>
                    <a:pt x="241" y="5675"/>
                  </a:lnTo>
                  <a:lnTo>
                    <a:pt x="63" y="5675"/>
                  </a:lnTo>
                  <a:cubicBezTo>
                    <a:pt x="63" y="5621"/>
                    <a:pt x="54" y="5559"/>
                    <a:pt x="54" y="5496"/>
                  </a:cubicBezTo>
                  <a:lnTo>
                    <a:pt x="295" y="5496"/>
                  </a:lnTo>
                  <a:lnTo>
                    <a:pt x="402" y="5380"/>
                  </a:lnTo>
                  <a:lnTo>
                    <a:pt x="955" y="5380"/>
                  </a:lnTo>
                  <a:lnTo>
                    <a:pt x="955" y="5371"/>
                  </a:lnTo>
                  <a:close/>
                  <a:moveTo>
                    <a:pt x="1606" y="5576"/>
                  </a:moveTo>
                  <a:lnTo>
                    <a:pt x="1606" y="5924"/>
                  </a:lnTo>
                  <a:lnTo>
                    <a:pt x="946" y="6620"/>
                  </a:lnTo>
                  <a:lnTo>
                    <a:pt x="304" y="6620"/>
                  </a:lnTo>
                  <a:cubicBezTo>
                    <a:pt x="277" y="6558"/>
                    <a:pt x="250" y="6486"/>
                    <a:pt x="232" y="6415"/>
                  </a:cubicBezTo>
                  <a:lnTo>
                    <a:pt x="928" y="6415"/>
                  </a:lnTo>
                  <a:lnTo>
                    <a:pt x="1383" y="5969"/>
                  </a:lnTo>
                  <a:lnTo>
                    <a:pt x="1383" y="5576"/>
                  </a:lnTo>
                  <a:close/>
                  <a:moveTo>
                    <a:pt x="1829" y="5576"/>
                  </a:moveTo>
                  <a:lnTo>
                    <a:pt x="1838" y="5951"/>
                  </a:lnTo>
                  <a:lnTo>
                    <a:pt x="946" y="6861"/>
                  </a:lnTo>
                  <a:lnTo>
                    <a:pt x="393" y="6861"/>
                  </a:lnTo>
                  <a:cubicBezTo>
                    <a:pt x="366" y="6790"/>
                    <a:pt x="339" y="6709"/>
                    <a:pt x="313" y="6638"/>
                  </a:cubicBezTo>
                  <a:lnTo>
                    <a:pt x="955" y="6638"/>
                  </a:lnTo>
                  <a:lnTo>
                    <a:pt x="1624" y="5933"/>
                  </a:lnTo>
                  <a:lnTo>
                    <a:pt x="1624" y="5576"/>
                  </a:lnTo>
                  <a:close/>
                  <a:moveTo>
                    <a:pt x="759" y="8262"/>
                  </a:moveTo>
                  <a:lnTo>
                    <a:pt x="946" y="8395"/>
                  </a:lnTo>
                  <a:lnTo>
                    <a:pt x="1348" y="8395"/>
                  </a:lnTo>
                  <a:cubicBezTo>
                    <a:pt x="1348" y="8404"/>
                    <a:pt x="1348" y="8404"/>
                    <a:pt x="1348" y="8413"/>
                  </a:cubicBezTo>
                  <a:lnTo>
                    <a:pt x="1348" y="8503"/>
                  </a:lnTo>
                  <a:lnTo>
                    <a:pt x="955" y="8503"/>
                  </a:lnTo>
                  <a:lnTo>
                    <a:pt x="768" y="8378"/>
                  </a:lnTo>
                  <a:lnTo>
                    <a:pt x="455" y="8378"/>
                  </a:lnTo>
                  <a:cubicBezTo>
                    <a:pt x="464" y="8342"/>
                    <a:pt x="464" y="8297"/>
                    <a:pt x="473" y="8262"/>
                  </a:cubicBezTo>
                  <a:close/>
                  <a:moveTo>
                    <a:pt x="759" y="8395"/>
                  </a:moveTo>
                  <a:lnTo>
                    <a:pt x="946" y="8520"/>
                  </a:lnTo>
                  <a:lnTo>
                    <a:pt x="1348" y="8520"/>
                  </a:lnTo>
                  <a:lnTo>
                    <a:pt x="1348" y="8592"/>
                  </a:lnTo>
                  <a:lnTo>
                    <a:pt x="919" y="8592"/>
                  </a:lnTo>
                  <a:lnTo>
                    <a:pt x="794" y="8717"/>
                  </a:lnTo>
                  <a:lnTo>
                    <a:pt x="447" y="8717"/>
                  </a:lnTo>
                  <a:cubicBezTo>
                    <a:pt x="447" y="8619"/>
                    <a:pt x="447" y="8511"/>
                    <a:pt x="455" y="8395"/>
                  </a:cubicBezTo>
                  <a:close/>
                  <a:moveTo>
                    <a:pt x="1348" y="8610"/>
                  </a:moveTo>
                  <a:lnTo>
                    <a:pt x="1348" y="8690"/>
                  </a:lnTo>
                  <a:lnTo>
                    <a:pt x="946" y="8690"/>
                  </a:lnTo>
                  <a:lnTo>
                    <a:pt x="794" y="8824"/>
                  </a:lnTo>
                  <a:lnTo>
                    <a:pt x="455" y="8824"/>
                  </a:lnTo>
                  <a:cubicBezTo>
                    <a:pt x="455" y="8797"/>
                    <a:pt x="455" y="8761"/>
                    <a:pt x="447" y="8734"/>
                  </a:cubicBezTo>
                  <a:lnTo>
                    <a:pt x="803" y="8734"/>
                  </a:lnTo>
                  <a:lnTo>
                    <a:pt x="928" y="8610"/>
                  </a:lnTo>
                  <a:close/>
                  <a:moveTo>
                    <a:pt x="4970" y="8181"/>
                  </a:moveTo>
                  <a:lnTo>
                    <a:pt x="4970" y="8315"/>
                  </a:lnTo>
                  <a:lnTo>
                    <a:pt x="4675" y="8315"/>
                  </a:lnTo>
                  <a:lnTo>
                    <a:pt x="4309" y="8699"/>
                  </a:lnTo>
                  <a:lnTo>
                    <a:pt x="4309" y="9002"/>
                  </a:lnTo>
                  <a:lnTo>
                    <a:pt x="4149" y="9002"/>
                  </a:lnTo>
                  <a:lnTo>
                    <a:pt x="4149" y="8699"/>
                  </a:lnTo>
                  <a:lnTo>
                    <a:pt x="4684" y="8181"/>
                  </a:lnTo>
                  <a:close/>
                  <a:moveTo>
                    <a:pt x="4970" y="8333"/>
                  </a:moveTo>
                  <a:lnTo>
                    <a:pt x="4970" y="8529"/>
                  </a:lnTo>
                  <a:lnTo>
                    <a:pt x="4684" y="8529"/>
                  </a:lnTo>
                  <a:lnTo>
                    <a:pt x="4425" y="8761"/>
                  </a:lnTo>
                  <a:lnTo>
                    <a:pt x="4425" y="9002"/>
                  </a:lnTo>
                  <a:lnTo>
                    <a:pt x="4327" y="9002"/>
                  </a:lnTo>
                  <a:lnTo>
                    <a:pt x="4327" y="8699"/>
                  </a:lnTo>
                  <a:lnTo>
                    <a:pt x="4684" y="8333"/>
                  </a:lnTo>
                  <a:close/>
                  <a:moveTo>
                    <a:pt x="3506" y="1821"/>
                  </a:moveTo>
                  <a:lnTo>
                    <a:pt x="3506" y="1901"/>
                  </a:lnTo>
                  <a:cubicBezTo>
                    <a:pt x="3506" y="1972"/>
                    <a:pt x="3551" y="2035"/>
                    <a:pt x="3622" y="2053"/>
                  </a:cubicBezTo>
                  <a:cubicBezTo>
                    <a:pt x="3631" y="2053"/>
                    <a:pt x="3649" y="2062"/>
                    <a:pt x="3658" y="2062"/>
                  </a:cubicBezTo>
                  <a:lnTo>
                    <a:pt x="3756" y="2062"/>
                  </a:lnTo>
                  <a:lnTo>
                    <a:pt x="3756" y="2802"/>
                  </a:lnTo>
                  <a:lnTo>
                    <a:pt x="2721" y="3846"/>
                  </a:lnTo>
                  <a:lnTo>
                    <a:pt x="1990" y="3846"/>
                  </a:lnTo>
                  <a:lnTo>
                    <a:pt x="1856" y="3971"/>
                  </a:lnTo>
                  <a:lnTo>
                    <a:pt x="1856" y="4470"/>
                  </a:lnTo>
                  <a:lnTo>
                    <a:pt x="1874" y="4470"/>
                  </a:lnTo>
                  <a:lnTo>
                    <a:pt x="1874" y="3980"/>
                  </a:lnTo>
                  <a:lnTo>
                    <a:pt x="1999" y="3864"/>
                  </a:lnTo>
                  <a:lnTo>
                    <a:pt x="2730" y="3864"/>
                  </a:lnTo>
                  <a:lnTo>
                    <a:pt x="3774" y="2811"/>
                  </a:lnTo>
                  <a:lnTo>
                    <a:pt x="3774" y="2062"/>
                  </a:lnTo>
                  <a:lnTo>
                    <a:pt x="3890" y="2062"/>
                  </a:lnTo>
                  <a:lnTo>
                    <a:pt x="3890" y="2802"/>
                  </a:lnTo>
                  <a:lnTo>
                    <a:pt x="3043" y="3641"/>
                  </a:lnTo>
                  <a:lnTo>
                    <a:pt x="3043" y="3650"/>
                  </a:lnTo>
                  <a:lnTo>
                    <a:pt x="3043" y="4925"/>
                  </a:lnTo>
                  <a:lnTo>
                    <a:pt x="3399" y="5300"/>
                  </a:lnTo>
                  <a:lnTo>
                    <a:pt x="4140" y="5300"/>
                  </a:lnTo>
                  <a:lnTo>
                    <a:pt x="4140" y="5282"/>
                  </a:lnTo>
                  <a:lnTo>
                    <a:pt x="3417" y="5282"/>
                  </a:lnTo>
                  <a:lnTo>
                    <a:pt x="3060" y="4916"/>
                  </a:lnTo>
                  <a:lnTo>
                    <a:pt x="3060" y="3658"/>
                  </a:lnTo>
                  <a:lnTo>
                    <a:pt x="3908" y="2820"/>
                  </a:lnTo>
                  <a:lnTo>
                    <a:pt x="3908" y="2811"/>
                  </a:lnTo>
                  <a:lnTo>
                    <a:pt x="3908" y="2062"/>
                  </a:lnTo>
                  <a:lnTo>
                    <a:pt x="4024" y="2062"/>
                  </a:lnTo>
                  <a:lnTo>
                    <a:pt x="4024" y="2793"/>
                  </a:lnTo>
                  <a:lnTo>
                    <a:pt x="3176" y="3650"/>
                  </a:lnTo>
                  <a:lnTo>
                    <a:pt x="3176" y="4756"/>
                  </a:lnTo>
                  <a:lnTo>
                    <a:pt x="3542" y="5095"/>
                  </a:lnTo>
                  <a:lnTo>
                    <a:pt x="4140" y="5095"/>
                  </a:lnTo>
                  <a:lnTo>
                    <a:pt x="4140" y="5077"/>
                  </a:lnTo>
                  <a:lnTo>
                    <a:pt x="3551" y="5077"/>
                  </a:lnTo>
                  <a:lnTo>
                    <a:pt x="3194" y="4747"/>
                  </a:lnTo>
                  <a:lnTo>
                    <a:pt x="3194" y="3658"/>
                  </a:lnTo>
                  <a:lnTo>
                    <a:pt x="4042" y="2802"/>
                  </a:lnTo>
                  <a:lnTo>
                    <a:pt x="4042" y="2062"/>
                  </a:lnTo>
                  <a:lnTo>
                    <a:pt x="4149" y="2062"/>
                  </a:lnTo>
                  <a:cubicBezTo>
                    <a:pt x="4158" y="2062"/>
                    <a:pt x="4176" y="2053"/>
                    <a:pt x="4184" y="2053"/>
                  </a:cubicBezTo>
                  <a:cubicBezTo>
                    <a:pt x="4256" y="2035"/>
                    <a:pt x="4300" y="1972"/>
                    <a:pt x="4300" y="1901"/>
                  </a:cubicBezTo>
                  <a:lnTo>
                    <a:pt x="4300" y="1856"/>
                  </a:lnTo>
                  <a:lnTo>
                    <a:pt x="4613" y="1856"/>
                  </a:lnTo>
                  <a:lnTo>
                    <a:pt x="4720" y="1946"/>
                  </a:lnTo>
                  <a:lnTo>
                    <a:pt x="4970" y="1946"/>
                  </a:lnTo>
                  <a:lnTo>
                    <a:pt x="4970" y="3168"/>
                  </a:lnTo>
                  <a:lnTo>
                    <a:pt x="4488" y="3168"/>
                  </a:lnTo>
                  <a:lnTo>
                    <a:pt x="4051" y="3578"/>
                  </a:lnTo>
                  <a:cubicBezTo>
                    <a:pt x="4042" y="3569"/>
                    <a:pt x="4033" y="3560"/>
                    <a:pt x="4015" y="3560"/>
                  </a:cubicBezTo>
                  <a:cubicBezTo>
                    <a:pt x="3988" y="3560"/>
                    <a:pt x="3961" y="3587"/>
                    <a:pt x="3961" y="3614"/>
                  </a:cubicBezTo>
                  <a:cubicBezTo>
                    <a:pt x="3961" y="3650"/>
                    <a:pt x="3988" y="3667"/>
                    <a:pt x="4015" y="3667"/>
                  </a:cubicBezTo>
                  <a:cubicBezTo>
                    <a:pt x="4051" y="3667"/>
                    <a:pt x="4068" y="3650"/>
                    <a:pt x="4068" y="3614"/>
                  </a:cubicBezTo>
                  <a:cubicBezTo>
                    <a:pt x="4068" y="3605"/>
                    <a:pt x="4068" y="3596"/>
                    <a:pt x="4060" y="3587"/>
                  </a:cubicBezTo>
                  <a:lnTo>
                    <a:pt x="4488" y="3186"/>
                  </a:lnTo>
                  <a:lnTo>
                    <a:pt x="4970" y="3186"/>
                  </a:lnTo>
                  <a:lnTo>
                    <a:pt x="4970" y="3337"/>
                  </a:lnTo>
                  <a:lnTo>
                    <a:pt x="4550" y="3337"/>
                  </a:lnTo>
                  <a:lnTo>
                    <a:pt x="4292" y="3569"/>
                  </a:lnTo>
                  <a:cubicBezTo>
                    <a:pt x="4283" y="3569"/>
                    <a:pt x="4274" y="3560"/>
                    <a:pt x="4256" y="3560"/>
                  </a:cubicBezTo>
                  <a:cubicBezTo>
                    <a:pt x="4229" y="3560"/>
                    <a:pt x="4202" y="3587"/>
                    <a:pt x="4202" y="3614"/>
                  </a:cubicBezTo>
                  <a:cubicBezTo>
                    <a:pt x="4202" y="3650"/>
                    <a:pt x="4229" y="3667"/>
                    <a:pt x="4256" y="3667"/>
                  </a:cubicBezTo>
                  <a:cubicBezTo>
                    <a:pt x="4292" y="3667"/>
                    <a:pt x="4309" y="3650"/>
                    <a:pt x="4309" y="3614"/>
                  </a:cubicBezTo>
                  <a:cubicBezTo>
                    <a:pt x="4309" y="3605"/>
                    <a:pt x="4309" y="3596"/>
                    <a:pt x="4300" y="3587"/>
                  </a:cubicBezTo>
                  <a:lnTo>
                    <a:pt x="4559" y="3355"/>
                  </a:lnTo>
                  <a:lnTo>
                    <a:pt x="4970" y="3355"/>
                  </a:lnTo>
                  <a:lnTo>
                    <a:pt x="4970" y="3435"/>
                  </a:lnTo>
                  <a:lnTo>
                    <a:pt x="4684" y="3435"/>
                  </a:lnTo>
                  <a:lnTo>
                    <a:pt x="4523" y="3569"/>
                  </a:lnTo>
                  <a:cubicBezTo>
                    <a:pt x="4523" y="3569"/>
                    <a:pt x="4515" y="3560"/>
                    <a:pt x="4506" y="3560"/>
                  </a:cubicBezTo>
                  <a:cubicBezTo>
                    <a:pt x="4470" y="3560"/>
                    <a:pt x="4452" y="3587"/>
                    <a:pt x="4452" y="3614"/>
                  </a:cubicBezTo>
                  <a:cubicBezTo>
                    <a:pt x="4452" y="3650"/>
                    <a:pt x="4470" y="3667"/>
                    <a:pt x="4506" y="3667"/>
                  </a:cubicBezTo>
                  <a:cubicBezTo>
                    <a:pt x="4532" y="3667"/>
                    <a:pt x="4559" y="3650"/>
                    <a:pt x="4559" y="3614"/>
                  </a:cubicBezTo>
                  <a:cubicBezTo>
                    <a:pt x="4559" y="3605"/>
                    <a:pt x="4550" y="3587"/>
                    <a:pt x="4541" y="3578"/>
                  </a:cubicBezTo>
                  <a:lnTo>
                    <a:pt x="4693" y="3453"/>
                  </a:lnTo>
                  <a:lnTo>
                    <a:pt x="4970" y="3453"/>
                  </a:lnTo>
                  <a:lnTo>
                    <a:pt x="4970" y="4104"/>
                  </a:lnTo>
                  <a:lnTo>
                    <a:pt x="4399" y="4104"/>
                  </a:lnTo>
                  <a:lnTo>
                    <a:pt x="4247" y="3944"/>
                  </a:lnTo>
                  <a:cubicBezTo>
                    <a:pt x="4256" y="3935"/>
                    <a:pt x="4256" y="3926"/>
                    <a:pt x="4256" y="3917"/>
                  </a:cubicBezTo>
                  <a:cubicBezTo>
                    <a:pt x="4256" y="3881"/>
                    <a:pt x="4238" y="3864"/>
                    <a:pt x="4202" y="3864"/>
                  </a:cubicBezTo>
                  <a:cubicBezTo>
                    <a:pt x="4176" y="3864"/>
                    <a:pt x="4149" y="3881"/>
                    <a:pt x="4149" y="3917"/>
                  </a:cubicBezTo>
                  <a:cubicBezTo>
                    <a:pt x="4149" y="3944"/>
                    <a:pt x="4176" y="3971"/>
                    <a:pt x="4202" y="3971"/>
                  </a:cubicBezTo>
                  <a:cubicBezTo>
                    <a:pt x="4220" y="3971"/>
                    <a:pt x="4229" y="3962"/>
                    <a:pt x="4238" y="3962"/>
                  </a:cubicBezTo>
                  <a:lnTo>
                    <a:pt x="4390" y="4122"/>
                  </a:lnTo>
                  <a:lnTo>
                    <a:pt x="4970" y="4122"/>
                  </a:lnTo>
                  <a:lnTo>
                    <a:pt x="4970" y="4238"/>
                  </a:lnTo>
                  <a:lnTo>
                    <a:pt x="4300" y="4238"/>
                  </a:lnTo>
                  <a:lnTo>
                    <a:pt x="4024" y="3953"/>
                  </a:lnTo>
                  <a:cubicBezTo>
                    <a:pt x="4033" y="3944"/>
                    <a:pt x="4033" y="3926"/>
                    <a:pt x="4033" y="3917"/>
                  </a:cubicBezTo>
                  <a:cubicBezTo>
                    <a:pt x="4033" y="3881"/>
                    <a:pt x="4015" y="3864"/>
                    <a:pt x="3979" y="3864"/>
                  </a:cubicBezTo>
                  <a:cubicBezTo>
                    <a:pt x="3953" y="3864"/>
                    <a:pt x="3926" y="3881"/>
                    <a:pt x="3926" y="3917"/>
                  </a:cubicBezTo>
                  <a:cubicBezTo>
                    <a:pt x="3926" y="3944"/>
                    <a:pt x="3953" y="3971"/>
                    <a:pt x="3979" y="3971"/>
                  </a:cubicBezTo>
                  <a:cubicBezTo>
                    <a:pt x="3988" y="3971"/>
                    <a:pt x="3997" y="3962"/>
                    <a:pt x="4006" y="3962"/>
                  </a:cubicBezTo>
                  <a:lnTo>
                    <a:pt x="4292" y="4256"/>
                  </a:lnTo>
                  <a:lnTo>
                    <a:pt x="4970" y="4256"/>
                  </a:lnTo>
                  <a:lnTo>
                    <a:pt x="4970" y="4354"/>
                  </a:lnTo>
                  <a:lnTo>
                    <a:pt x="4211" y="4354"/>
                  </a:lnTo>
                  <a:lnTo>
                    <a:pt x="3810" y="3944"/>
                  </a:lnTo>
                  <a:cubicBezTo>
                    <a:pt x="3819" y="3935"/>
                    <a:pt x="3819" y="3926"/>
                    <a:pt x="3819" y="3917"/>
                  </a:cubicBezTo>
                  <a:cubicBezTo>
                    <a:pt x="3819" y="3881"/>
                    <a:pt x="3801" y="3864"/>
                    <a:pt x="3765" y="3864"/>
                  </a:cubicBezTo>
                  <a:cubicBezTo>
                    <a:pt x="3738" y="3864"/>
                    <a:pt x="3712" y="3881"/>
                    <a:pt x="3712" y="3917"/>
                  </a:cubicBezTo>
                  <a:cubicBezTo>
                    <a:pt x="3712" y="3944"/>
                    <a:pt x="3738" y="3971"/>
                    <a:pt x="3765" y="3971"/>
                  </a:cubicBezTo>
                  <a:cubicBezTo>
                    <a:pt x="3783" y="3971"/>
                    <a:pt x="3792" y="3962"/>
                    <a:pt x="3801" y="3962"/>
                  </a:cubicBezTo>
                  <a:lnTo>
                    <a:pt x="4202" y="4372"/>
                  </a:lnTo>
                  <a:lnTo>
                    <a:pt x="4970" y="4372"/>
                  </a:lnTo>
                  <a:lnTo>
                    <a:pt x="4970" y="8164"/>
                  </a:lnTo>
                  <a:lnTo>
                    <a:pt x="4675" y="8164"/>
                  </a:lnTo>
                  <a:lnTo>
                    <a:pt x="4131" y="8690"/>
                  </a:lnTo>
                  <a:lnTo>
                    <a:pt x="4131" y="8699"/>
                  </a:lnTo>
                  <a:lnTo>
                    <a:pt x="4131" y="9002"/>
                  </a:lnTo>
                  <a:lnTo>
                    <a:pt x="3997" y="9002"/>
                  </a:lnTo>
                  <a:lnTo>
                    <a:pt x="3997" y="8199"/>
                  </a:lnTo>
                  <a:lnTo>
                    <a:pt x="4773" y="7441"/>
                  </a:lnTo>
                  <a:lnTo>
                    <a:pt x="4773" y="7120"/>
                  </a:lnTo>
                  <a:lnTo>
                    <a:pt x="4791" y="7120"/>
                  </a:lnTo>
                  <a:cubicBezTo>
                    <a:pt x="4818" y="7102"/>
                    <a:pt x="4827" y="7075"/>
                    <a:pt x="4818" y="7048"/>
                  </a:cubicBezTo>
                  <a:cubicBezTo>
                    <a:pt x="4804" y="7028"/>
                    <a:pt x="4786" y="7018"/>
                    <a:pt x="4766" y="7018"/>
                  </a:cubicBezTo>
                  <a:cubicBezTo>
                    <a:pt x="4760" y="7018"/>
                    <a:pt x="4753" y="7019"/>
                    <a:pt x="4746" y="7022"/>
                  </a:cubicBezTo>
                  <a:cubicBezTo>
                    <a:pt x="4720" y="7039"/>
                    <a:pt x="4702" y="7066"/>
                    <a:pt x="4720" y="7093"/>
                  </a:cubicBezTo>
                  <a:cubicBezTo>
                    <a:pt x="4729" y="7111"/>
                    <a:pt x="4746" y="7120"/>
                    <a:pt x="4755" y="7120"/>
                  </a:cubicBezTo>
                  <a:lnTo>
                    <a:pt x="4755" y="7432"/>
                  </a:lnTo>
                  <a:lnTo>
                    <a:pt x="3979" y="8190"/>
                  </a:lnTo>
                  <a:lnTo>
                    <a:pt x="3979" y="9002"/>
                  </a:lnTo>
                  <a:lnTo>
                    <a:pt x="3854" y="9002"/>
                  </a:lnTo>
                  <a:lnTo>
                    <a:pt x="3854" y="8137"/>
                  </a:lnTo>
                  <a:lnTo>
                    <a:pt x="4595" y="7405"/>
                  </a:lnTo>
                  <a:lnTo>
                    <a:pt x="4604" y="7396"/>
                  </a:lnTo>
                  <a:lnTo>
                    <a:pt x="4604" y="7173"/>
                  </a:lnTo>
                  <a:cubicBezTo>
                    <a:pt x="4604" y="7173"/>
                    <a:pt x="4613" y="7173"/>
                    <a:pt x="4613" y="7164"/>
                  </a:cubicBezTo>
                  <a:cubicBezTo>
                    <a:pt x="4639" y="7155"/>
                    <a:pt x="4648" y="7120"/>
                    <a:pt x="4639" y="7093"/>
                  </a:cubicBezTo>
                  <a:cubicBezTo>
                    <a:pt x="4628" y="7076"/>
                    <a:pt x="4613" y="7066"/>
                    <a:pt x="4596" y="7066"/>
                  </a:cubicBezTo>
                  <a:cubicBezTo>
                    <a:pt x="4587" y="7066"/>
                    <a:pt x="4578" y="7069"/>
                    <a:pt x="4568" y="7075"/>
                  </a:cubicBezTo>
                  <a:cubicBezTo>
                    <a:pt x="4541" y="7084"/>
                    <a:pt x="4532" y="7120"/>
                    <a:pt x="4541" y="7147"/>
                  </a:cubicBezTo>
                  <a:cubicBezTo>
                    <a:pt x="4550" y="7164"/>
                    <a:pt x="4568" y="7173"/>
                    <a:pt x="4586" y="7173"/>
                  </a:cubicBezTo>
                  <a:lnTo>
                    <a:pt x="4586" y="7396"/>
                  </a:lnTo>
                  <a:lnTo>
                    <a:pt x="3837" y="8119"/>
                  </a:lnTo>
                  <a:lnTo>
                    <a:pt x="3837" y="8128"/>
                  </a:lnTo>
                  <a:lnTo>
                    <a:pt x="3837" y="9011"/>
                  </a:lnTo>
                  <a:cubicBezTo>
                    <a:pt x="3783" y="9029"/>
                    <a:pt x="3738" y="9082"/>
                    <a:pt x="3738" y="9154"/>
                  </a:cubicBezTo>
                  <a:lnTo>
                    <a:pt x="3738" y="9181"/>
                  </a:lnTo>
                  <a:lnTo>
                    <a:pt x="3346" y="9181"/>
                  </a:lnTo>
                  <a:lnTo>
                    <a:pt x="3132" y="8975"/>
                  </a:lnTo>
                  <a:lnTo>
                    <a:pt x="3132" y="7405"/>
                  </a:lnTo>
                  <a:lnTo>
                    <a:pt x="3774" y="6781"/>
                  </a:lnTo>
                  <a:lnTo>
                    <a:pt x="4167" y="6781"/>
                  </a:lnTo>
                  <a:lnTo>
                    <a:pt x="4167" y="6763"/>
                  </a:lnTo>
                  <a:lnTo>
                    <a:pt x="3765" y="6763"/>
                  </a:lnTo>
                  <a:lnTo>
                    <a:pt x="3123" y="7396"/>
                  </a:lnTo>
                  <a:lnTo>
                    <a:pt x="3114" y="7396"/>
                  </a:lnTo>
                  <a:lnTo>
                    <a:pt x="3114" y="8975"/>
                  </a:lnTo>
                  <a:lnTo>
                    <a:pt x="3337" y="9198"/>
                  </a:lnTo>
                  <a:lnTo>
                    <a:pt x="3738" y="9198"/>
                  </a:lnTo>
                  <a:lnTo>
                    <a:pt x="3738" y="9386"/>
                  </a:lnTo>
                  <a:lnTo>
                    <a:pt x="3221" y="9386"/>
                  </a:lnTo>
                  <a:lnTo>
                    <a:pt x="2891" y="9029"/>
                  </a:lnTo>
                  <a:lnTo>
                    <a:pt x="2891" y="7405"/>
                  </a:lnTo>
                  <a:lnTo>
                    <a:pt x="3774" y="6531"/>
                  </a:lnTo>
                  <a:lnTo>
                    <a:pt x="4140" y="6531"/>
                  </a:lnTo>
                  <a:lnTo>
                    <a:pt x="4140" y="6513"/>
                  </a:lnTo>
                  <a:lnTo>
                    <a:pt x="3765" y="6513"/>
                  </a:lnTo>
                  <a:lnTo>
                    <a:pt x="2873" y="7396"/>
                  </a:lnTo>
                  <a:lnTo>
                    <a:pt x="2873" y="9038"/>
                  </a:lnTo>
                  <a:lnTo>
                    <a:pt x="3212" y="9404"/>
                  </a:lnTo>
                  <a:lnTo>
                    <a:pt x="3738" y="9404"/>
                  </a:lnTo>
                  <a:lnTo>
                    <a:pt x="3738" y="9493"/>
                  </a:lnTo>
                  <a:lnTo>
                    <a:pt x="3096" y="9493"/>
                  </a:lnTo>
                  <a:lnTo>
                    <a:pt x="2730" y="9145"/>
                  </a:lnTo>
                  <a:lnTo>
                    <a:pt x="2730" y="8627"/>
                  </a:lnTo>
                  <a:lnTo>
                    <a:pt x="2489" y="8378"/>
                  </a:lnTo>
                  <a:lnTo>
                    <a:pt x="1838" y="8378"/>
                  </a:lnTo>
                  <a:lnTo>
                    <a:pt x="1838" y="8387"/>
                  </a:lnTo>
                  <a:cubicBezTo>
                    <a:pt x="1829" y="8342"/>
                    <a:pt x="1794" y="8315"/>
                    <a:pt x="1749" y="8315"/>
                  </a:cubicBezTo>
                  <a:lnTo>
                    <a:pt x="1490" y="8315"/>
                  </a:lnTo>
                  <a:lnTo>
                    <a:pt x="1490" y="7762"/>
                  </a:lnTo>
                  <a:lnTo>
                    <a:pt x="3212" y="6031"/>
                  </a:lnTo>
                  <a:lnTo>
                    <a:pt x="4140" y="6031"/>
                  </a:lnTo>
                  <a:lnTo>
                    <a:pt x="4140" y="6014"/>
                  </a:lnTo>
                  <a:lnTo>
                    <a:pt x="3203" y="6014"/>
                  </a:lnTo>
                  <a:lnTo>
                    <a:pt x="1472" y="7753"/>
                  </a:lnTo>
                  <a:lnTo>
                    <a:pt x="1472" y="8315"/>
                  </a:lnTo>
                  <a:lnTo>
                    <a:pt x="1446" y="8315"/>
                  </a:lnTo>
                  <a:cubicBezTo>
                    <a:pt x="1401" y="8315"/>
                    <a:pt x="1356" y="8342"/>
                    <a:pt x="1348" y="8387"/>
                  </a:cubicBezTo>
                  <a:lnTo>
                    <a:pt x="1348" y="8378"/>
                  </a:lnTo>
                  <a:lnTo>
                    <a:pt x="955" y="8378"/>
                  </a:lnTo>
                  <a:lnTo>
                    <a:pt x="759" y="8244"/>
                  </a:lnTo>
                  <a:lnTo>
                    <a:pt x="473" y="8244"/>
                  </a:lnTo>
                  <a:cubicBezTo>
                    <a:pt x="473" y="8199"/>
                    <a:pt x="482" y="8164"/>
                    <a:pt x="482" y="8119"/>
                  </a:cubicBezTo>
                  <a:lnTo>
                    <a:pt x="678" y="8119"/>
                  </a:lnTo>
                  <a:cubicBezTo>
                    <a:pt x="678" y="8128"/>
                    <a:pt x="678" y="8128"/>
                    <a:pt x="687" y="8137"/>
                  </a:cubicBezTo>
                  <a:cubicBezTo>
                    <a:pt x="693" y="8154"/>
                    <a:pt x="710" y="8164"/>
                    <a:pt x="729" y="8164"/>
                  </a:cubicBezTo>
                  <a:cubicBezTo>
                    <a:pt x="739" y="8164"/>
                    <a:pt x="749" y="8161"/>
                    <a:pt x="759" y="8155"/>
                  </a:cubicBezTo>
                  <a:cubicBezTo>
                    <a:pt x="786" y="8146"/>
                    <a:pt x="794" y="8110"/>
                    <a:pt x="777" y="8083"/>
                  </a:cubicBezTo>
                  <a:cubicBezTo>
                    <a:pt x="771" y="8066"/>
                    <a:pt x="754" y="8056"/>
                    <a:pt x="735" y="8056"/>
                  </a:cubicBezTo>
                  <a:cubicBezTo>
                    <a:pt x="725" y="8056"/>
                    <a:pt x="715" y="8059"/>
                    <a:pt x="705" y="8065"/>
                  </a:cubicBezTo>
                  <a:cubicBezTo>
                    <a:pt x="696" y="8074"/>
                    <a:pt x="687" y="8083"/>
                    <a:pt x="678" y="8101"/>
                  </a:cubicBezTo>
                  <a:lnTo>
                    <a:pt x="491" y="8101"/>
                  </a:lnTo>
                  <a:cubicBezTo>
                    <a:pt x="491" y="8083"/>
                    <a:pt x="491" y="8056"/>
                    <a:pt x="491" y="8039"/>
                  </a:cubicBezTo>
                  <a:cubicBezTo>
                    <a:pt x="500" y="8003"/>
                    <a:pt x="500" y="7976"/>
                    <a:pt x="500" y="7941"/>
                  </a:cubicBezTo>
                  <a:lnTo>
                    <a:pt x="830" y="7941"/>
                  </a:lnTo>
                  <a:cubicBezTo>
                    <a:pt x="830" y="7949"/>
                    <a:pt x="830" y="7958"/>
                    <a:pt x="830" y="7958"/>
                  </a:cubicBezTo>
                  <a:cubicBezTo>
                    <a:pt x="844" y="7978"/>
                    <a:pt x="867" y="7988"/>
                    <a:pt x="885" y="7988"/>
                  </a:cubicBezTo>
                  <a:cubicBezTo>
                    <a:pt x="891" y="7988"/>
                    <a:pt x="897" y="7987"/>
                    <a:pt x="902" y="7985"/>
                  </a:cubicBezTo>
                  <a:cubicBezTo>
                    <a:pt x="928" y="7967"/>
                    <a:pt x="946" y="7941"/>
                    <a:pt x="928" y="7914"/>
                  </a:cubicBezTo>
                  <a:cubicBezTo>
                    <a:pt x="922" y="7894"/>
                    <a:pt x="900" y="7884"/>
                    <a:pt x="878" y="7884"/>
                  </a:cubicBezTo>
                  <a:cubicBezTo>
                    <a:pt x="871" y="7884"/>
                    <a:pt x="864" y="7885"/>
                    <a:pt x="857" y="7887"/>
                  </a:cubicBezTo>
                  <a:cubicBezTo>
                    <a:pt x="839" y="7896"/>
                    <a:pt x="830" y="7914"/>
                    <a:pt x="830" y="7923"/>
                  </a:cubicBezTo>
                  <a:lnTo>
                    <a:pt x="509" y="7923"/>
                  </a:lnTo>
                  <a:cubicBezTo>
                    <a:pt x="509" y="7869"/>
                    <a:pt x="518" y="7816"/>
                    <a:pt x="518" y="7771"/>
                  </a:cubicBezTo>
                  <a:lnTo>
                    <a:pt x="964" y="7771"/>
                  </a:lnTo>
                  <a:cubicBezTo>
                    <a:pt x="964" y="7771"/>
                    <a:pt x="964" y="7780"/>
                    <a:pt x="964" y="7780"/>
                  </a:cubicBezTo>
                  <a:cubicBezTo>
                    <a:pt x="977" y="7800"/>
                    <a:pt x="996" y="7810"/>
                    <a:pt x="1015" y="7810"/>
                  </a:cubicBezTo>
                  <a:cubicBezTo>
                    <a:pt x="1022" y="7810"/>
                    <a:pt x="1029" y="7809"/>
                    <a:pt x="1035" y="7807"/>
                  </a:cubicBezTo>
                  <a:cubicBezTo>
                    <a:pt x="1062" y="7789"/>
                    <a:pt x="1071" y="7762"/>
                    <a:pt x="1062" y="7735"/>
                  </a:cubicBezTo>
                  <a:cubicBezTo>
                    <a:pt x="1049" y="7715"/>
                    <a:pt x="1030" y="7705"/>
                    <a:pt x="1011" y="7705"/>
                  </a:cubicBezTo>
                  <a:cubicBezTo>
                    <a:pt x="1004" y="7705"/>
                    <a:pt x="997" y="7706"/>
                    <a:pt x="991" y="7709"/>
                  </a:cubicBezTo>
                  <a:cubicBezTo>
                    <a:pt x="973" y="7717"/>
                    <a:pt x="964" y="7735"/>
                    <a:pt x="964" y="7753"/>
                  </a:cubicBezTo>
                  <a:lnTo>
                    <a:pt x="527" y="7753"/>
                  </a:lnTo>
                  <a:cubicBezTo>
                    <a:pt x="527" y="7700"/>
                    <a:pt x="536" y="7646"/>
                    <a:pt x="536" y="7593"/>
                  </a:cubicBezTo>
                  <a:lnTo>
                    <a:pt x="1107" y="7593"/>
                  </a:lnTo>
                  <a:cubicBezTo>
                    <a:pt x="1107" y="7602"/>
                    <a:pt x="1107" y="7610"/>
                    <a:pt x="1107" y="7610"/>
                  </a:cubicBezTo>
                  <a:cubicBezTo>
                    <a:pt x="1120" y="7631"/>
                    <a:pt x="1138" y="7641"/>
                    <a:pt x="1158" y="7641"/>
                  </a:cubicBezTo>
                  <a:cubicBezTo>
                    <a:pt x="1165" y="7641"/>
                    <a:pt x="1171" y="7639"/>
                    <a:pt x="1178" y="7637"/>
                  </a:cubicBezTo>
                  <a:cubicBezTo>
                    <a:pt x="1205" y="7619"/>
                    <a:pt x="1223" y="7593"/>
                    <a:pt x="1205" y="7566"/>
                  </a:cubicBezTo>
                  <a:cubicBezTo>
                    <a:pt x="1198" y="7547"/>
                    <a:pt x="1178" y="7532"/>
                    <a:pt x="1157" y="7532"/>
                  </a:cubicBezTo>
                  <a:cubicBezTo>
                    <a:pt x="1149" y="7532"/>
                    <a:pt x="1141" y="7534"/>
                    <a:pt x="1133" y="7539"/>
                  </a:cubicBezTo>
                  <a:cubicBezTo>
                    <a:pt x="1116" y="7548"/>
                    <a:pt x="1107" y="7566"/>
                    <a:pt x="1107" y="7575"/>
                  </a:cubicBezTo>
                  <a:lnTo>
                    <a:pt x="536" y="7575"/>
                  </a:lnTo>
                  <a:cubicBezTo>
                    <a:pt x="536" y="7539"/>
                    <a:pt x="536" y="7503"/>
                    <a:pt x="536" y="7468"/>
                  </a:cubicBezTo>
                  <a:lnTo>
                    <a:pt x="1330" y="7468"/>
                  </a:lnTo>
                  <a:lnTo>
                    <a:pt x="2507" y="6290"/>
                  </a:lnTo>
                  <a:cubicBezTo>
                    <a:pt x="2516" y="6299"/>
                    <a:pt x="2534" y="6308"/>
                    <a:pt x="2543" y="6308"/>
                  </a:cubicBezTo>
                  <a:cubicBezTo>
                    <a:pt x="2579" y="6308"/>
                    <a:pt x="2597" y="6281"/>
                    <a:pt x="2597" y="6254"/>
                  </a:cubicBezTo>
                  <a:cubicBezTo>
                    <a:pt x="2597" y="6228"/>
                    <a:pt x="2579" y="6201"/>
                    <a:pt x="2543" y="6201"/>
                  </a:cubicBezTo>
                  <a:cubicBezTo>
                    <a:pt x="2516" y="6201"/>
                    <a:pt x="2489" y="6228"/>
                    <a:pt x="2489" y="6254"/>
                  </a:cubicBezTo>
                  <a:cubicBezTo>
                    <a:pt x="2489" y="6263"/>
                    <a:pt x="2498" y="6272"/>
                    <a:pt x="2498" y="6281"/>
                  </a:cubicBezTo>
                  <a:lnTo>
                    <a:pt x="1321" y="7450"/>
                  </a:lnTo>
                  <a:lnTo>
                    <a:pt x="536" y="7450"/>
                  </a:lnTo>
                  <a:cubicBezTo>
                    <a:pt x="536" y="7396"/>
                    <a:pt x="536" y="7343"/>
                    <a:pt x="527" y="7289"/>
                  </a:cubicBezTo>
                  <a:cubicBezTo>
                    <a:pt x="518" y="7280"/>
                    <a:pt x="518" y="7271"/>
                    <a:pt x="518" y="7254"/>
                  </a:cubicBezTo>
                  <a:lnTo>
                    <a:pt x="1205" y="7254"/>
                  </a:lnTo>
                  <a:lnTo>
                    <a:pt x="2177" y="6290"/>
                  </a:lnTo>
                  <a:cubicBezTo>
                    <a:pt x="2186" y="6299"/>
                    <a:pt x="2195" y="6308"/>
                    <a:pt x="2213" y="6308"/>
                  </a:cubicBezTo>
                  <a:cubicBezTo>
                    <a:pt x="2240" y="6308"/>
                    <a:pt x="2266" y="6281"/>
                    <a:pt x="2266" y="6254"/>
                  </a:cubicBezTo>
                  <a:cubicBezTo>
                    <a:pt x="2266" y="6228"/>
                    <a:pt x="2240" y="6201"/>
                    <a:pt x="2213" y="6201"/>
                  </a:cubicBezTo>
                  <a:cubicBezTo>
                    <a:pt x="2186" y="6201"/>
                    <a:pt x="2159" y="6228"/>
                    <a:pt x="2159" y="6254"/>
                  </a:cubicBezTo>
                  <a:cubicBezTo>
                    <a:pt x="2159" y="6263"/>
                    <a:pt x="2159" y="6272"/>
                    <a:pt x="2168" y="6281"/>
                  </a:cubicBezTo>
                  <a:lnTo>
                    <a:pt x="1196" y="7236"/>
                  </a:lnTo>
                  <a:lnTo>
                    <a:pt x="509" y="7236"/>
                  </a:lnTo>
                  <a:cubicBezTo>
                    <a:pt x="500" y="7191"/>
                    <a:pt x="482" y="7129"/>
                    <a:pt x="464" y="7075"/>
                  </a:cubicBezTo>
                  <a:lnTo>
                    <a:pt x="1053" y="7075"/>
                  </a:lnTo>
                  <a:lnTo>
                    <a:pt x="1811" y="6290"/>
                  </a:lnTo>
                  <a:cubicBezTo>
                    <a:pt x="1822" y="6301"/>
                    <a:pt x="1832" y="6305"/>
                    <a:pt x="1843" y="6305"/>
                  </a:cubicBezTo>
                  <a:cubicBezTo>
                    <a:pt x="1850" y="6305"/>
                    <a:pt x="1858" y="6303"/>
                    <a:pt x="1865" y="6299"/>
                  </a:cubicBezTo>
                  <a:cubicBezTo>
                    <a:pt x="1892" y="6290"/>
                    <a:pt x="1910" y="6254"/>
                    <a:pt x="1892" y="6228"/>
                  </a:cubicBezTo>
                  <a:cubicBezTo>
                    <a:pt x="1886" y="6210"/>
                    <a:pt x="1869" y="6201"/>
                    <a:pt x="1851" y="6201"/>
                  </a:cubicBezTo>
                  <a:cubicBezTo>
                    <a:pt x="1840" y="6201"/>
                    <a:pt x="1830" y="6204"/>
                    <a:pt x="1820" y="6210"/>
                  </a:cubicBezTo>
                  <a:cubicBezTo>
                    <a:pt x="1794" y="6219"/>
                    <a:pt x="1785" y="6254"/>
                    <a:pt x="1794" y="6281"/>
                  </a:cubicBezTo>
                  <a:lnTo>
                    <a:pt x="1044" y="7048"/>
                  </a:lnTo>
                  <a:lnTo>
                    <a:pt x="464" y="7048"/>
                  </a:lnTo>
                  <a:cubicBezTo>
                    <a:pt x="447" y="6995"/>
                    <a:pt x="420" y="6941"/>
                    <a:pt x="402" y="6879"/>
                  </a:cubicBezTo>
                  <a:lnTo>
                    <a:pt x="955" y="6879"/>
                  </a:lnTo>
                  <a:lnTo>
                    <a:pt x="1847" y="5960"/>
                  </a:lnTo>
                  <a:lnTo>
                    <a:pt x="1856" y="5951"/>
                  </a:lnTo>
                  <a:lnTo>
                    <a:pt x="1847" y="5576"/>
                  </a:lnTo>
                  <a:lnTo>
                    <a:pt x="1838" y="5576"/>
                  </a:lnTo>
                  <a:cubicBezTo>
                    <a:pt x="1927" y="5576"/>
                    <a:pt x="2008" y="5523"/>
                    <a:pt x="2034" y="5452"/>
                  </a:cubicBezTo>
                  <a:lnTo>
                    <a:pt x="2034" y="5460"/>
                  </a:lnTo>
                  <a:lnTo>
                    <a:pt x="2481" y="5460"/>
                  </a:lnTo>
                  <a:lnTo>
                    <a:pt x="2837" y="5791"/>
                  </a:lnTo>
                  <a:cubicBezTo>
                    <a:pt x="2828" y="5799"/>
                    <a:pt x="2820" y="5808"/>
                    <a:pt x="2820" y="5826"/>
                  </a:cubicBezTo>
                  <a:cubicBezTo>
                    <a:pt x="2820" y="5853"/>
                    <a:pt x="2846" y="5880"/>
                    <a:pt x="2873" y="5880"/>
                  </a:cubicBezTo>
                  <a:cubicBezTo>
                    <a:pt x="2909" y="5880"/>
                    <a:pt x="2927" y="5853"/>
                    <a:pt x="2927" y="5826"/>
                  </a:cubicBezTo>
                  <a:cubicBezTo>
                    <a:pt x="2927" y="5791"/>
                    <a:pt x="2909" y="5773"/>
                    <a:pt x="2873" y="5773"/>
                  </a:cubicBezTo>
                  <a:cubicBezTo>
                    <a:pt x="2864" y="5773"/>
                    <a:pt x="2855" y="5773"/>
                    <a:pt x="2846" y="5782"/>
                  </a:cubicBezTo>
                  <a:lnTo>
                    <a:pt x="2489" y="5443"/>
                  </a:lnTo>
                  <a:lnTo>
                    <a:pt x="2043" y="5443"/>
                  </a:lnTo>
                  <a:cubicBezTo>
                    <a:pt x="2052" y="5416"/>
                    <a:pt x="2061" y="5389"/>
                    <a:pt x="2061" y="5362"/>
                  </a:cubicBezTo>
                  <a:lnTo>
                    <a:pt x="2061" y="5237"/>
                  </a:lnTo>
                  <a:lnTo>
                    <a:pt x="2498" y="5237"/>
                  </a:lnTo>
                  <a:lnTo>
                    <a:pt x="2739" y="5460"/>
                  </a:lnTo>
                  <a:cubicBezTo>
                    <a:pt x="2739" y="5469"/>
                    <a:pt x="2730" y="5478"/>
                    <a:pt x="2730" y="5487"/>
                  </a:cubicBezTo>
                  <a:cubicBezTo>
                    <a:pt x="2730" y="5523"/>
                    <a:pt x="2757" y="5541"/>
                    <a:pt x="2784" y="5541"/>
                  </a:cubicBezTo>
                  <a:cubicBezTo>
                    <a:pt x="2820" y="5541"/>
                    <a:pt x="2837" y="5523"/>
                    <a:pt x="2837" y="5487"/>
                  </a:cubicBezTo>
                  <a:cubicBezTo>
                    <a:pt x="2837" y="5460"/>
                    <a:pt x="2820" y="5434"/>
                    <a:pt x="2784" y="5434"/>
                  </a:cubicBezTo>
                  <a:cubicBezTo>
                    <a:pt x="2775" y="5434"/>
                    <a:pt x="2766" y="5443"/>
                    <a:pt x="2757" y="5452"/>
                  </a:cubicBezTo>
                  <a:lnTo>
                    <a:pt x="2507" y="5220"/>
                  </a:lnTo>
                  <a:lnTo>
                    <a:pt x="2061" y="5220"/>
                  </a:lnTo>
                  <a:lnTo>
                    <a:pt x="2061" y="4997"/>
                  </a:lnTo>
                  <a:lnTo>
                    <a:pt x="2605" y="4997"/>
                  </a:lnTo>
                  <a:lnTo>
                    <a:pt x="3373" y="5773"/>
                  </a:lnTo>
                  <a:lnTo>
                    <a:pt x="4140" y="5773"/>
                  </a:lnTo>
                  <a:lnTo>
                    <a:pt x="4140" y="5755"/>
                  </a:lnTo>
                  <a:lnTo>
                    <a:pt x="3382" y="5755"/>
                  </a:lnTo>
                  <a:lnTo>
                    <a:pt x="2614" y="4988"/>
                  </a:lnTo>
                  <a:lnTo>
                    <a:pt x="2605" y="4979"/>
                  </a:lnTo>
                  <a:lnTo>
                    <a:pt x="2061" y="4979"/>
                  </a:lnTo>
                  <a:lnTo>
                    <a:pt x="2061" y="4702"/>
                  </a:lnTo>
                  <a:lnTo>
                    <a:pt x="2597" y="4702"/>
                  </a:lnTo>
                  <a:lnTo>
                    <a:pt x="3426" y="5532"/>
                  </a:lnTo>
                  <a:lnTo>
                    <a:pt x="3426" y="5541"/>
                  </a:lnTo>
                  <a:lnTo>
                    <a:pt x="4140" y="5541"/>
                  </a:lnTo>
                  <a:lnTo>
                    <a:pt x="4140" y="5523"/>
                  </a:lnTo>
                  <a:lnTo>
                    <a:pt x="3435" y="5523"/>
                  </a:lnTo>
                  <a:lnTo>
                    <a:pt x="2605" y="4684"/>
                  </a:lnTo>
                  <a:lnTo>
                    <a:pt x="2061" y="4684"/>
                  </a:lnTo>
                  <a:lnTo>
                    <a:pt x="2061" y="4693"/>
                  </a:lnTo>
                  <a:cubicBezTo>
                    <a:pt x="2061" y="4568"/>
                    <a:pt x="1963" y="4470"/>
                    <a:pt x="1838" y="4470"/>
                  </a:cubicBezTo>
                  <a:lnTo>
                    <a:pt x="1642" y="4470"/>
                  </a:lnTo>
                  <a:lnTo>
                    <a:pt x="1642" y="3953"/>
                  </a:lnTo>
                  <a:lnTo>
                    <a:pt x="1954" y="3658"/>
                  </a:lnTo>
                  <a:lnTo>
                    <a:pt x="2811" y="3658"/>
                  </a:lnTo>
                  <a:lnTo>
                    <a:pt x="3622" y="2811"/>
                  </a:lnTo>
                  <a:lnTo>
                    <a:pt x="3622" y="2053"/>
                  </a:lnTo>
                  <a:lnTo>
                    <a:pt x="3605" y="2053"/>
                  </a:lnTo>
                  <a:lnTo>
                    <a:pt x="3605" y="2802"/>
                  </a:lnTo>
                  <a:lnTo>
                    <a:pt x="2802" y="3641"/>
                  </a:lnTo>
                  <a:lnTo>
                    <a:pt x="1945" y="3641"/>
                  </a:lnTo>
                  <a:lnTo>
                    <a:pt x="1633" y="3935"/>
                  </a:lnTo>
                  <a:lnTo>
                    <a:pt x="1624" y="3944"/>
                  </a:lnTo>
                  <a:lnTo>
                    <a:pt x="1624" y="4470"/>
                  </a:lnTo>
                  <a:lnTo>
                    <a:pt x="1383" y="4470"/>
                  </a:lnTo>
                  <a:lnTo>
                    <a:pt x="1383" y="3605"/>
                  </a:lnTo>
                  <a:lnTo>
                    <a:pt x="794" y="3052"/>
                  </a:lnTo>
                  <a:cubicBezTo>
                    <a:pt x="812" y="3025"/>
                    <a:pt x="830" y="2998"/>
                    <a:pt x="857" y="2972"/>
                  </a:cubicBezTo>
                  <a:cubicBezTo>
                    <a:pt x="866" y="2945"/>
                    <a:pt x="884" y="2927"/>
                    <a:pt x="910" y="2909"/>
                  </a:cubicBezTo>
                  <a:lnTo>
                    <a:pt x="1196" y="2909"/>
                  </a:lnTo>
                  <a:lnTo>
                    <a:pt x="1490" y="3186"/>
                  </a:lnTo>
                  <a:cubicBezTo>
                    <a:pt x="1490" y="3195"/>
                    <a:pt x="1481" y="3212"/>
                    <a:pt x="1481" y="3221"/>
                  </a:cubicBezTo>
                  <a:cubicBezTo>
                    <a:pt x="1481" y="3248"/>
                    <a:pt x="1508" y="3275"/>
                    <a:pt x="1535" y="3275"/>
                  </a:cubicBezTo>
                  <a:cubicBezTo>
                    <a:pt x="1562" y="3275"/>
                    <a:pt x="1588" y="3248"/>
                    <a:pt x="1588" y="3221"/>
                  </a:cubicBezTo>
                  <a:cubicBezTo>
                    <a:pt x="1588" y="3195"/>
                    <a:pt x="1562" y="3168"/>
                    <a:pt x="1535" y="3168"/>
                  </a:cubicBezTo>
                  <a:cubicBezTo>
                    <a:pt x="1526" y="3168"/>
                    <a:pt x="1517" y="3177"/>
                    <a:pt x="1508" y="3177"/>
                  </a:cubicBezTo>
                  <a:lnTo>
                    <a:pt x="1205" y="2891"/>
                  </a:lnTo>
                  <a:lnTo>
                    <a:pt x="928" y="2891"/>
                  </a:lnTo>
                  <a:cubicBezTo>
                    <a:pt x="973" y="2838"/>
                    <a:pt x="1035" y="2784"/>
                    <a:pt x="1107" y="2731"/>
                  </a:cubicBezTo>
                  <a:lnTo>
                    <a:pt x="1374" y="2731"/>
                  </a:lnTo>
                  <a:lnTo>
                    <a:pt x="1695" y="3043"/>
                  </a:lnTo>
                  <a:cubicBezTo>
                    <a:pt x="1687" y="3052"/>
                    <a:pt x="1678" y="3061"/>
                    <a:pt x="1678" y="3070"/>
                  </a:cubicBezTo>
                  <a:cubicBezTo>
                    <a:pt x="1678" y="3105"/>
                    <a:pt x="1704" y="3123"/>
                    <a:pt x="1731" y="3123"/>
                  </a:cubicBezTo>
                  <a:cubicBezTo>
                    <a:pt x="1767" y="3123"/>
                    <a:pt x="1785" y="3105"/>
                    <a:pt x="1785" y="3070"/>
                  </a:cubicBezTo>
                  <a:cubicBezTo>
                    <a:pt x="1785" y="3043"/>
                    <a:pt x="1767" y="3016"/>
                    <a:pt x="1731" y="3016"/>
                  </a:cubicBezTo>
                  <a:cubicBezTo>
                    <a:pt x="1722" y="3016"/>
                    <a:pt x="1713" y="3025"/>
                    <a:pt x="1704" y="3025"/>
                  </a:cubicBezTo>
                  <a:lnTo>
                    <a:pt x="1383" y="2713"/>
                  </a:lnTo>
                  <a:lnTo>
                    <a:pt x="1125" y="2713"/>
                  </a:lnTo>
                  <a:cubicBezTo>
                    <a:pt x="1169" y="2677"/>
                    <a:pt x="1214" y="2641"/>
                    <a:pt x="1258" y="2615"/>
                  </a:cubicBezTo>
                  <a:lnTo>
                    <a:pt x="1580" y="2615"/>
                  </a:lnTo>
                  <a:lnTo>
                    <a:pt x="1865" y="2891"/>
                  </a:lnTo>
                  <a:cubicBezTo>
                    <a:pt x="1865" y="2900"/>
                    <a:pt x="1856" y="2909"/>
                    <a:pt x="1856" y="2927"/>
                  </a:cubicBezTo>
                  <a:cubicBezTo>
                    <a:pt x="1856" y="2954"/>
                    <a:pt x="1883" y="2980"/>
                    <a:pt x="1910" y="2980"/>
                  </a:cubicBezTo>
                  <a:cubicBezTo>
                    <a:pt x="1945" y="2980"/>
                    <a:pt x="1963" y="2954"/>
                    <a:pt x="1963" y="2927"/>
                  </a:cubicBezTo>
                  <a:cubicBezTo>
                    <a:pt x="1963" y="2891"/>
                    <a:pt x="1945" y="2873"/>
                    <a:pt x="1910" y="2873"/>
                  </a:cubicBezTo>
                  <a:cubicBezTo>
                    <a:pt x="1901" y="2873"/>
                    <a:pt x="1892" y="2873"/>
                    <a:pt x="1883" y="2882"/>
                  </a:cubicBezTo>
                  <a:lnTo>
                    <a:pt x="1588" y="2588"/>
                  </a:lnTo>
                  <a:lnTo>
                    <a:pt x="1285" y="2588"/>
                  </a:lnTo>
                  <a:cubicBezTo>
                    <a:pt x="1356" y="2534"/>
                    <a:pt x="1437" y="2481"/>
                    <a:pt x="1508" y="2427"/>
                  </a:cubicBezTo>
                  <a:lnTo>
                    <a:pt x="2097" y="2427"/>
                  </a:lnTo>
                  <a:lnTo>
                    <a:pt x="2266" y="2311"/>
                  </a:lnTo>
                  <a:lnTo>
                    <a:pt x="2614" y="2311"/>
                  </a:lnTo>
                  <a:cubicBezTo>
                    <a:pt x="2614" y="2338"/>
                    <a:pt x="2632" y="2356"/>
                    <a:pt x="2659" y="2356"/>
                  </a:cubicBezTo>
                  <a:cubicBezTo>
                    <a:pt x="2695" y="2356"/>
                    <a:pt x="2712" y="2329"/>
                    <a:pt x="2712" y="2302"/>
                  </a:cubicBezTo>
                  <a:cubicBezTo>
                    <a:pt x="2712" y="2267"/>
                    <a:pt x="2695" y="2249"/>
                    <a:pt x="2659" y="2249"/>
                  </a:cubicBezTo>
                  <a:cubicBezTo>
                    <a:pt x="2632" y="2249"/>
                    <a:pt x="2614" y="2267"/>
                    <a:pt x="2614" y="2294"/>
                  </a:cubicBezTo>
                  <a:lnTo>
                    <a:pt x="2258" y="2294"/>
                  </a:lnTo>
                  <a:lnTo>
                    <a:pt x="2097" y="2409"/>
                  </a:lnTo>
                  <a:lnTo>
                    <a:pt x="1535" y="2409"/>
                  </a:lnTo>
                  <a:cubicBezTo>
                    <a:pt x="1642" y="2338"/>
                    <a:pt x="1740" y="2267"/>
                    <a:pt x="1811" y="2222"/>
                  </a:cubicBezTo>
                  <a:lnTo>
                    <a:pt x="2757" y="2222"/>
                  </a:lnTo>
                  <a:cubicBezTo>
                    <a:pt x="2766" y="2249"/>
                    <a:pt x="2784" y="2267"/>
                    <a:pt x="2820" y="2267"/>
                  </a:cubicBezTo>
                  <a:cubicBezTo>
                    <a:pt x="2855" y="2267"/>
                    <a:pt x="2882" y="2240"/>
                    <a:pt x="2882" y="2213"/>
                  </a:cubicBezTo>
                  <a:cubicBezTo>
                    <a:pt x="2882" y="2178"/>
                    <a:pt x="2855" y="2151"/>
                    <a:pt x="2820" y="2151"/>
                  </a:cubicBezTo>
                  <a:cubicBezTo>
                    <a:pt x="2784" y="2151"/>
                    <a:pt x="2766" y="2169"/>
                    <a:pt x="2757" y="2204"/>
                  </a:cubicBezTo>
                  <a:lnTo>
                    <a:pt x="1838" y="2204"/>
                  </a:lnTo>
                  <a:cubicBezTo>
                    <a:pt x="1892" y="2160"/>
                    <a:pt x="1927" y="2142"/>
                    <a:pt x="1936" y="2142"/>
                  </a:cubicBezTo>
                  <a:cubicBezTo>
                    <a:pt x="1936" y="2133"/>
                    <a:pt x="1963" y="2115"/>
                    <a:pt x="1990" y="2088"/>
                  </a:cubicBezTo>
                  <a:lnTo>
                    <a:pt x="3078" y="2088"/>
                  </a:lnTo>
                  <a:lnTo>
                    <a:pt x="3248" y="1946"/>
                  </a:lnTo>
                  <a:lnTo>
                    <a:pt x="3506" y="1946"/>
                  </a:lnTo>
                  <a:lnTo>
                    <a:pt x="3506" y="1928"/>
                  </a:lnTo>
                  <a:lnTo>
                    <a:pt x="3239" y="1928"/>
                  </a:lnTo>
                  <a:lnTo>
                    <a:pt x="3069" y="2070"/>
                  </a:lnTo>
                  <a:lnTo>
                    <a:pt x="2017" y="2070"/>
                  </a:lnTo>
                  <a:cubicBezTo>
                    <a:pt x="2061" y="2035"/>
                    <a:pt x="2115" y="1981"/>
                    <a:pt x="2133" y="1955"/>
                  </a:cubicBezTo>
                  <a:cubicBezTo>
                    <a:pt x="2159" y="1910"/>
                    <a:pt x="2186" y="1865"/>
                    <a:pt x="2204" y="1821"/>
                  </a:cubicBezTo>
                  <a:close/>
                  <a:moveTo>
                    <a:pt x="1348" y="8708"/>
                  </a:moveTo>
                  <a:cubicBezTo>
                    <a:pt x="1348" y="8752"/>
                    <a:pt x="1374" y="8788"/>
                    <a:pt x="1401" y="8797"/>
                  </a:cubicBezTo>
                  <a:lnTo>
                    <a:pt x="1392" y="8797"/>
                  </a:lnTo>
                  <a:lnTo>
                    <a:pt x="1392" y="9056"/>
                  </a:lnTo>
                  <a:lnTo>
                    <a:pt x="1178" y="9279"/>
                  </a:lnTo>
                  <a:lnTo>
                    <a:pt x="1178" y="9983"/>
                  </a:lnTo>
                  <a:cubicBezTo>
                    <a:pt x="857" y="9644"/>
                    <a:pt x="607" y="9279"/>
                    <a:pt x="500" y="8993"/>
                  </a:cubicBezTo>
                  <a:cubicBezTo>
                    <a:pt x="482" y="8949"/>
                    <a:pt x="473" y="8895"/>
                    <a:pt x="464" y="8842"/>
                  </a:cubicBezTo>
                  <a:lnTo>
                    <a:pt x="803" y="8842"/>
                  </a:lnTo>
                  <a:lnTo>
                    <a:pt x="955" y="8708"/>
                  </a:lnTo>
                  <a:close/>
                  <a:moveTo>
                    <a:pt x="1490" y="8806"/>
                  </a:moveTo>
                  <a:lnTo>
                    <a:pt x="1490" y="9091"/>
                  </a:lnTo>
                  <a:lnTo>
                    <a:pt x="1267" y="9305"/>
                  </a:lnTo>
                  <a:lnTo>
                    <a:pt x="1267" y="10090"/>
                  </a:lnTo>
                  <a:cubicBezTo>
                    <a:pt x="1241" y="10064"/>
                    <a:pt x="1214" y="10037"/>
                    <a:pt x="1196" y="10010"/>
                  </a:cubicBezTo>
                  <a:lnTo>
                    <a:pt x="1196" y="9279"/>
                  </a:lnTo>
                  <a:lnTo>
                    <a:pt x="1410" y="9056"/>
                  </a:lnTo>
                  <a:lnTo>
                    <a:pt x="1410" y="8806"/>
                  </a:lnTo>
                  <a:close/>
                  <a:moveTo>
                    <a:pt x="1633" y="8806"/>
                  </a:moveTo>
                  <a:lnTo>
                    <a:pt x="1633" y="9073"/>
                  </a:lnTo>
                  <a:lnTo>
                    <a:pt x="1901" y="9350"/>
                  </a:lnTo>
                  <a:lnTo>
                    <a:pt x="1901" y="10670"/>
                  </a:lnTo>
                  <a:cubicBezTo>
                    <a:pt x="1856" y="10635"/>
                    <a:pt x="1811" y="10599"/>
                    <a:pt x="1767" y="10563"/>
                  </a:cubicBezTo>
                  <a:lnTo>
                    <a:pt x="1767" y="9680"/>
                  </a:lnTo>
                  <a:lnTo>
                    <a:pt x="1785" y="9680"/>
                  </a:lnTo>
                  <a:cubicBezTo>
                    <a:pt x="1803" y="9662"/>
                    <a:pt x="1820" y="9636"/>
                    <a:pt x="1803" y="9609"/>
                  </a:cubicBezTo>
                  <a:cubicBezTo>
                    <a:pt x="1796" y="9589"/>
                    <a:pt x="1776" y="9575"/>
                    <a:pt x="1755" y="9575"/>
                  </a:cubicBezTo>
                  <a:cubicBezTo>
                    <a:pt x="1747" y="9575"/>
                    <a:pt x="1739" y="9577"/>
                    <a:pt x="1731" y="9582"/>
                  </a:cubicBezTo>
                  <a:cubicBezTo>
                    <a:pt x="1704" y="9591"/>
                    <a:pt x="1695" y="9627"/>
                    <a:pt x="1704" y="9653"/>
                  </a:cubicBezTo>
                  <a:cubicBezTo>
                    <a:pt x="1713" y="9671"/>
                    <a:pt x="1731" y="9680"/>
                    <a:pt x="1749" y="9680"/>
                  </a:cubicBezTo>
                  <a:lnTo>
                    <a:pt x="1749" y="10545"/>
                  </a:lnTo>
                  <a:cubicBezTo>
                    <a:pt x="1695" y="10501"/>
                    <a:pt x="1642" y="10447"/>
                    <a:pt x="1588" y="10403"/>
                  </a:cubicBezTo>
                  <a:lnTo>
                    <a:pt x="1588" y="9484"/>
                  </a:lnTo>
                  <a:lnTo>
                    <a:pt x="1606" y="9484"/>
                  </a:lnTo>
                  <a:cubicBezTo>
                    <a:pt x="1633" y="9466"/>
                    <a:pt x="1642" y="9439"/>
                    <a:pt x="1624" y="9412"/>
                  </a:cubicBezTo>
                  <a:cubicBezTo>
                    <a:pt x="1617" y="9392"/>
                    <a:pt x="1596" y="9382"/>
                    <a:pt x="1574" y="9382"/>
                  </a:cubicBezTo>
                  <a:cubicBezTo>
                    <a:pt x="1567" y="9382"/>
                    <a:pt x="1559" y="9383"/>
                    <a:pt x="1553" y="9386"/>
                  </a:cubicBezTo>
                  <a:cubicBezTo>
                    <a:pt x="1526" y="9404"/>
                    <a:pt x="1517" y="9430"/>
                    <a:pt x="1526" y="9457"/>
                  </a:cubicBezTo>
                  <a:cubicBezTo>
                    <a:pt x="1535" y="9475"/>
                    <a:pt x="1553" y="9484"/>
                    <a:pt x="1571" y="9484"/>
                  </a:cubicBezTo>
                  <a:lnTo>
                    <a:pt x="1571" y="10385"/>
                  </a:lnTo>
                  <a:cubicBezTo>
                    <a:pt x="1526" y="10349"/>
                    <a:pt x="1481" y="10305"/>
                    <a:pt x="1437" y="10260"/>
                  </a:cubicBezTo>
                  <a:lnTo>
                    <a:pt x="1437" y="9377"/>
                  </a:lnTo>
                  <a:lnTo>
                    <a:pt x="1455" y="9377"/>
                  </a:lnTo>
                  <a:cubicBezTo>
                    <a:pt x="1481" y="9359"/>
                    <a:pt x="1490" y="9332"/>
                    <a:pt x="1472" y="9305"/>
                  </a:cubicBezTo>
                  <a:cubicBezTo>
                    <a:pt x="1466" y="9285"/>
                    <a:pt x="1444" y="9275"/>
                    <a:pt x="1422" y="9275"/>
                  </a:cubicBezTo>
                  <a:cubicBezTo>
                    <a:pt x="1415" y="9275"/>
                    <a:pt x="1408" y="9276"/>
                    <a:pt x="1401" y="9279"/>
                  </a:cubicBezTo>
                  <a:cubicBezTo>
                    <a:pt x="1374" y="9297"/>
                    <a:pt x="1365" y="9323"/>
                    <a:pt x="1383" y="9350"/>
                  </a:cubicBezTo>
                  <a:cubicBezTo>
                    <a:pt x="1392" y="9368"/>
                    <a:pt x="1401" y="9377"/>
                    <a:pt x="1419" y="9377"/>
                  </a:cubicBezTo>
                  <a:lnTo>
                    <a:pt x="1419" y="10242"/>
                  </a:lnTo>
                  <a:cubicBezTo>
                    <a:pt x="1374" y="10198"/>
                    <a:pt x="1330" y="10153"/>
                    <a:pt x="1285" y="10108"/>
                  </a:cubicBezTo>
                  <a:lnTo>
                    <a:pt x="1285" y="9314"/>
                  </a:lnTo>
                  <a:lnTo>
                    <a:pt x="1508" y="9091"/>
                  </a:lnTo>
                  <a:lnTo>
                    <a:pt x="1508" y="8806"/>
                  </a:lnTo>
                  <a:close/>
                  <a:moveTo>
                    <a:pt x="1829" y="8770"/>
                  </a:moveTo>
                  <a:lnTo>
                    <a:pt x="1829" y="8779"/>
                  </a:lnTo>
                  <a:lnTo>
                    <a:pt x="2186" y="8779"/>
                  </a:lnTo>
                  <a:lnTo>
                    <a:pt x="2266" y="8859"/>
                  </a:lnTo>
                  <a:lnTo>
                    <a:pt x="2266" y="10929"/>
                  </a:lnTo>
                  <a:cubicBezTo>
                    <a:pt x="2186" y="10876"/>
                    <a:pt x="2106" y="10822"/>
                    <a:pt x="2026" y="10760"/>
                  </a:cubicBezTo>
                  <a:lnTo>
                    <a:pt x="2026" y="9323"/>
                  </a:lnTo>
                  <a:lnTo>
                    <a:pt x="1767" y="9065"/>
                  </a:lnTo>
                  <a:lnTo>
                    <a:pt x="1767" y="8806"/>
                  </a:lnTo>
                  <a:lnTo>
                    <a:pt x="1749" y="8806"/>
                  </a:lnTo>
                  <a:lnTo>
                    <a:pt x="1749" y="9073"/>
                  </a:lnTo>
                  <a:lnTo>
                    <a:pt x="2008" y="9332"/>
                  </a:lnTo>
                  <a:lnTo>
                    <a:pt x="2008" y="10751"/>
                  </a:lnTo>
                  <a:cubicBezTo>
                    <a:pt x="1972" y="10724"/>
                    <a:pt x="1945" y="10706"/>
                    <a:pt x="1919" y="10679"/>
                  </a:cubicBezTo>
                  <a:lnTo>
                    <a:pt x="1919" y="9341"/>
                  </a:lnTo>
                  <a:lnTo>
                    <a:pt x="1651" y="9065"/>
                  </a:lnTo>
                  <a:lnTo>
                    <a:pt x="1651" y="8806"/>
                  </a:lnTo>
                  <a:lnTo>
                    <a:pt x="1749" y="8806"/>
                  </a:lnTo>
                  <a:cubicBezTo>
                    <a:pt x="1785" y="8806"/>
                    <a:pt x="1811" y="8788"/>
                    <a:pt x="1829" y="8770"/>
                  </a:cubicBezTo>
                  <a:close/>
                  <a:moveTo>
                    <a:pt x="2266" y="8627"/>
                  </a:moveTo>
                  <a:lnTo>
                    <a:pt x="2391" y="8752"/>
                  </a:lnTo>
                  <a:lnTo>
                    <a:pt x="2391" y="10991"/>
                  </a:lnTo>
                  <a:cubicBezTo>
                    <a:pt x="2356" y="10974"/>
                    <a:pt x="2320" y="10956"/>
                    <a:pt x="2284" y="10938"/>
                  </a:cubicBezTo>
                  <a:lnTo>
                    <a:pt x="2284" y="8850"/>
                  </a:lnTo>
                  <a:lnTo>
                    <a:pt x="2195" y="8761"/>
                  </a:lnTo>
                  <a:lnTo>
                    <a:pt x="1829" y="8761"/>
                  </a:lnTo>
                  <a:cubicBezTo>
                    <a:pt x="1838" y="8743"/>
                    <a:pt x="1847" y="8726"/>
                    <a:pt x="1847" y="8708"/>
                  </a:cubicBezTo>
                  <a:lnTo>
                    <a:pt x="1847" y="8627"/>
                  </a:lnTo>
                  <a:close/>
                  <a:moveTo>
                    <a:pt x="4970" y="8547"/>
                  </a:moveTo>
                  <a:lnTo>
                    <a:pt x="4970" y="10492"/>
                  </a:lnTo>
                  <a:cubicBezTo>
                    <a:pt x="4952" y="10572"/>
                    <a:pt x="4880" y="10786"/>
                    <a:pt x="4827" y="10840"/>
                  </a:cubicBezTo>
                  <a:cubicBezTo>
                    <a:pt x="4764" y="10893"/>
                    <a:pt x="4675" y="10947"/>
                    <a:pt x="4568" y="10991"/>
                  </a:cubicBezTo>
                  <a:lnTo>
                    <a:pt x="4568" y="10260"/>
                  </a:lnTo>
                  <a:lnTo>
                    <a:pt x="4399" y="10073"/>
                  </a:lnTo>
                  <a:lnTo>
                    <a:pt x="4399" y="9796"/>
                  </a:lnTo>
                  <a:lnTo>
                    <a:pt x="4381" y="9796"/>
                  </a:lnTo>
                  <a:lnTo>
                    <a:pt x="4381" y="10073"/>
                  </a:lnTo>
                  <a:lnTo>
                    <a:pt x="4550" y="10269"/>
                  </a:lnTo>
                  <a:lnTo>
                    <a:pt x="4550" y="11000"/>
                  </a:lnTo>
                  <a:cubicBezTo>
                    <a:pt x="4461" y="11036"/>
                    <a:pt x="4354" y="11063"/>
                    <a:pt x="4238" y="11099"/>
                  </a:cubicBezTo>
                  <a:lnTo>
                    <a:pt x="4238" y="9796"/>
                  </a:lnTo>
                  <a:lnTo>
                    <a:pt x="4381" y="9796"/>
                  </a:lnTo>
                  <a:cubicBezTo>
                    <a:pt x="4461" y="9796"/>
                    <a:pt x="4532" y="9725"/>
                    <a:pt x="4532" y="9636"/>
                  </a:cubicBezTo>
                  <a:lnTo>
                    <a:pt x="4532" y="9154"/>
                  </a:lnTo>
                  <a:cubicBezTo>
                    <a:pt x="4532" y="9091"/>
                    <a:pt x="4497" y="9029"/>
                    <a:pt x="4434" y="9011"/>
                  </a:cubicBezTo>
                  <a:lnTo>
                    <a:pt x="4443" y="9011"/>
                  </a:lnTo>
                  <a:lnTo>
                    <a:pt x="4443" y="8770"/>
                  </a:lnTo>
                  <a:lnTo>
                    <a:pt x="4693" y="8547"/>
                  </a:lnTo>
                  <a:close/>
                  <a:moveTo>
                    <a:pt x="2481" y="8395"/>
                  </a:moveTo>
                  <a:lnTo>
                    <a:pt x="2712" y="8627"/>
                  </a:lnTo>
                  <a:lnTo>
                    <a:pt x="2712" y="9154"/>
                  </a:lnTo>
                  <a:lnTo>
                    <a:pt x="3087" y="9511"/>
                  </a:lnTo>
                  <a:lnTo>
                    <a:pt x="3738" y="9511"/>
                  </a:lnTo>
                  <a:lnTo>
                    <a:pt x="3738" y="9636"/>
                  </a:lnTo>
                  <a:cubicBezTo>
                    <a:pt x="3738" y="9725"/>
                    <a:pt x="3810" y="9796"/>
                    <a:pt x="3890" y="9796"/>
                  </a:cubicBezTo>
                  <a:lnTo>
                    <a:pt x="3899" y="9796"/>
                  </a:lnTo>
                  <a:lnTo>
                    <a:pt x="3899" y="10090"/>
                  </a:lnTo>
                  <a:lnTo>
                    <a:pt x="3266" y="10733"/>
                  </a:lnTo>
                  <a:lnTo>
                    <a:pt x="3257" y="10733"/>
                  </a:lnTo>
                  <a:lnTo>
                    <a:pt x="3257" y="11197"/>
                  </a:lnTo>
                  <a:cubicBezTo>
                    <a:pt x="3105" y="11197"/>
                    <a:pt x="2962" y="11179"/>
                    <a:pt x="2837" y="11161"/>
                  </a:cubicBezTo>
                  <a:lnTo>
                    <a:pt x="2837" y="10670"/>
                  </a:lnTo>
                  <a:lnTo>
                    <a:pt x="3257" y="10260"/>
                  </a:lnTo>
                  <a:cubicBezTo>
                    <a:pt x="3267" y="10270"/>
                    <a:pt x="3281" y="10275"/>
                    <a:pt x="3294" y="10275"/>
                  </a:cubicBezTo>
                  <a:cubicBezTo>
                    <a:pt x="3303" y="10275"/>
                    <a:pt x="3312" y="10273"/>
                    <a:pt x="3319" y="10269"/>
                  </a:cubicBezTo>
                  <a:cubicBezTo>
                    <a:pt x="3346" y="10251"/>
                    <a:pt x="3355" y="10224"/>
                    <a:pt x="3337" y="10198"/>
                  </a:cubicBezTo>
                  <a:cubicBezTo>
                    <a:pt x="3330" y="10177"/>
                    <a:pt x="3309" y="10167"/>
                    <a:pt x="3287" y="10167"/>
                  </a:cubicBezTo>
                  <a:cubicBezTo>
                    <a:pt x="3280" y="10167"/>
                    <a:pt x="3272" y="10169"/>
                    <a:pt x="3266" y="10171"/>
                  </a:cubicBezTo>
                  <a:cubicBezTo>
                    <a:pt x="3239" y="10189"/>
                    <a:pt x="3230" y="10215"/>
                    <a:pt x="3248" y="10242"/>
                  </a:cubicBezTo>
                  <a:cubicBezTo>
                    <a:pt x="3248" y="10242"/>
                    <a:pt x="3248" y="10251"/>
                    <a:pt x="3248" y="10251"/>
                  </a:cubicBezTo>
                  <a:lnTo>
                    <a:pt x="2820" y="10661"/>
                  </a:lnTo>
                  <a:lnTo>
                    <a:pt x="2820" y="11152"/>
                  </a:lnTo>
                  <a:cubicBezTo>
                    <a:pt x="2802" y="11152"/>
                    <a:pt x="2775" y="11143"/>
                    <a:pt x="2757" y="11143"/>
                  </a:cubicBezTo>
                  <a:cubicBezTo>
                    <a:pt x="2739" y="11134"/>
                    <a:pt x="2712" y="11134"/>
                    <a:pt x="2695" y="11125"/>
                  </a:cubicBezTo>
                  <a:lnTo>
                    <a:pt x="2695" y="10492"/>
                  </a:lnTo>
                  <a:lnTo>
                    <a:pt x="3096" y="10135"/>
                  </a:lnTo>
                  <a:cubicBezTo>
                    <a:pt x="3101" y="10140"/>
                    <a:pt x="3109" y="10142"/>
                    <a:pt x="3120" y="10142"/>
                  </a:cubicBezTo>
                  <a:cubicBezTo>
                    <a:pt x="3130" y="10142"/>
                    <a:pt x="3141" y="10140"/>
                    <a:pt x="3150" y="10135"/>
                  </a:cubicBezTo>
                  <a:cubicBezTo>
                    <a:pt x="3176" y="10126"/>
                    <a:pt x="3185" y="10090"/>
                    <a:pt x="3176" y="10064"/>
                  </a:cubicBezTo>
                  <a:cubicBezTo>
                    <a:pt x="3165" y="10046"/>
                    <a:pt x="3150" y="10037"/>
                    <a:pt x="3133" y="10037"/>
                  </a:cubicBezTo>
                  <a:cubicBezTo>
                    <a:pt x="3124" y="10037"/>
                    <a:pt x="3115" y="10040"/>
                    <a:pt x="3105" y="10046"/>
                  </a:cubicBezTo>
                  <a:cubicBezTo>
                    <a:pt x="3078" y="10055"/>
                    <a:pt x="3069" y="10090"/>
                    <a:pt x="3078" y="10117"/>
                  </a:cubicBezTo>
                  <a:lnTo>
                    <a:pt x="2677" y="10483"/>
                  </a:lnTo>
                  <a:lnTo>
                    <a:pt x="2677" y="11116"/>
                  </a:lnTo>
                  <a:cubicBezTo>
                    <a:pt x="2623" y="11107"/>
                    <a:pt x="2579" y="11090"/>
                    <a:pt x="2534" y="11063"/>
                  </a:cubicBezTo>
                  <a:lnTo>
                    <a:pt x="2534" y="10358"/>
                  </a:lnTo>
                  <a:lnTo>
                    <a:pt x="2953" y="9966"/>
                  </a:lnTo>
                  <a:cubicBezTo>
                    <a:pt x="2964" y="9976"/>
                    <a:pt x="2974" y="9980"/>
                    <a:pt x="2985" y="9980"/>
                  </a:cubicBezTo>
                  <a:cubicBezTo>
                    <a:pt x="2992" y="9980"/>
                    <a:pt x="3000" y="9978"/>
                    <a:pt x="3007" y="9974"/>
                  </a:cubicBezTo>
                  <a:cubicBezTo>
                    <a:pt x="3034" y="9957"/>
                    <a:pt x="3043" y="9930"/>
                    <a:pt x="3034" y="9903"/>
                  </a:cubicBezTo>
                  <a:cubicBezTo>
                    <a:pt x="3020" y="9883"/>
                    <a:pt x="3002" y="9873"/>
                    <a:pt x="2982" y="9873"/>
                  </a:cubicBezTo>
                  <a:cubicBezTo>
                    <a:pt x="2976" y="9873"/>
                    <a:pt x="2969" y="9874"/>
                    <a:pt x="2962" y="9876"/>
                  </a:cubicBezTo>
                  <a:cubicBezTo>
                    <a:pt x="2936" y="9894"/>
                    <a:pt x="2927" y="9921"/>
                    <a:pt x="2936" y="9948"/>
                  </a:cubicBezTo>
                  <a:cubicBezTo>
                    <a:pt x="2936" y="9948"/>
                    <a:pt x="2936" y="9957"/>
                    <a:pt x="2936" y="9957"/>
                  </a:cubicBezTo>
                  <a:lnTo>
                    <a:pt x="2516" y="10349"/>
                  </a:lnTo>
                  <a:lnTo>
                    <a:pt x="2516" y="11054"/>
                  </a:lnTo>
                  <a:cubicBezTo>
                    <a:pt x="2481" y="11036"/>
                    <a:pt x="2445" y="11018"/>
                    <a:pt x="2409" y="11000"/>
                  </a:cubicBezTo>
                  <a:lnTo>
                    <a:pt x="2409" y="8743"/>
                  </a:lnTo>
                  <a:lnTo>
                    <a:pt x="2275" y="8610"/>
                  </a:lnTo>
                  <a:lnTo>
                    <a:pt x="1847" y="8610"/>
                  </a:lnTo>
                  <a:lnTo>
                    <a:pt x="1847" y="8503"/>
                  </a:lnTo>
                  <a:lnTo>
                    <a:pt x="2373" y="8503"/>
                  </a:lnTo>
                  <a:lnTo>
                    <a:pt x="2534" y="8645"/>
                  </a:lnTo>
                  <a:lnTo>
                    <a:pt x="2534" y="9189"/>
                  </a:lnTo>
                  <a:lnTo>
                    <a:pt x="2989" y="9653"/>
                  </a:lnTo>
                  <a:lnTo>
                    <a:pt x="3738" y="9653"/>
                  </a:lnTo>
                  <a:lnTo>
                    <a:pt x="3738" y="9636"/>
                  </a:lnTo>
                  <a:lnTo>
                    <a:pt x="2998" y="9636"/>
                  </a:lnTo>
                  <a:lnTo>
                    <a:pt x="2552" y="9181"/>
                  </a:lnTo>
                  <a:lnTo>
                    <a:pt x="2552" y="8645"/>
                  </a:lnTo>
                  <a:lnTo>
                    <a:pt x="2382" y="8485"/>
                  </a:lnTo>
                  <a:lnTo>
                    <a:pt x="1847" y="8485"/>
                  </a:lnTo>
                  <a:lnTo>
                    <a:pt x="1847" y="8413"/>
                  </a:lnTo>
                  <a:cubicBezTo>
                    <a:pt x="1847" y="8404"/>
                    <a:pt x="1838" y="8404"/>
                    <a:pt x="1838" y="8395"/>
                  </a:cubicBezTo>
                  <a:close/>
                  <a:moveTo>
                    <a:pt x="4051" y="9796"/>
                  </a:moveTo>
                  <a:lnTo>
                    <a:pt x="4051" y="10135"/>
                  </a:lnTo>
                  <a:lnTo>
                    <a:pt x="3417" y="10760"/>
                  </a:lnTo>
                  <a:lnTo>
                    <a:pt x="3417" y="11197"/>
                  </a:lnTo>
                  <a:lnTo>
                    <a:pt x="3283" y="11197"/>
                  </a:lnTo>
                  <a:lnTo>
                    <a:pt x="3283" y="10742"/>
                  </a:lnTo>
                  <a:lnTo>
                    <a:pt x="3917" y="10099"/>
                  </a:lnTo>
                  <a:lnTo>
                    <a:pt x="3917" y="10090"/>
                  </a:lnTo>
                  <a:lnTo>
                    <a:pt x="3917" y="9796"/>
                  </a:lnTo>
                  <a:close/>
                  <a:moveTo>
                    <a:pt x="4220" y="9796"/>
                  </a:moveTo>
                  <a:lnTo>
                    <a:pt x="4220" y="11099"/>
                  </a:lnTo>
                  <a:cubicBezTo>
                    <a:pt x="4104" y="11125"/>
                    <a:pt x="3970" y="11152"/>
                    <a:pt x="3837" y="11161"/>
                  </a:cubicBezTo>
                  <a:cubicBezTo>
                    <a:pt x="3703" y="11179"/>
                    <a:pt x="3569" y="11188"/>
                    <a:pt x="3435" y="11197"/>
                  </a:cubicBezTo>
                  <a:lnTo>
                    <a:pt x="3435" y="10768"/>
                  </a:lnTo>
                  <a:lnTo>
                    <a:pt x="4060" y="10144"/>
                  </a:lnTo>
                  <a:lnTo>
                    <a:pt x="4068" y="10135"/>
                  </a:lnTo>
                  <a:lnTo>
                    <a:pt x="4068" y="9796"/>
                  </a:lnTo>
                  <a:close/>
                  <a:moveTo>
                    <a:pt x="4238" y="0"/>
                  </a:moveTo>
                  <a:cubicBezTo>
                    <a:pt x="4232" y="0"/>
                    <a:pt x="4226" y="0"/>
                    <a:pt x="4220" y="1"/>
                  </a:cubicBezTo>
                  <a:cubicBezTo>
                    <a:pt x="3765" y="54"/>
                    <a:pt x="2855" y="393"/>
                    <a:pt x="2579" y="741"/>
                  </a:cubicBezTo>
                  <a:cubicBezTo>
                    <a:pt x="2463" y="875"/>
                    <a:pt x="2391" y="1125"/>
                    <a:pt x="2320" y="1375"/>
                  </a:cubicBezTo>
                  <a:cubicBezTo>
                    <a:pt x="2258" y="1589"/>
                    <a:pt x="2186" y="1812"/>
                    <a:pt x="2106" y="1928"/>
                  </a:cubicBezTo>
                  <a:cubicBezTo>
                    <a:pt x="2070" y="1981"/>
                    <a:pt x="1910" y="2106"/>
                    <a:pt x="1910" y="2106"/>
                  </a:cubicBezTo>
                  <a:cubicBezTo>
                    <a:pt x="1874" y="2133"/>
                    <a:pt x="1035" y="2677"/>
                    <a:pt x="821" y="2945"/>
                  </a:cubicBezTo>
                  <a:cubicBezTo>
                    <a:pt x="527" y="3328"/>
                    <a:pt x="125" y="4247"/>
                    <a:pt x="45" y="4729"/>
                  </a:cubicBezTo>
                  <a:cubicBezTo>
                    <a:pt x="1" y="5059"/>
                    <a:pt x="1" y="5701"/>
                    <a:pt x="63" y="6005"/>
                  </a:cubicBezTo>
                  <a:cubicBezTo>
                    <a:pt x="99" y="6174"/>
                    <a:pt x="188" y="6406"/>
                    <a:pt x="268" y="6638"/>
                  </a:cubicBezTo>
                  <a:cubicBezTo>
                    <a:pt x="366" y="6879"/>
                    <a:pt x="455" y="7129"/>
                    <a:pt x="491" y="7298"/>
                  </a:cubicBezTo>
                  <a:cubicBezTo>
                    <a:pt x="518" y="7477"/>
                    <a:pt x="491" y="7744"/>
                    <a:pt x="455" y="8030"/>
                  </a:cubicBezTo>
                  <a:cubicBezTo>
                    <a:pt x="420" y="8395"/>
                    <a:pt x="375" y="8779"/>
                    <a:pt x="464" y="9002"/>
                  </a:cubicBezTo>
                  <a:cubicBezTo>
                    <a:pt x="750" y="9743"/>
                    <a:pt x="1981" y="10991"/>
                    <a:pt x="2748" y="11179"/>
                  </a:cubicBezTo>
                  <a:cubicBezTo>
                    <a:pt x="2900" y="11215"/>
                    <a:pt x="3105" y="11232"/>
                    <a:pt x="3328" y="11232"/>
                  </a:cubicBezTo>
                  <a:cubicBezTo>
                    <a:pt x="3881" y="11232"/>
                    <a:pt x="4559" y="11116"/>
                    <a:pt x="4845" y="10867"/>
                  </a:cubicBezTo>
                  <a:cubicBezTo>
                    <a:pt x="4925" y="10795"/>
                    <a:pt x="5005" y="10510"/>
                    <a:pt x="5005" y="10492"/>
                  </a:cubicBezTo>
                  <a:lnTo>
                    <a:pt x="5005" y="599"/>
                  </a:lnTo>
                  <a:lnTo>
                    <a:pt x="5005" y="590"/>
                  </a:lnTo>
                  <a:cubicBezTo>
                    <a:pt x="4996" y="581"/>
                    <a:pt x="4818" y="242"/>
                    <a:pt x="4711" y="161"/>
                  </a:cubicBezTo>
                  <a:cubicBezTo>
                    <a:pt x="4609" y="85"/>
                    <a:pt x="4369" y="0"/>
                    <a:pt x="4238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3"/>
                </a:gs>
              </a:gsLst>
              <a:lin ang="5400012" scaled="0"/>
            </a:gradFill>
            <a:ln>
              <a:noFill/>
            </a:ln>
            <a:effectLst>
              <a:outerShdw blurRad="46113" rotWithShape="0" algn="bl" dist="7686">
                <a:schemeClr val="dk2">
                  <a:alpha val="73000"/>
                </a:schemeClr>
              </a:outerShdw>
            </a:effectLst>
          </p:spPr>
          <p:txBody>
            <a:bodyPr anchorCtr="0" anchor="ctr" bIns="73775" lIns="73775" spcFirstLastPara="1" rIns="73775" wrap="square" tIns="737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6"/>
            </a:p>
          </p:txBody>
        </p:sp>
      </p:grpSp>
      <p:sp>
        <p:nvSpPr>
          <p:cNvPr id="449" name="Google Shape;449;p29"/>
          <p:cNvSpPr/>
          <p:nvPr/>
        </p:nvSpPr>
        <p:spPr>
          <a:xfrm>
            <a:off x="8241921" y="2968485"/>
            <a:ext cx="532549" cy="532623"/>
          </a:xfrm>
          <a:custGeom>
            <a:rect b="b" l="l" r="r" t="t"/>
            <a:pathLst>
              <a:path extrusionOk="0" h="4810" w="4809">
                <a:moveTo>
                  <a:pt x="4345" y="1571"/>
                </a:moveTo>
                <a:cubicBezTo>
                  <a:pt x="4809" y="2641"/>
                  <a:pt x="4309" y="3890"/>
                  <a:pt x="3239" y="4345"/>
                </a:cubicBezTo>
                <a:cubicBezTo>
                  <a:pt x="2168" y="4809"/>
                  <a:pt x="919" y="4319"/>
                  <a:pt x="464" y="3248"/>
                </a:cubicBezTo>
                <a:cubicBezTo>
                  <a:pt x="0" y="2169"/>
                  <a:pt x="491" y="929"/>
                  <a:pt x="1571" y="465"/>
                </a:cubicBezTo>
                <a:cubicBezTo>
                  <a:pt x="2641" y="1"/>
                  <a:pt x="3881" y="500"/>
                  <a:pt x="4345" y="1571"/>
                </a:cubicBezTo>
              </a:path>
            </a:pathLst>
          </a:custGeom>
          <a:gradFill>
            <a:gsLst>
              <a:gs pos="0">
                <a:schemeClr val="dk2"/>
              </a:gs>
              <a:gs pos="57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73775" lIns="73775" spcFirstLastPara="1" rIns="73775" wrap="square" tIns="737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6"/>
          </a:p>
        </p:txBody>
      </p:sp>
      <p:sp>
        <p:nvSpPr>
          <p:cNvPr id="450" name="Google Shape;450;p29"/>
          <p:cNvSpPr/>
          <p:nvPr/>
        </p:nvSpPr>
        <p:spPr>
          <a:xfrm>
            <a:off x="7405283" y="2457667"/>
            <a:ext cx="192324" cy="192352"/>
          </a:xfrm>
          <a:custGeom>
            <a:rect b="b" l="l" r="r" t="t"/>
            <a:pathLst>
              <a:path extrusionOk="0" h="4810" w="4809">
                <a:moveTo>
                  <a:pt x="4345" y="1571"/>
                </a:moveTo>
                <a:cubicBezTo>
                  <a:pt x="4809" y="2641"/>
                  <a:pt x="4309" y="3890"/>
                  <a:pt x="3239" y="4345"/>
                </a:cubicBezTo>
                <a:cubicBezTo>
                  <a:pt x="2168" y="4809"/>
                  <a:pt x="919" y="4319"/>
                  <a:pt x="464" y="3248"/>
                </a:cubicBezTo>
                <a:cubicBezTo>
                  <a:pt x="0" y="2169"/>
                  <a:pt x="491" y="929"/>
                  <a:pt x="1571" y="465"/>
                </a:cubicBezTo>
                <a:cubicBezTo>
                  <a:pt x="2641" y="1"/>
                  <a:pt x="3881" y="500"/>
                  <a:pt x="4345" y="1571"/>
                </a:cubicBezTo>
              </a:path>
            </a:pathLst>
          </a:custGeom>
          <a:gradFill>
            <a:gsLst>
              <a:gs pos="0">
                <a:schemeClr val="dk2"/>
              </a:gs>
              <a:gs pos="57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73775" lIns="73775" spcFirstLastPara="1" rIns="73775" wrap="square" tIns="737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6"/>
          </a:p>
        </p:txBody>
      </p:sp>
      <p:sp>
        <p:nvSpPr>
          <p:cNvPr id="451" name="Google Shape;451;p29"/>
          <p:cNvSpPr/>
          <p:nvPr/>
        </p:nvSpPr>
        <p:spPr>
          <a:xfrm>
            <a:off x="7777249" y="3486443"/>
            <a:ext cx="532549" cy="532623"/>
          </a:xfrm>
          <a:custGeom>
            <a:rect b="b" l="l" r="r" t="t"/>
            <a:pathLst>
              <a:path extrusionOk="0" h="4810" w="4809">
                <a:moveTo>
                  <a:pt x="4345" y="1571"/>
                </a:moveTo>
                <a:cubicBezTo>
                  <a:pt x="4809" y="2641"/>
                  <a:pt x="4309" y="3890"/>
                  <a:pt x="3239" y="4345"/>
                </a:cubicBezTo>
                <a:cubicBezTo>
                  <a:pt x="2168" y="4809"/>
                  <a:pt x="919" y="4319"/>
                  <a:pt x="464" y="3248"/>
                </a:cubicBezTo>
                <a:cubicBezTo>
                  <a:pt x="0" y="2169"/>
                  <a:pt x="491" y="929"/>
                  <a:pt x="1571" y="465"/>
                </a:cubicBezTo>
                <a:cubicBezTo>
                  <a:pt x="2641" y="1"/>
                  <a:pt x="3881" y="500"/>
                  <a:pt x="4345" y="1571"/>
                </a:cubicBezTo>
              </a:path>
            </a:pathLst>
          </a:custGeom>
          <a:gradFill>
            <a:gsLst>
              <a:gs pos="0">
                <a:schemeClr val="dk2"/>
              </a:gs>
              <a:gs pos="57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73775" lIns="73775" spcFirstLastPara="1" rIns="73775" wrap="square" tIns="737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6"/>
          </a:p>
        </p:txBody>
      </p:sp>
      <p:sp>
        <p:nvSpPr>
          <p:cNvPr id="452" name="Google Shape;452;p29"/>
          <p:cNvSpPr/>
          <p:nvPr/>
        </p:nvSpPr>
        <p:spPr>
          <a:xfrm>
            <a:off x="5845799" y="3829087"/>
            <a:ext cx="532549" cy="532623"/>
          </a:xfrm>
          <a:custGeom>
            <a:rect b="b" l="l" r="r" t="t"/>
            <a:pathLst>
              <a:path extrusionOk="0" h="4810" w="4809">
                <a:moveTo>
                  <a:pt x="4345" y="1571"/>
                </a:moveTo>
                <a:cubicBezTo>
                  <a:pt x="4809" y="2641"/>
                  <a:pt x="4309" y="3890"/>
                  <a:pt x="3239" y="4345"/>
                </a:cubicBezTo>
                <a:cubicBezTo>
                  <a:pt x="2168" y="4809"/>
                  <a:pt x="919" y="4319"/>
                  <a:pt x="464" y="3248"/>
                </a:cubicBezTo>
                <a:cubicBezTo>
                  <a:pt x="0" y="2169"/>
                  <a:pt x="491" y="929"/>
                  <a:pt x="1571" y="465"/>
                </a:cubicBezTo>
                <a:cubicBezTo>
                  <a:pt x="2641" y="1"/>
                  <a:pt x="3881" y="500"/>
                  <a:pt x="4345" y="1571"/>
                </a:cubicBezTo>
              </a:path>
            </a:pathLst>
          </a:custGeom>
          <a:gradFill>
            <a:gsLst>
              <a:gs pos="0">
                <a:schemeClr val="dk2"/>
              </a:gs>
              <a:gs pos="57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73775" lIns="73775" spcFirstLastPara="1" rIns="73775" wrap="square" tIns="737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6"/>
          </a:p>
        </p:txBody>
      </p:sp>
      <p:sp>
        <p:nvSpPr>
          <p:cNvPr id="453" name="Google Shape;453;p29"/>
          <p:cNvSpPr/>
          <p:nvPr/>
        </p:nvSpPr>
        <p:spPr>
          <a:xfrm>
            <a:off x="7671924" y="2302677"/>
            <a:ext cx="263870" cy="263877"/>
          </a:xfrm>
          <a:custGeom>
            <a:rect b="b" l="l" r="r" t="t"/>
            <a:pathLst>
              <a:path extrusionOk="0" h="4810" w="4809">
                <a:moveTo>
                  <a:pt x="4345" y="1571"/>
                </a:moveTo>
                <a:cubicBezTo>
                  <a:pt x="4809" y="2641"/>
                  <a:pt x="4309" y="3890"/>
                  <a:pt x="3239" y="4345"/>
                </a:cubicBezTo>
                <a:cubicBezTo>
                  <a:pt x="2168" y="4809"/>
                  <a:pt x="919" y="4319"/>
                  <a:pt x="464" y="3248"/>
                </a:cubicBezTo>
                <a:cubicBezTo>
                  <a:pt x="0" y="2169"/>
                  <a:pt x="491" y="929"/>
                  <a:pt x="1571" y="465"/>
                </a:cubicBezTo>
                <a:cubicBezTo>
                  <a:pt x="2641" y="1"/>
                  <a:pt x="3881" y="500"/>
                  <a:pt x="4345" y="1571"/>
                </a:cubicBezTo>
              </a:path>
            </a:pathLst>
          </a:custGeom>
          <a:gradFill>
            <a:gsLst>
              <a:gs pos="0">
                <a:schemeClr val="dk2"/>
              </a:gs>
              <a:gs pos="57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73775" lIns="73775" spcFirstLastPara="1" rIns="73775" wrap="square" tIns="737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6"/>
          </a:p>
        </p:txBody>
      </p:sp>
      <p:sp>
        <p:nvSpPr>
          <p:cNvPr id="454" name="Google Shape;454;p29"/>
          <p:cNvSpPr/>
          <p:nvPr/>
        </p:nvSpPr>
        <p:spPr>
          <a:xfrm>
            <a:off x="6038314" y="2286093"/>
            <a:ext cx="763008" cy="763107"/>
          </a:xfrm>
          <a:custGeom>
            <a:rect b="b" l="l" r="r" t="t"/>
            <a:pathLst>
              <a:path extrusionOk="0" h="4810" w="4809">
                <a:moveTo>
                  <a:pt x="4345" y="1571"/>
                </a:moveTo>
                <a:cubicBezTo>
                  <a:pt x="4809" y="2641"/>
                  <a:pt x="4309" y="3890"/>
                  <a:pt x="3239" y="4345"/>
                </a:cubicBezTo>
                <a:cubicBezTo>
                  <a:pt x="2168" y="4809"/>
                  <a:pt x="919" y="4319"/>
                  <a:pt x="464" y="3248"/>
                </a:cubicBezTo>
                <a:cubicBezTo>
                  <a:pt x="0" y="2169"/>
                  <a:pt x="491" y="929"/>
                  <a:pt x="1571" y="465"/>
                </a:cubicBezTo>
                <a:cubicBezTo>
                  <a:pt x="2641" y="1"/>
                  <a:pt x="3881" y="500"/>
                  <a:pt x="4345" y="1571"/>
                </a:cubicBezTo>
              </a:path>
            </a:pathLst>
          </a:custGeom>
          <a:gradFill>
            <a:gsLst>
              <a:gs pos="0">
                <a:schemeClr val="dk2"/>
              </a:gs>
              <a:gs pos="57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73775" lIns="73775" spcFirstLastPara="1" rIns="73775" wrap="square" tIns="737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6"/>
          </a:p>
        </p:txBody>
      </p:sp>
      <p:sp>
        <p:nvSpPr>
          <p:cNvPr id="455" name="Google Shape;455;p29"/>
          <p:cNvSpPr/>
          <p:nvPr/>
        </p:nvSpPr>
        <p:spPr>
          <a:xfrm>
            <a:off x="5686025" y="3138635"/>
            <a:ext cx="192324" cy="192352"/>
          </a:xfrm>
          <a:custGeom>
            <a:rect b="b" l="l" r="r" t="t"/>
            <a:pathLst>
              <a:path extrusionOk="0" h="4810" w="4809">
                <a:moveTo>
                  <a:pt x="4345" y="1571"/>
                </a:moveTo>
                <a:cubicBezTo>
                  <a:pt x="4809" y="2641"/>
                  <a:pt x="4309" y="3890"/>
                  <a:pt x="3239" y="4345"/>
                </a:cubicBezTo>
                <a:cubicBezTo>
                  <a:pt x="2168" y="4809"/>
                  <a:pt x="919" y="4319"/>
                  <a:pt x="464" y="3248"/>
                </a:cubicBezTo>
                <a:cubicBezTo>
                  <a:pt x="0" y="2169"/>
                  <a:pt x="491" y="929"/>
                  <a:pt x="1571" y="465"/>
                </a:cubicBezTo>
                <a:cubicBezTo>
                  <a:pt x="2641" y="1"/>
                  <a:pt x="3881" y="500"/>
                  <a:pt x="4345" y="1571"/>
                </a:cubicBezTo>
              </a:path>
            </a:pathLst>
          </a:custGeom>
          <a:gradFill>
            <a:gsLst>
              <a:gs pos="0">
                <a:schemeClr val="dk2"/>
              </a:gs>
              <a:gs pos="57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73775" lIns="73775" spcFirstLastPara="1" rIns="73775" wrap="square" tIns="737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6"/>
          </a:p>
        </p:txBody>
      </p:sp>
      <p:sp>
        <p:nvSpPr>
          <p:cNvPr id="456" name="Google Shape;456;p29"/>
          <p:cNvSpPr/>
          <p:nvPr/>
        </p:nvSpPr>
        <p:spPr>
          <a:xfrm>
            <a:off x="1734060" y="539401"/>
            <a:ext cx="1011600" cy="978300"/>
          </a:xfrm>
          <a:prstGeom prst="ellipse">
            <a:avLst/>
          </a:prstGeom>
          <a:gradFill>
            <a:gsLst>
              <a:gs pos="0">
                <a:srgbClr val="E7ECFF">
                  <a:alpha val="50196"/>
                  <a:alpha val="49380"/>
                </a:srgbClr>
              </a:gs>
              <a:gs pos="77000">
                <a:srgbClr val="FFFFFF">
                  <a:alpha val="0"/>
                  <a:alpha val="49380"/>
                </a:srgbClr>
              </a:gs>
              <a:gs pos="100000">
                <a:srgbClr val="FFFFFF">
                  <a:alpha val="0"/>
                  <a:alpha val="4938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61275" lIns="61275" spcFirstLastPara="1" rIns="61275" wrap="square" tIns="61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70"/>
          </a:p>
        </p:txBody>
      </p:sp>
      <p:sp>
        <p:nvSpPr>
          <p:cNvPr id="457" name="Google Shape;457;p29"/>
          <p:cNvSpPr txBox="1"/>
          <p:nvPr>
            <p:ph idx="4294967295" type="title"/>
          </p:nvPr>
        </p:nvSpPr>
        <p:spPr>
          <a:xfrm>
            <a:off x="1640371" y="665961"/>
            <a:ext cx="1199100" cy="725100"/>
          </a:xfrm>
          <a:prstGeom prst="rect">
            <a:avLst/>
          </a:prstGeom>
        </p:spPr>
        <p:txBody>
          <a:bodyPr anchorCtr="0" anchor="ctr" bIns="61275" lIns="61275" spcFirstLastPara="1" rIns="61275" wrap="square" tIns="61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350">
                <a:solidFill>
                  <a:schemeClr val="dk2"/>
                </a:solidFill>
              </a:rPr>
              <a:t>03</a:t>
            </a:r>
            <a:endParaRPr sz="3350">
              <a:solidFill>
                <a:schemeClr val="dk2"/>
              </a:solidFill>
            </a:endParaRPr>
          </a:p>
        </p:txBody>
      </p:sp>
      <p:sp>
        <p:nvSpPr>
          <p:cNvPr id="458" name="Google Shape;458;p29"/>
          <p:cNvSpPr txBox="1"/>
          <p:nvPr>
            <p:ph idx="4294967295" type="body"/>
          </p:nvPr>
        </p:nvSpPr>
        <p:spPr>
          <a:xfrm>
            <a:off x="1640375" y="1787325"/>
            <a:ext cx="3916500" cy="204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1000"/>
              </a:spcBef>
              <a:spcAft>
                <a:spcPts val="0"/>
              </a:spcAft>
              <a:buSzPts val="2000"/>
              <a:buChar char="●"/>
            </a:pPr>
            <a:r>
              <a:rPr lang="en" sz="1800"/>
              <a:t>Blockchain</a:t>
            </a:r>
            <a:endParaRPr sz="18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1800"/>
              <a:t>The Move packet</a:t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p30"/>
          <p:cNvSpPr txBox="1"/>
          <p:nvPr>
            <p:ph type="title"/>
          </p:nvPr>
        </p:nvSpPr>
        <p:spPr>
          <a:xfrm>
            <a:off x="3931725" y="705750"/>
            <a:ext cx="4268400" cy="645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/>
              <a:t>DEMO_</a:t>
            </a:r>
            <a:endParaRPr sz="2800"/>
          </a:p>
        </p:txBody>
      </p:sp>
      <p:grpSp>
        <p:nvGrpSpPr>
          <p:cNvPr id="464" name="Google Shape;464;p30"/>
          <p:cNvGrpSpPr/>
          <p:nvPr/>
        </p:nvGrpSpPr>
        <p:grpSpPr>
          <a:xfrm>
            <a:off x="6262568" y="0"/>
            <a:ext cx="4073907" cy="2878545"/>
            <a:chOff x="6262568" y="0"/>
            <a:chExt cx="4073907" cy="2878545"/>
          </a:xfrm>
        </p:grpSpPr>
        <p:sp>
          <p:nvSpPr>
            <p:cNvPr id="465" name="Google Shape;465;p30"/>
            <p:cNvSpPr/>
            <p:nvPr/>
          </p:nvSpPr>
          <p:spPr>
            <a:xfrm rot="1251533">
              <a:off x="6561876" y="518950"/>
              <a:ext cx="2060084" cy="2060349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rgbClr val="E7ECFF">
                    <a:alpha val="50196"/>
                  </a:srgbClr>
                </a:gs>
                <a:gs pos="69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6" name="Google Shape;466;p30"/>
            <p:cNvSpPr/>
            <p:nvPr/>
          </p:nvSpPr>
          <p:spPr>
            <a:xfrm rot="1251537">
              <a:off x="7721552" y="362606"/>
              <a:ext cx="2370119" cy="1811293"/>
            </a:xfrm>
            <a:custGeom>
              <a:rect b="b" l="l" r="r" t="t"/>
              <a:pathLst>
                <a:path extrusionOk="0" h="13704" w="17932">
                  <a:moveTo>
                    <a:pt x="14568" y="536"/>
                  </a:moveTo>
                  <a:cubicBezTo>
                    <a:pt x="14568" y="536"/>
                    <a:pt x="13302" y="759"/>
                    <a:pt x="12204" y="1687"/>
                  </a:cubicBezTo>
                  <a:lnTo>
                    <a:pt x="12204" y="1687"/>
                  </a:lnTo>
                  <a:cubicBezTo>
                    <a:pt x="12204" y="1687"/>
                    <a:pt x="6272" y="4399"/>
                    <a:pt x="5683" y="4470"/>
                  </a:cubicBezTo>
                  <a:lnTo>
                    <a:pt x="5683" y="4470"/>
                  </a:lnTo>
                  <a:cubicBezTo>
                    <a:pt x="5683" y="4470"/>
                    <a:pt x="4684" y="4684"/>
                    <a:pt x="4282" y="5532"/>
                  </a:cubicBezTo>
                  <a:lnTo>
                    <a:pt x="4282" y="5532"/>
                  </a:lnTo>
                  <a:lnTo>
                    <a:pt x="1936" y="8395"/>
                  </a:lnTo>
                  <a:cubicBezTo>
                    <a:pt x="1936" y="8395"/>
                    <a:pt x="1115" y="10465"/>
                    <a:pt x="848" y="10715"/>
                  </a:cubicBezTo>
                  <a:lnTo>
                    <a:pt x="848" y="10715"/>
                  </a:lnTo>
                  <a:lnTo>
                    <a:pt x="0" y="12749"/>
                  </a:lnTo>
                  <a:cubicBezTo>
                    <a:pt x="0" y="12749"/>
                    <a:pt x="393" y="13703"/>
                    <a:pt x="1490" y="12401"/>
                  </a:cubicBezTo>
                  <a:lnTo>
                    <a:pt x="1490" y="12401"/>
                  </a:lnTo>
                  <a:cubicBezTo>
                    <a:pt x="1490" y="12401"/>
                    <a:pt x="2025" y="11776"/>
                    <a:pt x="2097" y="11321"/>
                  </a:cubicBezTo>
                  <a:lnTo>
                    <a:pt x="2097" y="11321"/>
                  </a:lnTo>
                  <a:cubicBezTo>
                    <a:pt x="2356" y="11045"/>
                    <a:pt x="2819" y="10795"/>
                    <a:pt x="2864" y="10135"/>
                  </a:cubicBezTo>
                  <a:lnTo>
                    <a:pt x="2864" y="10135"/>
                  </a:lnTo>
                  <a:cubicBezTo>
                    <a:pt x="2864" y="10135"/>
                    <a:pt x="2864" y="10135"/>
                    <a:pt x="2864" y="10135"/>
                  </a:cubicBezTo>
                  <a:lnTo>
                    <a:pt x="2864" y="10135"/>
                  </a:lnTo>
                  <a:cubicBezTo>
                    <a:pt x="2864" y="10135"/>
                    <a:pt x="3042" y="10028"/>
                    <a:pt x="3301" y="9849"/>
                  </a:cubicBezTo>
                  <a:lnTo>
                    <a:pt x="3301" y="9849"/>
                  </a:lnTo>
                  <a:cubicBezTo>
                    <a:pt x="3881" y="9448"/>
                    <a:pt x="4836" y="8699"/>
                    <a:pt x="4952" y="8021"/>
                  </a:cubicBezTo>
                  <a:lnTo>
                    <a:pt x="4952" y="8021"/>
                  </a:lnTo>
                  <a:cubicBezTo>
                    <a:pt x="4952" y="8021"/>
                    <a:pt x="4952" y="8021"/>
                    <a:pt x="4952" y="8021"/>
                  </a:cubicBezTo>
                  <a:lnTo>
                    <a:pt x="4952" y="8021"/>
                  </a:lnTo>
                  <a:cubicBezTo>
                    <a:pt x="4952" y="8021"/>
                    <a:pt x="6673" y="7619"/>
                    <a:pt x="7414" y="7307"/>
                  </a:cubicBezTo>
                  <a:lnTo>
                    <a:pt x="7414" y="7307"/>
                  </a:lnTo>
                  <a:cubicBezTo>
                    <a:pt x="7414" y="7307"/>
                    <a:pt x="8074" y="7628"/>
                    <a:pt x="8493" y="7905"/>
                  </a:cubicBezTo>
                  <a:lnTo>
                    <a:pt x="8493" y="7905"/>
                  </a:lnTo>
                  <a:lnTo>
                    <a:pt x="8493" y="7905"/>
                  </a:lnTo>
                  <a:cubicBezTo>
                    <a:pt x="8609" y="7985"/>
                    <a:pt x="8707" y="8056"/>
                    <a:pt x="8770" y="8119"/>
                  </a:cubicBezTo>
                  <a:lnTo>
                    <a:pt x="8770" y="8119"/>
                  </a:lnTo>
                  <a:cubicBezTo>
                    <a:pt x="8770" y="8119"/>
                    <a:pt x="8431" y="8832"/>
                    <a:pt x="7985" y="9162"/>
                  </a:cubicBezTo>
                  <a:lnTo>
                    <a:pt x="7985" y="9162"/>
                  </a:lnTo>
                  <a:cubicBezTo>
                    <a:pt x="7985" y="9162"/>
                    <a:pt x="7128" y="10037"/>
                    <a:pt x="6629" y="10608"/>
                  </a:cubicBezTo>
                  <a:lnTo>
                    <a:pt x="6629" y="10608"/>
                  </a:lnTo>
                  <a:cubicBezTo>
                    <a:pt x="6477" y="10777"/>
                    <a:pt x="6352" y="10920"/>
                    <a:pt x="6299" y="11009"/>
                  </a:cubicBezTo>
                  <a:lnTo>
                    <a:pt x="6299" y="11009"/>
                  </a:lnTo>
                  <a:cubicBezTo>
                    <a:pt x="6013" y="11419"/>
                    <a:pt x="5603" y="11946"/>
                    <a:pt x="6343" y="12561"/>
                  </a:cubicBezTo>
                  <a:lnTo>
                    <a:pt x="6343" y="12561"/>
                  </a:lnTo>
                  <a:cubicBezTo>
                    <a:pt x="6343" y="12561"/>
                    <a:pt x="6504" y="12695"/>
                    <a:pt x="6736" y="12740"/>
                  </a:cubicBezTo>
                  <a:lnTo>
                    <a:pt x="6736" y="12740"/>
                  </a:lnTo>
                  <a:cubicBezTo>
                    <a:pt x="6986" y="12784"/>
                    <a:pt x="7316" y="12722"/>
                    <a:pt x="7637" y="12329"/>
                  </a:cubicBezTo>
                  <a:lnTo>
                    <a:pt x="7637" y="12329"/>
                  </a:lnTo>
                  <a:cubicBezTo>
                    <a:pt x="7646" y="12312"/>
                    <a:pt x="7664" y="12285"/>
                    <a:pt x="7681" y="12267"/>
                  </a:cubicBezTo>
                  <a:lnTo>
                    <a:pt x="7681" y="12267"/>
                  </a:lnTo>
                  <a:cubicBezTo>
                    <a:pt x="7681" y="12267"/>
                    <a:pt x="8921" y="11419"/>
                    <a:pt x="9359" y="10492"/>
                  </a:cubicBezTo>
                  <a:lnTo>
                    <a:pt x="9359" y="10492"/>
                  </a:lnTo>
                  <a:lnTo>
                    <a:pt x="9956" y="9823"/>
                  </a:lnTo>
                  <a:lnTo>
                    <a:pt x="11285" y="8975"/>
                  </a:lnTo>
                  <a:cubicBezTo>
                    <a:pt x="11285" y="8975"/>
                    <a:pt x="13712" y="7387"/>
                    <a:pt x="13899" y="5246"/>
                  </a:cubicBezTo>
                  <a:lnTo>
                    <a:pt x="13899" y="5246"/>
                  </a:lnTo>
                  <a:cubicBezTo>
                    <a:pt x="13899" y="5246"/>
                    <a:pt x="17004" y="3712"/>
                    <a:pt x="17798" y="3863"/>
                  </a:cubicBezTo>
                  <a:lnTo>
                    <a:pt x="17798" y="3863"/>
                  </a:lnTo>
                  <a:cubicBezTo>
                    <a:pt x="17798" y="3863"/>
                    <a:pt x="17932" y="1062"/>
                    <a:pt x="16014" y="1"/>
                  </a:cubicBezTo>
                  <a:lnTo>
                    <a:pt x="16014" y="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dk2"/>
                </a:gs>
              </a:gsLst>
              <a:lin ang="10800025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7" name="Google Shape;467;p30"/>
            <p:cNvSpPr/>
            <p:nvPr/>
          </p:nvSpPr>
          <p:spPr>
            <a:xfrm rot="1251520">
              <a:off x="7066151" y="1139384"/>
              <a:ext cx="904497" cy="904578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rgbClr val="FFFFFF">
                    <a:alpha val="50196"/>
                  </a:srgbClr>
                </a:gs>
                <a:gs pos="6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8" name="Google Shape;468;p30"/>
            <p:cNvSpPr/>
            <p:nvPr/>
          </p:nvSpPr>
          <p:spPr>
            <a:xfrm>
              <a:off x="7548978" y="1987642"/>
              <a:ext cx="660023" cy="660100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9" name="Google Shape;469;p30"/>
            <p:cNvSpPr/>
            <p:nvPr/>
          </p:nvSpPr>
          <p:spPr>
            <a:xfrm>
              <a:off x="6706165" y="290017"/>
              <a:ext cx="660023" cy="660100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0" name="Google Shape;470;p30"/>
            <p:cNvSpPr/>
            <p:nvPr/>
          </p:nvSpPr>
          <p:spPr>
            <a:xfrm>
              <a:off x="8524498" y="327527"/>
              <a:ext cx="327012" cy="327044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1" name="Google Shape;471;p30"/>
            <p:cNvSpPr/>
            <p:nvPr/>
          </p:nvSpPr>
          <p:spPr>
            <a:xfrm>
              <a:off x="6523673" y="1660614"/>
              <a:ext cx="327012" cy="327044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72" name="Google Shape;472;p30"/>
          <p:cNvGrpSpPr/>
          <p:nvPr/>
        </p:nvGrpSpPr>
        <p:grpSpPr>
          <a:xfrm>
            <a:off x="-1010224" y="203004"/>
            <a:ext cx="4008642" cy="2699928"/>
            <a:chOff x="-1010224" y="697417"/>
            <a:chExt cx="4008642" cy="2699928"/>
          </a:xfrm>
        </p:grpSpPr>
        <p:sp>
          <p:nvSpPr>
            <p:cNvPr id="473" name="Google Shape;473;p30"/>
            <p:cNvSpPr/>
            <p:nvPr/>
          </p:nvSpPr>
          <p:spPr>
            <a:xfrm rot="1251533">
              <a:off x="639026" y="1037750"/>
              <a:ext cx="2060084" cy="2060349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rgbClr val="E7ECFF">
                    <a:alpha val="50196"/>
                  </a:srgbClr>
                </a:gs>
                <a:gs pos="69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4" name="Google Shape;474;p30"/>
            <p:cNvSpPr/>
            <p:nvPr/>
          </p:nvSpPr>
          <p:spPr>
            <a:xfrm rot="1251537">
              <a:off x="-920877" y="1470810"/>
              <a:ext cx="2521193" cy="965917"/>
            </a:xfrm>
            <a:custGeom>
              <a:rect b="b" l="l" r="r" t="t"/>
              <a:pathLst>
                <a:path extrusionOk="0" h="7308" w="19075">
                  <a:moveTo>
                    <a:pt x="9841" y="1"/>
                  </a:moveTo>
                  <a:cubicBezTo>
                    <a:pt x="9198" y="90"/>
                    <a:pt x="4113" y="2570"/>
                    <a:pt x="4113" y="2570"/>
                  </a:cubicBezTo>
                  <a:lnTo>
                    <a:pt x="4113" y="2570"/>
                  </a:lnTo>
                  <a:cubicBezTo>
                    <a:pt x="2909" y="2971"/>
                    <a:pt x="2775" y="2873"/>
                    <a:pt x="1473" y="3150"/>
                  </a:cubicBezTo>
                  <a:lnTo>
                    <a:pt x="1473" y="3150"/>
                  </a:lnTo>
                  <a:cubicBezTo>
                    <a:pt x="1" y="3471"/>
                    <a:pt x="1901" y="7031"/>
                    <a:pt x="1901" y="7031"/>
                  </a:cubicBezTo>
                  <a:lnTo>
                    <a:pt x="1901" y="7031"/>
                  </a:lnTo>
                  <a:cubicBezTo>
                    <a:pt x="3489" y="6014"/>
                    <a:pt x="4738" y="6317"/>
                    <a:pt x="4738" y="6317"/>
                  </a:cubicBezTo>
                  <a:lnTo>
                    <a:pt x="4738" y="6317"/>
                  </a:lnTo>
                  <a:cubicBezTo>
                    <a:pt x="7503" y="7307"/>
                    <a:pt x="9573" y="6460"/>
                    <a:pt x="9573" y="6460"/>
                  </a:cubicBezTo>
                  <a:lnTo>
                    <a:pt x="9573" y="6460"/>
                  </a:lnTo>
                  <a:cubicBezTo>
                    <a:pt x="9573" y="6460"/>
                    <a:pt x="11268" y="6326"/>
                    <a:pt x="11928" y="6254"/>
                  </a:cubicBezTo>
                  <a:lnTo>
                    <a:pt x="11928" y="6254"/>
                  </a:lnTo>
                  <a:cubicBezTo>
                    <a:pt x="12151" y="6237"/>
                    <a:pt x="12455" y="6263"/>
                    <a:pt x="12811" y="6299"/>
                  </a:cubicBezTo>
                  <a:lnTo>
                    <a:pt x="12811" y="6299"/>
                  </a:lnTo>
                  <a:cubicBezTo>
                    <a:pt x="13498" y="6353"/>
                    <a:pt x="14346" y="6415"/>
                    <a:pt x="15069" y="6085"/>
                  </a:cubicBezTo>
                  <a:lnTo>
                    <a:pt x="15069" y="6085"/>
                  </a:lnTo>
                  <a:cubicBezTo>
                    <a:pt x="15077" y="6076"/>
                    <a:pt x="15077" y="6076"/>
                    <a:pt x="15086" y="6076"/>
                  </a:cubicBezTo>
                  <a:lnTo>
                    <a:pt x="15086" y="6076"/>
                  </a:lnTo>
                  <a:cubicBezTo>
                    <a:pt x="15122" y="6058"/>
                    <a:pt x="15158" y="6040"/>
                    <a:pt x="15184" y="6014"/>
                  </a:cubicBezTo>
                  <a:lnTo>
                    <a:pt x="15184" y="6014"/>
                  </a:lnTo>
                  <a:cubicBezTo>
                    <a:pt x="15577" y="5960"/>
                    <a:pt x="15568" y="5532"/>
                    <a:pt x="15497" y="5291"/>
                  </a:cubicBezTo>
                  <a:lnTo>
                    <a:pt x="15497" y="5291"/>
                  </a:lnTo>
                  <a:cubicBezTo>
                    <a:pt x="15461" y="5166"/>
                    <a:pt x="15283" y="5050"/>
                    <a:pt x="15158" y="4988"/>
                  </a:cubicBezTo>
                  <a:lnTo>
                    <a:pt x="15158" y="4988"/>
                  </a:lnTo>
                  <a:cubicBezTo>
                    <a:pt x="15149" y="4988"/>
                    <a:pt x="15149" y="4988"/>
                    <a:pt x="15149" y="4988"/>
                  </a:cubicBezTo>
                  <a:lnTo>
                    <a:pt x="15149" y="4988"/>
                  </a:lnTo>
                  <a:cubicBezTo>
                    <a:pt x="14783" y="4604"/>
                    <a:pt x="13650" y="4524"/>
                    <a:pt x="13088" y="4506"/>
                  </a:cubicBezTo>
                  <a:lnTo>
                    <a:pt x="13088" y="4506"/>
                  </a:lnTo>
                  <a:cubicBezTo>
                    <a:pt x="12901" y="4506"/>
                    <a:pt x="12776" y="4506"/>
                    <a:pt x="12776" y="4506"/>
                  </a:cubicBezTo>
                  <a:lnTo>
                    <a:pt x="12776" y="4506"/>
                  </a:lnTo>
                  <a:cubicBezTo>
                    <a:pt x="10153" y="4658"/>
                    <a:pt x="10215" y="4417"/>
                    <a:pt x="10215" y="4417"/>
                  </a:cubicBezTo>
                  <a:lnTo>
                    <a:pt x="10215" y="4417"/>
                  </a:lnTo>
                  <a:cubicBezTo>
                    <a:pt x="10421" y="4176"/>
                    <a:pt x="10153" y="3641"/>
                    <a:pt x="10153" y="3641"/>
                  </a:cubicBezTo>
                  <a:lnTo>
                    <a:pt x="10153" y="3641"/>
                  </a:lnTo>
                  <a:cubicBezTo>
                    <a:pt x="10189" y="3623"/>
                    <a:pt x="10251" y="3560"/>
                    <a:pt x="10251" y="3560"/>
                  </a:cubicBezTo>
                  <a:lnTo>
                    <a:pt x="10251" y="3560"/>
                  </a:lnTo>
                  <a:cubicBezTo>
                    <a:pt x="10572" y="3712"/>
                    <a:pt x="10831" y="3596"/>
                    <a:pt x="11001" y="3462"/>
                  </a:cubicBezTo>
                  <a:lnTo>
                    <a:pt x="11001" y="3462"/>
                  </a:lnTo>
                  <a:cubicBezTo>
                    <a:pt x="11152" y="3328"/>
                    <a:pt x="11232" y="3177"/>
                    <a:pt x="11232" y="3177"/>
                  </a:cubicBezTo>
                  <a:lnTo>
                    <a:pt x="11232" y="3177"/>
                  </a:lnTo>
                  <a:cubicBezTo>
                    <a:pt x="11830" y="3284"/>
                    <a:pt x="12580" y="1954"/>
                    <a:pt x="12580" y="1954"/>
                  </a:cubicBezTo>
                  <a:lnTo>
                    <a:pt x="12580" y="1954"/>
                  </a:lnTo>
                  <a:cubicBezTo>
                    <a:pt x="13525" y="2008"/>
                    <a:pt x="14382" y="1491"/>
                    <a:pt x="14382" y="1491"/>
                  </a:cubicBezTo>
                  <a:lnTo>
                    <a:pt x="14382" y="1491"/>
                  </a:lnTo>
                  <a:cubicBezTo>
                    <a:pt x="14542" y="1660"/>
                    <a:pt x="14926" y="1696"/>
                    <a:pt x="15149" y="1687"/>
                  </a:cubicBezTo>
                  <a:lnTo>
                    <a:pt x="15149" y="1687"/>
                  </a:lnTo>
                  <a:cubicBezTo>
                    <a:pt x="15247" y="1696"/>
                    <a:pt x="15318" y="1687"/>
                    <a:pt x="15318" y="1687"/>
                  </a:cubicBezTo>
                  <a:lnTo>
                    <a:pt x="15318" y="1687"/>
                  </a:lnTo>
                  <a:cubicBezTo>
                    <a:pt x="15318" y="1687"/>
                    <a:pt x="17495" y="1901"/>
                    <a:pt x="17968" y="1910"/>
                  </a:cubicBezTo>
                  <a:lnTo>
                    <a:pt x="17968" y="1910"/>
                  </a:lnTo>
                  <a:cubicBezTo>
                    <a:pt x="18780" y="1919"/>
                    <a:pt x="19074" y="1152"/>
                    <a:pt x="19074" y="1152"/>
                  </a:cubicBezTo>
                  <a:lnTo>
                    <a:pt x="19074" y="1152"/>
                  </a:lnTo>
                  <a:lnTo>
                    <a:pt x="17807" y="866"/>
                  </a:lnTo>
                  <a:cubicBezTo>
                    <a:pt x="17807" y="866"/>
                    <a:pt x="15506" y="411"/>
                    <a:pt x="15211" y="331"/>
                  </a:cubicBezTo>
                  <a:lnTo>
                    <a:pt x="15211" y="331"/>
                  </a:lnTo>
                  <a:cubicBezTo>
                    <a:pt x="14926" y="251"/>
                    <a:pt x="14283" y="45"/>
                    <a:pt x="13909" y="126"/>
                  </a:cubicBezTo>
                  <a:lnTo>
                    <a:pt x="13909" y="126"/>
                  </a:lnTo>
                  <a:cubicBezTo>
                    <a:pt x="13543" y="215"/>
                    <a:pt x="11108" y="224"/>
                    <a:pt x="11108" y="224"/>
                  </a:cubicBezTo>
                  <a:lnTo>
                    <a:pt x="11108" y="224"/>
                  </a:lnTo>
                  <a:cubicBezTo>
                    <a:pt x="10483" y="10"/>
                    <a:pt x="9921" y="1"/>
                    <a:pt x="9850" y="1"/>
                  </a:cubicBezTo>
                  <a:lnTo>
                    <a:pt x="9850" y="1"/>
                  </a:lnTo>
                  <a:cubicBezTo>
                    <a:pt x="9841" y="1"/>
                    <a:pt x="9841" y="1"/>
                    <a:pt x="9841" y="1"/>
                  </a:cubicBezTo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dk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5" name="Google Shape;475;p30"/>
            <p:cNvSpPr/>
            <p:nvPr/>
          </p:nvSpPr>
          <p:spPr>
            <a:xfrm rot="1251520">
              <a:off x="1143301" y="1658184"/>
              <a:ext cx="904497" cy="904578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rgbClr val="FFFFFF">
                    <a:alpha val="50196"/>
                  </a:srgbClr>
                </a:gs>
                <a:gs pos="6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6" name="Google Shape;476;p30"/>
            <p:cNvSpPr/>
            <p:nvPr/>
          </p:nvSpPr>
          <p:spPr>
            <a:xfrm>
              <a:off x="1575440" y="697417"/>
              <a:ext cx="660023" cy="660100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7" name="Google Shape;477;p30"/>
            <p:cNvSpPr/>
            <p:nvPr/>
          </p:nvSpPr>
          <p:spPr>
            <a:xfrm>
              <a:off x="503540" y="697417"/>
              <a:ext cx="660023" cy="660100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8" name="Google Shape;478;p30"/>
            <p:cNvSpPr/>
            <p:nvPr/>
          </p:nvSpPr>
          <p:spPr>
            <a:xfrm>
              <a:off x="836573" y="2699927"/>
              <a:ext cx="327012" cy="327044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9" name="Google Shape;479;p30"/>
            <p:cNvSpPr/>
            <p:nvPr/>
          </p:nvSpPr>
          <p:spPr>
            <a:xfrm>
              <a:off x="1519165" y="2533392"/>
              <a:ext cx="660023" cy="660100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0" name="Google Shape;480;p30"/>
            <p:cNvSpPr/>
            <p:nvPr/>
          </p:nvSpPr>
          <p:spPr>
            <a:xfrm>
              <a:off x="2360573" y="1428777"/>
              <a:ext cx="327012" cy="327044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81" name="Google Shape;481;p30"/>
          <p:cNvSpPr/>
          <p:nvPr/>
        </p:nvSpPr>
        <p:spPr>
          <a:xfrm>
            <a:off x="2920118" y="539401"/>
            <a:ext cx="1011600" cy="978300"/>
          </a:xfrm>
          <a:prstGeom prst="ellipse">
            <a:avLst/>
          </a:prstGeom>
          <a:gradFill>
            <a:gsLst>
              <a:gs pos="0">
                <a:srgbClr val="E7ECFF">
                  <a:alpha val="50196"/>
                  <a:alpha val="49380"/>
                </a:srgbClr>
              </a:gs>
              <a:gs pos="77000">
                <a:srgbClr val="FFFFFF">
                  <a:alpha val="0"/>
                  <a:alpha val="49380"/>
                </a:srgbClr>
              </a:gs>
              <a:gs pos="100000">
                <a:srgbClr val="FFFFFF">
                  <a:alpha val="0"/>
                  <a:alpha val="4938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61275" lIns="61275" spcFirstLastPara="1" rIns="61275" wrap="square" tIns="61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70"/>
          </a:p>
        </p:txBody>
      </p:sp>
      <p:sp>
        <p:nvSpPr>
          <p:cNvPr id="482" name="Google Shape;482;p30"/>
          <p:cNvSpPr txBox="1"/>
          <p:nvPr>
            <p:ph idx="4294967295" type="title"/>
          </p:nvPr>
        </p:nvSpPr>
        <p:spPr>
          <a:xfrm>
            <a:off x="2826429" y="665961"/>
            <a:ext cx="1199100" cy="725100"/>
          </a:xfrm>
          <a:prstGeom prst="rect">
            <a:avLst/>
          </a:prstGeom>
        </p:spPr>
        <p:txBody>
          <a:bodyPr anchorCtr="0" anchor="ctr" bIns="61275" lIns="61275" spcFirstLastPara="1" rIns="61275" wrap="square" tIns="61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350">
                <a:solidFill>
                  <a:schemeClr val="dk2"/>
                </a:solidFill>
              </a:rPr>
              <a:t>04</a:t>
            </a:r>
            <a:endParaRPr sz="335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6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7" name="Google Shape;487;p31"/>
          <p:cNvGrpSpPr/>
          <p:nvPr/>
        </p:nvGrpSpPr>
        <p:grpSpPr>
          <a:xfrm>
            <a:off x="2379532" y="1440635"/>
            <a:ext cx="1625962" cy="3044398"/>
            <a:chOff x="3745854" y="1465560"/>
            <a:chExt cx="1652400" cy="3093900"/>
          </a:xfrm>
        </p:grpSpPr>
        <p:sp>
          <p:nvSpPr>
            <p:cNvPr id="488" name="Google Shape;488;p31"/>
            <p:cNvSpPr/>
            <p:nvPr/>
          </p:nvSpPr>
          <p:spPr>
            <a:xfrm>
              <a:off x="3745854" y="1465560"/>
              <a:ext cx="1652400" cy="3093900"/>
            </a:xfrm>
            <a:prstGeom prst="roundRect">
              <a:avLst>
                <a:gd fmla="val 16667" name="adj"/>
              </a:avLst>
            </a:pr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1619866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489" name="Google Shape;489;p31"/>
            <p:cNvGrpSpPr/>
            <p:nvPr/>
          </p:nvGrpSpPr>
          <p:grpSpPr>
            <a:xfrm>
              <a:off x="4347750" y="1648175"/>
              <a:ext cx="448475" cy="57900"/>
              <a:chOff x="4347750" y="1648175"/>
              <a:chExt cx="448475" cy="57900"/>
            </a:xfrm>
          </p:grpSpPr>
          <p:sp>
            <p:nvSpPr>
              <p:cNvPr id="490" name="Google Shape;490;p31"/>
              <p:cNvSpPr/>
              <p:nvPr/>
            </p:nvSpPr>
            <p:spPr>
              <a:xfrm>
                <a:off x="4462625" y="1648175"/>
                <a:ext cx="333600" cy="57900"/>
              </a:xfrm>
              <a:prstGeom prst="roundRect">
                <a:avLst>
                  <a:gd fmla="val 16667" name="adj"/>
                </a:avLst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1" name="Google Shape;491;p31"/>
              <p:cNvSpPr/>
              <p:nvPr/>
            </p:nvSpPr>
            <p:spPr>
              <a:xfrm>
                <a:off x="4347750" y="1648175"/>
                <a:ext cx="57900" cy="57900"/>
              </a:xfrm>
              <a:prstGeom prst="roundRect">
                <a:avLst>
                  <a:gd fmla="val 16667" name="adj"/>
                </a:avLst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pic>
        <p:nvPicPr>
          <p:cNvPr id="492" name="Google Shape;492;p31"/>
          <p:cNvPicPr preferRelativeResize="0"/>
          <p:nvPr/>
        </p:nvPicPr>
        <p:blipFill rotWithShape="1">
          <a:blip r:embed="rId3">
            <a:alphaModFix/>
          </a:blip>
          <a:srcRect b="0" l="55648" r="6854" t="0"/>
          <a:stretch/>
        </p:blipFill>
        <p:spPr>
          <a:xfrm>
            <a:off x="2468638" y="1845850"/>
            <a:ext cx="1447500" cy="21714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  <p:sp>
        <p:nvSpPr>
          <p:cNvPr id="493" name="Google Shape;493;p31"/>
          <p:cNvSpPr txBox="1"/>
          <p:nvPr/>
        </p:nvSpPr>
        <p:spPr>
          <a:xfrm>
            <a:off x="4937406" y="1609438"/>
            <a:ext cx="1796100" cy="406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  <a:latin typeface="Trispace"/>
                <a:ea typeface="Trispace"/>
                <a:cs typeface="Trispace"/>
                <a:sym typeface="Trispace"/>
              </a:rPr>
              <a:t>Visuals</a:t>
            </a:r>
            <a:endParaRPr sz="2000">
              <a:solidFill>
                <a:schemeClr val="dk1"/>
              </a:solidFill>
              <a:latin typeface="Trispace"/>
              <a:ea typeface="Trispace"/>
              <a:cs typeface="Trispace"/>
              <a:sym typeface="Trispace"/>
            </a:endParaRPr>
          </a:p>
        </p:txBody>
      </p:sp>
      <p:sp>
        <p:nvSpPr>
          <p:cNvPr id="494" name="Google Shape;494;p31"/>
          <p:cNvSpPr txBox="1"/>
          <p:nvPr/>
        </p:nvSpPr>
        <p:spPr>
          <a:xfrm>
            <a:off x="4226612" y="1536840"/>
            <a:ext cx="1796100" cy="55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495" name="Google Shape;495;p31"/>
          <p:cNvSpPr txBox="1"/>
          <p:nvPr/>
        </p:nvSpPr>
        <p:spPr>
          <a:xfrm flipH="1">
            <a:off x="4937393" y="2781275"/>
            <a:ext cx="1796100" cy="406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  <a:latin typeface="Trispace"/>
                <a:ea typeface="Trispace"/>
                <a:cs typeface="Trispace"/>
                <a:sym typeface="Trispace"/>
              </a:rPr>
              <a:t>Features</a:t>
            </a:r>
            <a:endParaRPr sz="2000">
              <a:solidFill>
                <a:schemeClr val="dk1"/>
              </a:solidFill>
              <a:latin typeface="Trispace"/>
              <a:ea typeface="Trispace"/>
              <a:cs typeface="Trispace"/>
              <a:sym typeface="Trispace"/>
            </a:endParaRPr>
          </a:p>
        </p:txBody>
      </p:sp>
      <p:sp>
        <p:nvSpPr>
          <p:cNvPr id="496" name="Google Shape;496;p31"/>
          <p:cNvSpPr txBox="1"/>
          <p:nvPr/>
        </p:nvSpPr>
        <p:spPr>
          <a:xfrm flipH="1">
            <a:off x="4968368" y="3937220"/>
            <a:ext cx="1796100" cy="406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  <a:latin typeface="Trispace"/>
                <a:ea typeface="Trispace"/>
                <a:cs typeface="Trispace"/>
                <a:sym typeface="Trispace"/>
              </a:rPr>
              <a:t>Updates</a:t>
            </a:r>
            <a:endParaRPr sz="2000">
              <a:solidFill>
                <a:schemeClr val="dk1"/>
              </a:solidFill>
              <a:latin typeface="Trispace"/>
              <a:ea typeface="Trispace"/>
              <a:cs typeface="Trispace"/>
              <a:sym typeface="Trispace"/>
            </a:endParaRPr>
          </a:p>
        </p:txBody>
      </p:sp>
      <p:sp>
        <p:nvSpPr>
          <p:cNvPr id="497" name="Google Shape;497;p31"/>
          <p:cNvSpPr/>
          <p:nvPr/>
        </p:nvSpPr>
        <p:spPr>
          <a:xfrm>
            <a:off x="4201163" y="1445542"/>
            <a:ext cx="736200" cy="736200"/>
          </a:xfrm>
          <a:prstGeom prst="ellipse">
            <a:avLst/>
          </a:prstGeom>
          <a:gradFill>
            <a:gsLst>
              <a:gs pos="0">
                <a:srgbClr val="E7ECFF">
                  <a:alpha val="50196"/>
                  <a:alpha val="49380"/>
                </a:srgbClr>
              </a:gs>
              <a:gs pos="77000">
                <a:srgbClr val="FFFFFF">
                  <a:alpha val="0"/>
                  <a:alpha val="49380"/>
                </a:srgbClr>
              </a:gs>
              <a:gs pos="100000">
                <a:srgbClr val="FFFFFF">
                  <a:alpha val="0"/>
                  <a:alpha val="4938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8" name="Google Shape;498;p31"/>
          <p:cNvSpPr/>
          <p:nvPr/>
        </p:nvSpPr>
        <p:spPr>
          <a:xfrm>
            <a:off x="4201163" y="2556692"/>
            <a:ext cx="736200" cy="736200"/>
          </a:xfrm>
          <a:prstGeom prst="ellipse">
            <a:avLst/>
          </a:prstGeom>
          <a:gradFill>
            <a:gsLst>
              <a:gs pos="0">
                <a:srgbClr val="E7ECFF">
                  <a:alpha val="50196"/>
                  <a:alpha val="49380"/>
                </a:srgbClr>
              </a:gs>
              <a:gs pos="77000">
                <a:srgbClr val="FFFFFF">
                  <a:alpha val="0"/>
                  <a:alpha val="49380"/>
                </a:srgbClr>
              </a:gs>
              <a:gs pos="100000">
                <a:srgbClr val="FFFFFF">
                  <a:alpha val="0"/>
                  <a:alpha val="4938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9" name="Google Shape;499;p31"/>
          <p:cNvSpPr/>
          <p:nvPr/>
        </p:nvSpPr>
        <p:spPr>
          <a:xfrm>
            <a:off x="4201175" y="3743917"/>
            <a:ext cx="736200" cy="736200"/>
          </a:xfrm>
          <a:prstGeom prst="ellipse">
            <a:avLst/>
          </a:prstGeom>
          <a:gradFill>
            <a:gsLst>
              <a:gs pos="0">
                <a:srgbClr val="E7ECFF">
                  <a:alpha val="50196"/>
                  <a:alpha val="49380"/>
                </a:srgbClr>
              </a:gs>
              <a:gs pos="77000">
                <a:srgbClr val="FFFFFF">
                  <a:alpha val="0"/>
                  <a:alpha val="49380"/>
                </a:srgbClr>
              </a:gs>
              <a:gs pos="100000">
                <a:srgbClr val="FFFFFF">
                  <a:alpha val="0"/>
                  <a:alpha val="4938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00" name="Google Shape;500;p31"/>
          <p:cNvGrpSpPr/>
          <p:nvPr/>
        </p:nvGrpSpPr>
        <p:grpSpPr>
          <a:xfrm>
            <a:off x="4382069" y="2736903"/>
            <a:ext cx="374387" cy="375778"/>
            <a:chOff x="6828553" y="2741087"/>
            <a:chExt cx="485649" cy="487454"/>
          </a:xfrm>
        </p:grpSpPr>
        <p:sp>
          <p:nvSpPr>
            <p:cNvPr id="501" name="Google Shape;501;p31"/>
            <p:cNvSpPr/>
            <p:nvPr/>
          </p:nvSpPr>
          <p:spPr>
            <a:xfrm>
              <a:off x="7029262" y="2954951"/>
              <a:ext cx="28430" cy="29386"/>
            </a:xfrm>
            <a:custGeom>
              <a:rect b="b" l="l" r="r" t="t"/>
              <a:pathLst>
                <a:path extrusionOk="0" h="277" w="268">
                  <a:moveTo>
                    <a:pt x="0" y="0"/>
                  </a:moveTo>
                  <a:lnTo>
                    <a:pt x="268" y="0"/>
                  </a:lnTo>
                  <a:lnTo>
                    <a:pt x="268" y="277"/>
                  </a:lnTo>
                  <a:lnTo>
                    <a:pt x="0" y="277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2" name="Google Shape;502;p31"/>
            <p:cNvSpPr/>
            <p:nvPr/>
          </p:nvSpPr>
          <p:spPr>
            <a:xfrm>
              <a:off x="6914693" y="2827121"/>
              <a:ext cx="314322" cy="316239"/>
            </a:xfrm>
            <a:custGeom>
              <a:rect b="b" l="l" r="r" t="t"/>
              <a:pathLst>
                <a:path extrusionOk="0" h="2981" w="2963">
                  <a:moveTo>
                    <a:pt x="1883" y="938"/>
                  </a:moveTo>
                  <a:lnTo>
                    <a:pt x="2151" y="938"/>
                  </a:lnTo>
                  <a:lnTo>
                    <a:pt x="2151" y="2017"/>
                  </a:lnTo>
                  <a:lnTo>
                    <a:pt x="1883" y="2017"/>
                  </a:lnTo>
                  <a:close/>
                  <a:moveTo>
                    <a:pt x="1615" y="2017"/>
                  </a:moveTo>
                  <a:lnTo>
                    <a:pt x="1348" y="2017"/>
                  </a:lnTo>
                  <a:lnTo>
                    <a:pt x="1348" y="1749"/>
                  </a:lnTo>
                  <a:lnTo>
                    <a:pt x="1080" y="1749"/>
                  </a:lnTo>
                  <a:lnTo>
                    <a:pt x="1080" y="2017"/>
                  </a:lnTo>
                  <a:lnTo>
                    <a:pt x="804" y="2017"/>
                  </a:lnTo>
                  <a:lnTo>
                    <a:pt x="804" y="938"/>
                  </a:lnTo>
                  <a:lnTo>
                    <a:pt x="1615" y="938"/>
                  </a:lnTo>
                  <a:close/>
                  <a:moveTo>
                    <a:pt x="2525" y="429"/>
                  </a:moveTo>
                  <a:cubicBezTo>
                    <a:pt x="2240" y="153"/>
                    <a:pt x="1874" y="1"/>
                    <a:pt x="1482" y="1"/>
                  </a:cubicBezTo>
                  <a:lnTo>
                    <a:pt x="1473" y="1"/>
                  </a:lnTo>
                  <a:cubicBezTo>
                    <a:pt x="661" y="1"/>
                    <a:pt x="1" y="670"/>
                    <a:pt x="1" y="1482"/>
                  </a:cubicBezTo>
                  <a:cubicBezTo>
                    <a:pt x="1" y="1946"/>
                    <a:pt x="215" y="2374"/>
                    <a:pt x="581" y="2650"/>
                  </a:cubicBezTo>
                  <a:cubicBezTo>
                    <a:pt x="688" y="2740"/>
                    <a:pt x="759" y="2847"/>
                    <a:pt x="795" y="2981"/>
                  </a:cubicBezTo>
                  <a:lnTo>
                    <a:pt x="2169" y="2981"/>
                  </a:lnTo>
                  <a:cubicBezTo>
                    <a:pt x="2195" y="2847"/>
                    <a:pt x="2276" y="2731"/>
                    <a:pt x="2383" y="2650"/>
                  </a:cubicBezTo>
                  <a:cubicBezTo>
                    <a:pt x="2748" y="2365"/>
                    <a:pt x="2963" y="1946"/>
                    <a:pt x="2963" y="1482"/>
                  </a:cubicBezTo>
                  <a:cubicBezTo>
                    <a:pt x="2963" y="1080"/>
                    <a:pt x="2802" y="706"/>
                    <a:pt x="2525" y="429"/>
                  </a:cubicBez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3" name="Google Shape;503;p31"/>
            <p:cNvSpPr/>
            <p:nvPr/>
          </p:nvSpPr>
          <p:spPr>
            <a:xfrm>
              <a:off x="6999877" y="3171680"/>
              <a:ext cx="142999" cy="56862"/>
            </a:xfrm>
            <a:custGeom>
              <a:rect b="b" l="l" r="r" t="t"/>
              <a:pathLst>
                <a:path extrusionOk="0" h="536" w="1348">
                  <a:moveTo>
                    <a:pt x="1" y="0"/>
                  </a:moveTo>
                  <a:lnTo>
                    <a:pt x="1348" y="0"/>
                  </a:lnTo>
                  <a:lnTo>
                    <a:pt x="1348" y="535"/>
                  </a:lnTo>
                  <a:lnTo>
                    <a:pt x="1" y="535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4" name="Google Shape;504;p31"/>
            <p:cNvSpPr/>
            <p:nvPr/>
          </p:nvSpPr>
          <p:spPr>
            <a:xfrm>
              <a:off x="7057587" y="2741087"/>
              <a:ext cx="28536" cy="57816"/>
            </a:xfrm>
            <a:custGeom>
              <a:rect b="b" l="l" r="r" t="t"/>
              <a:pathLst>
                <a:path extrusionOk="0" h="545" w="269">
                  <a:moveTo>
                    <a:pt x="1" y="0"/>
                  </a:moveTo>
                  <a:lnTo>
                    <a:pt x="268" y="0"/>
                  </a:lnTo>
                  <a:lnTo>
                    <a:pt x="268" y="544"/>
                  </a:lnTo>
                  <a:lnTo>
                    <a:pt x="1" y="544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5" name="Google Shape;505;p31"/>
            <p:cNvSpPr/>
            <p:nvPr/>
          </p:nvSpPr>
          <p:spPr>
            <a:xfrm>
              <a:off x="6965825" y="2754348"/>
              <a:ext cx="48374" cy="63439"/>
            </a:xfrm>
            <a:custGeom>
              <a:rect b="b" l="l" r="r" t="t"/>
              <a:pathLst>
                <a:path extrusionOk="0" h="598" w="456">
                  <a:moveTo>
                    <a:pt x="1" y="98"/>
                  </a:moveTo>
                  <a:lnTo>
                    <a:pt x="250" y="0"/>
                  </a:lnTo>
                  <a:lnTo>
                    <a:pt x="455" y="500"/>
                  </a:lnTo>
                  <a:lnTo>
                    <a:pt x="206" y="598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6" name="Google Shape;506;p31"/>
            <p:cNvSpPr/>
            <p:nvPr/>
          </p:nvSpPr>
          <p:spPr>
            <a:xfrm>
              <a:off x="6890081" y="2802616"/>
              <a:ext cx="60679" cy="60575"/>
            </a:xfrm>
            <a:custGeom>
              <a:rect b="b" l="l" r="r" t="t"/>
              <a:pathLst>
                <a:path extrusionOk="0" h="571" w="572">
                  <a:moveTo>
                    <a:pt x="1" y="187"/>
                  </a:moveTo>
                  <a:lnTo>
                    <a:pt x="188" y="0"/>
                  </a:lnTo>
                  <a:lnTo>
                    <a:pt x="572" y="375"/>
                  </a:lnTo>
                  <a:lnTo>
                    <a:pt x="376" y="57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7" name="Google Shape;507;p31"/>
            <p:cNvSpPr/>
            <p:nvPr/>
          </p:nvSpPr>
          <p:spPr>
            <a:xfrm>
              <a:off x="6841813" y="2878253"/>
              <a:ext cx="63543" cy="48375"/>
            </a:xfrm>
            <a:custGeom>
              <a:rect b="b" l="l" r="r" t="t"/>
              <a:pathLst>
                <a:path extrusionOk="0" h="456" w="599">
                  <a:moveTo>
                    <a:pt x="1" y="242"/>
                  </a:moveTo>
                  <a:lnTo>
                    <a:pt x="108" y="1"/>
                  </a:lnTo>
                  <a:lnTo>
                    <a:pt x="599" y="206"/>
                  </a:lnTo>
                  <a:lnTo>
                    <a:pt x="500" y="456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8" name="Google Shape;508;p31"/>
            <p:cNvSpPr/>
            <p:nvPr/>
          </p:nvSpPr>
          <p:spPr>
            <a:xfrm>
              <a:off x="6828553" y="2970121"/>
              <a:ext cx="57921" cy="28431"/>
            </a:xfrm>
            <a:custGeom>
              <a:rect b="b" l="l" r="r" t="t"/>
              <a:pathLst>
                <a:path extrusionOk="0" h="268" w="546">
                  <a:moveTo>
                    <a:pt x="1" y="0"/>
                  </a:moveTo>
                  <a:lnTo>
                    <a:pt x="545" y="0"/>
                  </a:lnTo>
                  <a:lnTo>
                    <a:pt x="545" y="268"/>
                  </a:lnTo>
                  <a:lnTo>
                    <a:pt x="1" y="268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9" name="Google Shape;509;p31"/>
            <p:cNvSpPr/>
            <p:nvPr/>
          </p:nvSpPr>
          <p:spPr>
            <a:xfrm>
              <a:off x="6841813" y="3042046"/>
              <a:ext cx="64498" cy="48269"/>
            </a:xfrm>
            <a:custGeom>
              <a:rect b="b" l="l" r="r" t="t"/>
              <a:pathLst>
                <a:path extrusionOk="0" h="455" w="608">
                  <a:moveTo>
                    <a:pt x="1" y="205"/>
                  </a:moveTo>
                  <a:lnTo>
                    <a:pt x="500" y="0"/>
                  </a:lnTo>
                  <a:lnTo>
                    <a:pt x="607" y="250"/>
                  </a:lnTo>
                  <a:lnTo>
                    <a:pt x="108" y="455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0" name="Google Shape;510;p31"/>
            <p:cNvSpPr/>
            <p:nvPr/>
          </p:nvSpPr>
          <p:spPr>
            <a:xfrm>
              <a:off x="6890081" y="3105377"/>
              <a:ext cx="60679" cy="59726"/>
            </a:xfrm>
            <a:custGeom>
              <a:rect b="b" l="l" r="r" t="t"/>
              <a:pathLst>
                <a:path extrusionOk="0" h="563" w="572">
                  <a:moveTo>
                    <a:pt x="1" y="375"/>
                  </a:moveTo>
                  <a:lnTo>
                    <a:pt x="376" y="1"/>
                  </a:lnTo>
                  <a:lnTo>
                    <a:pt x="572" y="188"/>
                  </a:lnTo>
                  <a:lnTo>
                    <a:pt x="188" y="563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1" name="Google Shape;511;p31"/>
            <p:cNvSpPr/>
            <p:nvPr/>
          </p:nvSpPr>
          <p:spPr>
            <a:xfrm>
              <a:off x="7192949" y="3105377"/>
              <a:ext cx="60679" cy="60681"/>
            </a:xfrm>
            <a:custGeom>
              <a:rect b="b" l="l" r="r" t="t"/>
              <a:pathLst>
                <a:path extrusionOk="0" h="572" w="572">
                  <a:moveTo>
                    <a:pt x="1" y="188"/>
                  </a:moveTo>
                  <a:lnTo>
                    <a:pt x="188" y="1"/>
                  </a:lnTo>
                  <a:lnTo>
                    <a:pt x="572" y="375"/>
                  </a:lnTo>
                  <a:lnTo>
                    <a:pt x="375" y="572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2" name="Google Shape;512;p31"/>
            <p:cNvSpPr/>
            <p:nvPr/>
          </p:nvSpPr>
          <p:spPr>
            <a:xfrm>
              <a:off x="7237398" y="3042046"/>
              <a:ext cx="64498" cy="48269"/>
            </a:xfrm>
            <a:custGeom>
              <a:rect b="b" l="l" r="r" t="t"/>
              <a:pathLst>
                <a:path extrusionOk="0" h="455" w="608">
                  <a:moveTo>
                    <a:pt x="1" y="250"/>
                  </a:moveTo>
                  <a:lnTo>
                    <a:pt x="108" y="0"/>
                  </a:lnTo>
                  <a:lnTo>
                    <a:pt x="607" y="205"/>
                  </a:lnTo>
                  <a:lnTo>
                    <a:pt x="500" y="455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3" name="Google Shape;513;p31"/>
            <p:cNvSpPr/>
            <p:nvPr/>
          </p:nvSpPr>
          <p:spPr>
            <a:xfrm>
              <a:off x="7257342" y="2970121"/>
              <a:ext cx="56860" cy="28431"/>
            </a:xfrm>
            <a:custGeom>
              <a:rect b="b" l="l" r="r" t="t"/>
              <a:pathLst>
                <a:path extrusionOk="0" h="268" w="536">
                  <a:moveTo>
                    <a:pt x="0" y="0"/>
                  </a:moveTo>
                  <a:lnTo>
                    <a:pt x="535" y="0"/>
                  </a:lnTo>
                  <a:lnTo>
                    <a:pt x="535" y="268"/>
                  </a:lnTo>
                  <a:lnTo>
                    <a:pt x="0" y="268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4" name="Google Shape;514;p31"/>
            <p:cNvSpPr/>
            <p:nvPr/>
          </p:nvSpPr>
          <p:spPr>
            <a:xfrm>
              <a:off x="7237398" y="2877298"/>
              <a:ext cx="64498" cy="48375"/>
            </a:xfrm>
            <a:custGeom>
              <a:rect b="b" l="l" r="r" t="t"/>
              <a:pathLst>
                <a:path extrusionOk="0" h="456" w="608">
                  <a:moveTo>
                    <a:pt x="1" y="215"/>
                  </a:moveTo>
                  <a:lnTo>
                    <a:pt x="500" y="1"/>
                  </a:lnTo>
                  <a:lnTo>
                    <a:pt x="607" y="251"/>
                  </a:lnTo>
                  <a:lnTo>
                    <a:pt x="108" y="456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5" name="Google Shape;515;p31"/>
            <p:cNvSpPr/>
            <p:nvPr/>
          </p:nvSpPr>
          <p:spPr>
            <a:xfrm>
              <a:off x="7192949" y="2802616"/>
              <a:ext cx="60679" cy="60575"/>
            </a:xfrm>
            <a:custGeom>
              <a:rect b="b" l="l" r="r" t="t"/>
              <a:pathLst>
                <a:path extrusionOk="0" h="571" w="572">
                  <a:moveTo>
                    <a:pt x="1" y="375"/>
                  </a:moveTo>
                  <a:lnTo>
                    <a:pt x="375" y="0"/>
                  </a:lnTo>
                  <a:lnTo>
                    <a:pt x="572" y="187"/>
                  </a:lnTo>
                  <a:lnTo>
                    <a:pt x="188" y="57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6" name="Google Shape;516;p31"/>
            <p:cNvSpPr/>
            <p:nvPr/>
          </p:nvSpPr>
          <p:spPr>
            <a:xfrm>
              <a:off x="7129511" y="2754348"/>
              <a:ext cx="48374" cy="63439"/>
            </a:xfrm>
            <a:custGeom>
              <a:rect b="b" l="l" r="r" t="t"/>
              <a:pathLst>
                <a:path extrusionOk="0" h="598" w="456">
                  <a:moveTo>
                    <a:pt x="1" y="500"/>
                  </a:moveTo>
                  <a:lnTo>
                    <a:pt x="206" y="0"/>
                  </a:lnTo>
                  <a:lnTo>
                    <a:pt x="456" y="98"/>
                  </a:lnTo>
                  <a:lnTo>
                    <a:pt x="251" y="598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17" name="Google Shape;517;p31"/>
          <p:cNvGrpSpPr/>
          <p:nvPr/>
        </p:nvGrpSpPr>
        <p:grpSpPr>
          <a:xfrm>
            <a:off x="4381376" y="1647628"/>
            <a:ext cx="375775" cy="332029"/>
            <a:chOff x="7542175" y="2769412"/>
            <a:chExt cx="487449" cy="430703"/>
          </a:xfrm>
        </p:grpSpPr>
        <p:sp>
          <p:nvSpPr>
            <p:cNvPr id="518" name="Google Shape;518;p31"/>
            <p:cNvSpPr/>
            <p:nvPr/>
          </p:nvSpPr>
          <p:spPr>
            <a:xfrm>
              <a:off x="7699285" y="2970121"/>
              <a:ext cx="173233" cy="143957"/>
            </a:xfrm>
            <a:custGeom>
              <a:rect b="b" l="l" r="r" t="t"/>
              <a:pathLst>
                <a:path extrusionOk="0" h="1357" w="1633">
                  <a:moveTo>
                    <a:pt x="1365" y="535"/>
                  </a:moveTo>
                  <a:lnTo>
                    <a:pt x="1089" y="535"/>
                  </a:lnTo>
                  <a:lnTo>
                    <a:pt x="1089" y="268"/>
                  </a:lnTo>
                  <a:lnTo>
                    <a:pt x="1365" y="268"/>
                  </a:lnTo>
                  <a:close/>
                  <a:moveTo>
                    <a:pt x="1365" y="1071"/>
                  </a:moveTo>
                  <a:lnTo>
                    <a:pt x="268" y="1071"/>
                  </a:lnTo>
                  <a:lnTo>
                    <a:pt x="268" y="803"/>
                  </a:lnTo>
                  <a:lnTo>
                    <a:pt x="1365" y="803"/>
                  </a:lnTo>
                  <a:close/>
                  <a:moveTo>
                    <a:pt x="268" y="268"/>
                  </a:moveTo>
                  <a:lnTo>
                    <a:pt x="536" y="268"/>
                  </a:lnTo>
                  <a:lnTo>
                    <a:pt x="536" y="535"/>
                  </a:lnTo>
                  <a:lnTo>
                    <a:pt x="268" y="535"/>
                  </a:lnTo>
                  <a:close/>
                  <a:moveTo>
                    <a:pt x="1633" y="0"/>
                  </a:moveTo>
                  <a:lnTo>
                    <a:pt x="0" y="0"/>
                  </a:lnTo>
                  <a:lnTo>
                    <a:pt x="0" y="1356"/>
                  </a:lnTo>
                  <a:lnTo>
                    <a:pt x="1633" y="1356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9" name="Google Shape;519;p31"/>
            <p:cNvSpPr/>
            <p:nvPr/>
          </p:nvSpPr>
          <p:spPr>
            <a:xfrm>
              <a:off x="7542175" y="2883982"/>
              <a:ext cx="487449" cy="316133"/>
            </a:xfrm>
            <a:custGeom>
              <a:rect b="b" l="l" r="r" t="t"/>
              <a:pathLst>
                <a:path extrusionOk="0" h="2980" w="4595">
                  <a:moveTo>
                    <a:pt x="670" y="1089"/>
                  </a:moveTo>
                  <a:lnTo>
                    <a:pt x="937" y="1089"/>
                  </a:lnTo>
                  <a:lnTo>
                    <a:pt x="937" y="1356"/>
                  </a:lnTo>
                  <a:lnTo>
                    <a:pt x="1214" y="1356"/>
                  </a:lnTo>
                  <a:lnTo>
                    <a:pt x="1214" y="535"/>
                  </a:lnTo>
                  <a:lnTo>
                    <a:pt x="3382" y="535"/>
                  </a:lnTo>
                  <a:lnTo>
                    <a:pt x="3382" y="1356"/>
                  </a:lnTo>
                  <a:lnTo>
                    <a:pt x="3649" y="1356"/>
                  </a:lnTo>
                  <a:lnTo>
                    <a:pt x="3649" y="1089"/>
                  </a:lnTo>
                  <a:lnTo>
                    <a:pt x="3917" y="1089"/>
                  </a:lnTo>
                  <a:lnTo>
                    <a:pt x="3917" y="1891"/>
                  </a:lnTo>
                  <a:lnTo>
                    <a:pt x="3649" y="1891"/>
                  </a:lnTo>
                  <a:lnTo>
                    <a:pt x="3649" y="1624"/>
                  </a:lnTo>
                  <a:lnTo>
                    <a:pt x="3382" y="1624"/>
                  </a:lnTo>
                  <a:lnTo>
                    <a:pt x="3382" y="2436"/>
                  </a:lnTo>
                  <a:lnTo>
                    <a:pt x="1214" y="2436"/>
                  </a:lnTo>
                  <a:lnTo>
                    <a:pt x="1214" y="1624"/>
                  </a:lnTo>
                  <a:lnTo>
                    <a:pt x="937" y="1624"/>
                  </a:lnTo>
                  <a:lnTo>
                    <a:pt x="937" y="1891"/>
                  </a:lnTo>
                  <a:lnTo>
                    <a:pt x="670" y="1891"/>
                  </a:lnTo>
                  <a:close/>
                  <a:moveTo>
                    <a:pt x="0" y="2980"/>
                  </a:moveTo>
                  <a:lnTo>
                    <a:pt x="4595" y="2980"/>
                  </a:lnTo>
                  <a:lnTo>
                    <a:pt x="459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0" name="Google Shape;520;p31"/>
            <p:cNvSpPr/>
            <p:nvPr/>
          </p:nvSpPr>
          <p:spPr>
            <a:xfrm>
              <a:off x="7542175" y="2769412"/>
              <a:ext cx="487449" cy="86247"/>
            </a:xfrm>
            <a:custGeom>
              <a:rect b="b" l="l" r="r" t="t"/>
              <a:pathLst>
                <a:path extrusionOk="0" h="813" w="4595">
                  <a:moveTo>
                    <a:pt x="1883" y="545"/>
                  </a:moveTo>
                  <a:lnTo>
                    <a:pt x="1615" y="545"/>
                  </a:lnTo>
                  <a:lnTo>
                    <a:pt x="1615" y="277"/>
                  </a:lnTo>
                  <a:lnTo>
                    <a:pt x="1883" y="277"/>
                  </a:lnTo>
                  <a:close/>
                  <a:moveTo>
                    <a:pt x="1348" y="545"/>
                  </a:moveTo>
                  <a:lnTo>
                    <a:pt x="1080" y="545"/>
                  </a:lnTo>
                  <a:lnTo>
                    <a:pt x="1080" y="277"/>
                  </a:lnTo>
                  <a:lnTo>
                    <a:pt x="1348" y="277"/>
                  </a:lnTo>
                  <a:close/>
                  <a:moveTo>
                    <a:pt x="803" y="545"/>
                  </a:moveTo>
                  <a:lnTo>
                    <a:pt x="536" y="545"/>
                  </a:lnTo>
                  <a:lnTo>
                    <a:pt x="536" y="277"/>
                  </a:lnTo>
                  <a:lnTo>
                    <a:pt x="803" y="277"/>
                  </a:lnTo>
                  <a:close/>
                  <a:moveTo>
                    <a:pt x="4595" y="1"/>
                  </a:moveTo>
                  <a:lnTo>
                    <a:pt x="0" y="1"/>
                  </a:lnTo>
                  <a:lnTo>
                    <a:pt x="0" y="813"/>
                  </a:lnTo>
                  <a:lnTo>
                    <a:pt x="4595" y="813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21" name="Google Shape;521;p31"/>
          <p:cNvGrpSpPr/>
          <p:nvPr/>
        </p:nvGrpSpPr>
        <p:grpSpPr>
          <a:xfrm>
            <a:off x="4381388" y="3946371"/>
            <a:ext cx="375775" cy="331293"/>
            <a:chOff x="7542175" y="3962849"/>
            <a:chExt cx="487449" cy="429749"/>
          </a:xfrm>
        </p:grpSpPr>
        <p:sp>
          <p:nvSpPr>
            <p:cNvPr id="522" name="Google Shape;522;p31"/>
            <p:cNvSpPr/>
            <p:nvPr/>
          </p:nvSpPr>
          <p:spPr>
            <a:xfrm>
              <a:off x="7542175" y="4076358"/>
              <a:ext cx="487449" cy="316239"/>
            </a:xfrm>
            <a:custGeom>
              <a:rect b="b" l="l" r="r" t="t"/>
              <a:pathLst>
                <a:path extrusionOk="0" h="2981" w="4595">
                  <a:moveTo>
                    <a:pt x="1098" y="1437"/>
                  </a:moveTo>
                  <a:cubicBezTo>
                    <a:pt x="1098" y="1428"/>
                    <a:pt x="1187" y="1214"/>
                    <a:pt x="1383" y="1000"/>
                  </a:cubicBezTo>
                  <a:cubicBezTo>
                    <a:pt x="1633" y="705"/>
                    <a:pt x="1954" y="545"/>
                    <a:pt x="2293" y="545"/>
                  </a:cubicBezTo>
                  <a:cubicBezTo>
                    <a:pt x="2641" y="545"/>
                    <a:pt x="2953" y="705"/>
                    <a:pt x="3212" y="1000"/>
                  </a:cubicBezTo>
                  <a:cubicBezTo>
                    <a:pt x="3399" y="1214"/>
                    <a:pt x="3489" y="1428"/>
                    <a:pt x="3497" y="1437"/>
                  </a:cubicBezTo>
                  <a:lnTo>
                    <a:pt x="3515" y="1490"/>
                  </a:lnTo>
                  <a:lnTo>
                    <a:pt x="3497" y="1544"/>
                  </a:lnTo>
                  <a:cubicBezTo>
                    <a:pt x="3489" y="1553"/>
                    <a:pt x="3399" y="1767"/>
                    <a:pt x="3212" y="1981"/>
                  </a:cubicBezTo>
                  <a:cubicBezTo>
                    <a:pt x="2953" y="2276"/>
                    <a:pt x="2641" y="2427"/>
                    <a:pt x="2293" y="2427"/>
                  </a:cubicBezTo>
                  <a:cubicBezTo>
                    <a:pt x="1954" y="2427"/>
                    <a:pt x="1633" y="2276"/>
                    <a:pt x="1383" y="1981"/>
                  </a:cubicBezTo>
                  <a:cubicBezTo>
                    <a:pt x="1187" y="1767"/>
                    <a:pt x="1098" y="1553"/>
                    <a:pt x="1098" y="1544"/>
                  </a:cubicBezTo>
                  <a:lnTo>
                    <a:pt x="1071" y="1490"/>
                  </a:lnTo>
                  <a:close/>
                  <a:moveTo>
                    <a:pt x="0" y="2980"/>
                  </a:moveTo>
                  <a:lnTo>
                    <a:pt x="4595" y="2980"/>
                  </a:lnTo>
                  <a:lnTo>
                    <a:pt x="4595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3" name="Google Shape;523;p31"/>
            <p:cNvSpPr/>
            <p:nvPr/>
          </p:nvSpPr>
          <p:spPr>
            <a:xfrm>
              <a:off x="7771209" y="4220207"/>
              <a:ext cx="28430" cy="28537"/>
            </a:xfrm>
            <a:custGeom>
              <a:rect b="b" l="l" r="r" t="t"/>
              <a:pathLst>
                <a:path extrusionOk="0" h="269" w="268">
                  <a:moveTo>
                    <a:pt x="134" y="1"/>
                  </a:moveTo>
                  <a:cubicBezTo>
                    <a:pt x="214" y="1"/>
                    <a:pt x="268" y="63"/>
                    <a:pt x="268" y="134"/>
                  </a:cubicBezTo>
                  <a:cubicBezTo>
                    <a:pt x="268" y="206"/>
                    <a:pt x="214" y="268"/>
                    <a:pt x="134" y="268"/>
                  </a:cubicBezTo>
                  <a:cubicBezTo>
                    <a:pt x="63" y="268"/>
                    <a:pt x="0" y="206"/>
                    <a:pt x="0" y="134"/>
                  </a:cubicBezTo>
                  <a:cubicBezTo>
                    <a:pt x="0" y="63"/>
                    <a:pt x="63" y="1"/>
                    <a:pt x="13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4" name="Google Shape;524;p31"/>
            <p:cNvSpPr/>
            <p:nvPr/>
          </p:nvSpPr>
          <p:spPr>
            <a:xfrm>
              <a:off x="7686979" y="4162498"/>
              <a:ext cx="196889" cy="143003"/>
            </a:xfrm>
            <a:custGeom>
              <a:rect b="b" l="l" r="r" t="t"/>
              <a:pathLst>
                <a:path extrusionOk="0" h="1348" w="1856">
                  <a:moveTo>
                    <a:pt x="928" y="277"/>
                  </a:moveTo>
                  <a:cubicBezTo>
                    <a:pt x="1151" y="277"/>
                    <a:pt x="1339" y="455"/>
                    <a:pt x="1339" y="678"/>
                  </a:cubicBezTo>
                  <a:cubicBezTo>
                    <a:pt x="1339" y="902"/>
                    <a:pt x="1151" y="1080"/>
                    <a:pt x="928" y="1080"/>
                  </a:cubicBezTo>
                  <a:cubicBezTo>
                    <a:pt x="705" y="1080"/>
                    <a:pt x="527" y="902"/>
                    <a:pt x="527" y="678"/>
                  </a:cubicBezTo>
                  <a:cubicBezTo>
                    <a:pt x="527" y="455"/>
                    <a:pt x="705" y="277"/>
                    <a:pt x="928" y="277"/>
                  </a:cubicBezTo>
                  <a:close/>
                  <a:moveTo>
                    <a:pt x="928" y="1348"/>
                  </a:moveTo>
                  <a:cubicBezTo>
                    <a:pt x="1472" y="1348"/>
                    <a:pt x="1776" y="848"/>
                    <a:pt x="1856" y="678"/>
                  </a:cubicBezTo>
                  <a:cubicBezTo>
                    <a:pt x="1820" y="607"/>
                    <a:pt x="1749" y="482"/>
                    <a:pt x="1642" y="357"/>
                  </a:cubicBezTo>
                  <a:cubicBezTo>
                    <a:pt x="1437" y="125"/>
                    <a:pt x="1196" y="0"/>
                    <a:pt x="928" y="0"/>
                  </a:cubicBezTo>
                  <a:cubicBezTo>
                    <a:pt x="393" y="0"/>
                    <a:pt x="90" y="509"/>
                    <a:pt x="0" y="678"/>
                  </a:cubicBezTo>
                  <a:cubicBezTo>
                    <a:pt x="36" y="750"/>
                    <a:pt x="107" y="875"/>
                    <a:pt x="223" y="1000"/>
                  </a:cubicBezTo>
                  <a:cubicBezTo>
                    <a:pt x="429" y="1232"/>
                    <a:pt x="669" y="1348"/>
                    <a:pt x="928" y="1348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5" name="Google Shape;525;p31"/>
            <p:cNvSpPr/>
            <p:nvPr/>
          </p:nvSpPr>
          <p:spPr>
            <a:xfrm>
              <a:off x="7542175" y="3962849"/>
              <a:ext cx="487449" cy="85292"/>
            </a:xfrm>
            <a:custGeom>
              <a:rect b="b" l="l" r="r" t="t"/>
              <a:pathLst>
                <a:path extrusionOk="0" h="804" w="4595">
                  <a:moveTo>
                    <a:pt x="1883" y="535"/>
                  </a:moveTo>
                  <a:lnTo>
                    <a:pt x="1615" y="535"/>
                  </a:lnTo>
                  <a:lnTo>
                    <a:pt x="1615" y="268"/>
                  </a:lnTo>
                  <a:lnTo>
                    <a:pt x="1883" y="268"/>
                  </a:lnTo>
                  <a:close/>
                  <a:moveTo>
                    <a:pt x="1348" y="535"/>
                  </a:moveTo>
                  <a:lnTo>
                    <a:pt x="1080" y="535"/>
                  </a:lnTo>
                  <a:lnTo>
                    <a:pt x="1080" y="268"/>
                  </a:lnTo>
                  <a:lnTo>
                    <a:pt x="1348" y="268"/>
                  </a:lnTo>
                  <a:close/>
                  <a:moveTo>
                    <a:pt x="803" y="535"/>
                  </a:moveTo>
                  <a:lnTo>
                    <a:pt x="536" y="535"/>
                  </a:lnTo>
                  <a:lnTo>
                    <a:pt x="536" y="268"/>
                  </a:lnTo>
                  <a:lnTo>
                    <a:pt x="803" y="268"/>
                  </a:lnTo>
                  <a:close/>
                  <a:moveTo>
                    <a:pt x="0" y="803"/>
                  </a:moveTo>
                  <a:lnTo>
                    <a:pt x="4595" y="803"/>
                  </a:lnTo>
                  <a:lnTo>
                    <a:pt x="459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6" name="Google Shape;526;p31"/>
          <p:cNvSpPr txBox="1"/>
          <p:nvPr>
            <p:ph type="title"/>
          </p:nvPr>
        </p:nvSpPr>
        <p:spPr>
          <a:xfrm>
            <a:off x="2990450" y="422775"/>
            <a:ext cx="4268400" cy="64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next?</a:t>
            </a:r>
            <a:r>
              <a:rPr lang="en" sz="2800"/>
              <a:t>_</a:t>
            </a:r>
            <a:endParaRPr sz="2800"/>
          </a:p>
        </p:txBody>
      </p:sp>
      <p:sp>
        <p:nvSpPr>
          <p:cNvPr id="527" name="Google Shape;527;p31"/>
          <p:cNvSpPr/>
          <p:nvPr/>
        </p:nvSpPr>
        <p:spPr>
          <a:xfrm>
            <a:off x="1978843" y="256426"/>
            <a:ext cx="1011600" cy="978300"/>
          </a:xfrm>
          <a:prstGeom prst="ellipse">
            <a:avLst/>
          </a:prstGeom>
          <a:gradFill>
            <a:gsLst>
              <a:gs pos="0">
                <a:srgbClr val="E7ECFF">
                  <a:alpha val="50196"/>
                  <a:alpha val="49380"/>
                </a:srgbClr>
              </a:gs>
              <a:gs pos="77000">
                <a:srgbClr val="FFFFFF">
                  <a:alpha val="0"/>
                  <a:alpha val="49380"/>
                </a:srgbClr>
              </a:gs>
              <a:gs pos="100000">
                <a:srgbClr val="FFFFFF">
                  <a:alpha val="0"/>
                  <a:alpha val="4938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61275" lIns="61275" spcFirstLastPara="1" rIns="61275" wrap="square" tIns="61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70"/>
          </a:p>
        </p:txBody>
      </p:sp>
      <p:sp>
        <p:nvSpPr>
          <p:cNvPr id="528" name="Google Shape;528;p31"/>
          <p:cNvSpPr txBox="1"/>
          <p:nvPr>
            <p:ph idx="4294967295" type="title"/>
          </p:nvPr>
        </p:nvSpPr>
        <p:spPr>
          <a:xfrm>
            <a:off x="1885154" y="382986"/>
            <a:ext cx="1199100" cy="725100"/>
          </a:xfrm>
          <a:prstGeom prst="rect">
            <a:avLst/>
          </a:prstGeom>
        </p:spPr>
        <p:txBody>
          <a:bodyPr anchorCtr="0" anchor="ctr" bIns="61275" lIns="61275" spcFirstLastPara="1" rIns="61275" wrap="square" tIns="61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350">
                <a:solidFill>
                  <a:schemeClr val="dk2"/>
                </a:solidFill>
              </a:rPr>
              <a:t>05</a:t>
            </a:r>
            <a:endParaRPr sz="335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2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p32"/>
          <p:cNvSpPr txBox="1"/>
          <p:nvPr>
            <p:ph type="title"/>
          </p:nvPr>
        </p:nvSpPr>
        <p:spPr>
          <a:xfrm>
            <a:off x="720000" y="129095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Thank you for your time!</a:t>
            </a:r>
            <a:r>
              <a:rPr lang="en" sz="3000"/>
              <a:t>_</a:t>
            </a:r>
            <a:endParaRPr sz="3000"/>
          </a:p>
        </p:txBody>
      </p:sp>
      <p:grpSp>
        <p:nvGrpSpPr>
          <p:cNvPr id="534" name="Google Shape;534;p32"/>
          <p:cNvGrpSpPr/>
          <p:nvPr/>
        </p:nvGrpSpPr>
        <p:grpSpPr>
          <a:xfrm>
            <a:off x="3499776" y="2414214"/>
            <a:ext cx="2144458" cy="2190009"/>
            <a:chOff x="3499776" y="2414214"/>
            <a:chExt cx="2144458" cy="2190009"/>
          </a:xfrm>
        </p:grpSpPr>
        <p:grpSp>
          <p:nvGrpSpPr>
            <p:cNvPr id="535" name="Google Shape;535;p32"/>
            <p:cNvGrpSpPr/>
            <p:nvPr/>
          </p:nvGrpSpPr>
          <p:grpSpPr>
            <a:xfrm>
              <a:off x="3892002" y="2765626"/>
              <a:ext cx="1360093" cy="1836884"/>
              <a:chOff x="6376857" y="2508525"/>
              <a:chExt cx="616794" cy="833016"/>
            </a:xfrm>
          </p:grpSpPr>
          <p:sp>
            <p:nvSpPr>
              <p:cNvPr id="536" name="Google Shape;536;p32"/>
              <p:cNvSpPr/>
              <p:nvPr/>
            </p:nvSpPr>
            <p:spPr>
              <a:xfrm>
                <a:off x="6487918" y="2536563"/>
                <a:ext cx="324181" cy="431746"/>
              </a:xfrm>
              <a:custGeom>
                <a:rect b="b" l="l" r="r" t="t"/>
                <a:pathLst>
                  <a:path extrusionOk="0" h="9886" w="7423">
                    <a:moveTo>
                      <a:pt x="2489" y="90"/>
                    </a:moveTo>
                    <a:cubicBezTo>
                      <a:pt x="1856" y="224"/>
                      <a:pt x="1437" y="536"/>
                      <a:pt x="893" y="920"/>
                    </a:cubicBezTo>
                    <a:lnTo>
                      <a:pt x="893" y="920"/>
                    </a:lnTo>
                    <a:cubicBezTo>
                      <a:pt x="295" y="1330"/>
                      <a:pt x="170" y="1972"/>
                      <a:pt x="90" y="2659"/>
                    </a:cubicBezTo>
                    <a:lnTo>
                      <a:pt x="90" y="2659"/>
                    </a:lnTo>
                    <a:cubicBezTo>
                      <a:pt x="0" y="3418"/>
                      <a:pt x="0" y="4292"/>
                      <a:pt x="143" y="5032"/>
                    </a:cubicBezTo>
                    <a:lnTo>
                      <a:pt x="143" y="5032"/>
                    </a:lnTo>
                    <a:cubicBezTo>
                      <a:pt x="259" y="5657"/>
                      <a:pt x="464" y="6263"/>
                      <a:pt x="1000" y="6638"/>
                    </a:cubicBezTo>
                    <a:lnTo>
                      <a:pt x="1000" y="6638"/>
                    </a:lnTo>
                    <a:cubicBezTo>
                      <a:pt x="1205" y="6790"/>
                      <a:pt x="1428" y="6932"/>
                      <a:pt x="1633" y="7084"/>
                    </a:cubicBezTo>
                    <a:lnTo>
                      <a:pt x="1633" y="7084"/>
                    </a:lnTo>
                    <a:cubicBezTo>
                      <a:pt x="1803" y="7209"/>
                      <a:pt x="1927" y="7387"/>
                      <a:pt x="2106" y="7512"/>
                    </a:cubicBezTo>
                    <a:lnTo>
                      <a:pt x="2106" y="7512"/>
                    </a:lnTo>
                    <a:cubicBezTo>
                      <a:pt x="2222" y="7593"/>
                      <a:pt x="2311" y="7637"/>
                      <a:pt x="2382" y="7771"/>
                    </a:cubicBezTo>
                    <a:lnTo>
                      <a:pt x="2382" y="7771"/>
                    </a:lnTo>
                    <a:cubicBezTo>
                      <a:pt x="2507" y="7994"/>
                      <a:pt x="2552" y="8280"/>
                      <a:pt x="2588" y="8538"/>
                    </a:cubicBezTo>
                    <a:lnTo>
                      <a:pt x="2588" y="8538"/>
                    </a:lnTo>
                    <a:cubicBezTo>
                      <a:pt x="2641" y="8958"/>
                      <a:pt x="2659" y="9377"/>
                      <a:pt x="2650" y="9796"/>
                    </a:cubicBezTo>
                    <a:lnTo>
                      <a:pt x="2650" y="9796"/>
                    </a:lnTo>
                    <a:cubicBezTo>
                      <a:pt x="2811" y="9876"/>
                      <a:pt x="2953" y="9743"/>
                      <a:pt x="3096" y="9609"/>
                    </a:cubicBezTo>
                    <a:lnTo>
                      <a:pt x="3096" y="9609"/>
                    </a:lnTo>
                    <a:cubicBezTo>
                      <a:pt x="3221" y="9493"/>
                      <a:pt x="3364" y="9368"/>
                      <a:pt x="3524" y="9413"/>
                    </a:cubicBezTo>
                    <a:lnTo>
                      <a:pt x="3524" y="9413"/>
                    </a:lnTo>
                    <a:cubicBezTo>
                      <a:pt x="3614" y="9430"/>
                      <a:pt x="3649" y="9520"/>
                      <a:pt x="3765" y="9457"/>
                    </a:cubicBezTo>
                    <a:lnTo>
                      <a:pt x="3765" y="9457"/>
                    </a:lnTo>
                    <a:cubicBezTo>
                      <a:pt x="3828" y="9421"/>
                      <a:pt x="3872" y="9332"/>
                      <a:pt x="3908" y="9279"/>
                    </a:cubicBezTo>
                    <a:lnTo>
                      <a:pt x="3908" y="9279"/>
                    </a:lnTo>
                    <a:cubicBezTo>
                      <a:pt x="4015" y="9127"/>
                      <a:pt x="4086" y="8949"/>
                      <a:pt x="4158" y="8779"/>
                    </a:cubicBezTo>
                    <a:lnTo>
                      <a:pt x="4158" y="8779"/>
                    </a:lnTo>
                    <a:cubicBezTo>
                      <a:pt x="4274" y="8503"/>
                      <a:pt x="4479" y="8306"/>
                      <a:pt x="4764" y="8556"/>
                    </a:cubicBezTo>
                    <a:lnTo>
                      <a:pt x="4764" y="8556"/>
                    </a:lnTo>
                    <a:cubicBezTo>
                      <a:pt x="4987" y="8743"/>
                      <a:pt x="5014" y="8975"/>
                      <a:pt x="5121" y="9225"/>
                    </a:cubicBezTo>
                    <a:lnTo>
                      <a:pt x="5121" y="9225"/>
                    </a:lnTo>
                    <a:cubicBezTo>
                      <a:pt x="5273" y="9564"/>
                      <a:pt x="5674" y="9885"/>
                      <a:pt x="6067" y="9787"/>
                    </a:cubicBezTo>
                    <a:lnTo>
                      <a:pt x="6067" y="9787"/>
                    </a:lnTo>
                    <a:cubicBezTo>
                      <a:pt x="6647" y="9653"/>
                      <a:pt x="6370" y="9038"/>
                      <a:pt x="6343" y="8619"/>
                    </a:cubicBezTo>
                    <a:lnTo>
                      <a:pt x="6343" y="8619"/>
                    </a:lnTo>
                    <a:cubicBezTo>
                      <a:pt x="6326" y="8057"/>
                      <a:pt x="6361" y="7494"/>
                      <a:pt x="6468" y="6941"/>
                    </a:cubicBezTo>
                    <a:lnTo>
                      <a:pt x="6468" y="6941"/>
                    </a:lnTo>
                    <a:cubicBezTo>
                      <a:pt x="6504" y="6727"/>
                      <a:pt x="6531" y="6477"/>
                      <a:pt x="6673" y="6308"/>
                    </a:cubicBezTo>
                    <a:lnTo>
                      <a:pt x="6673" y="6308"/>
                    </a:lnTo>
                    <a:cubicBezTo>
                      <a:pt x="6789" y="6165"/>
                      <a:pt x="6977" y="6094"/>
                      <a:pt x="7119" y="5978"/>
                    </a:cubicBezTo>
                    <a:lnTo>
                      <a:pt x="7119" y="5978"/>
                    </a:lnTo>
                    <a:cubicBezTo>
                      <a:pt x="7325" y="5808"/>
                      <a:pt x="7423" y="5416"/>
                      <a:pt x="7066" y="5371"/>
                    </a:cubicBezTo>
                    <a:lnTo>
                      <a:pt x="7066" y="5371"/>
                    </a:lnTo>
                    <a:cubicBezTo>
                      <a:pt x="7048" y="5041"/>
                      <a:pt x="7102" y="4684"/>
                      <a:pt x="7021" y="4381"/>
                    </a:cubicBezTo>
                    <a:lnTo>
                      <a:pt x="7021" y="4381"/>
                    </a:lnTo>
                    <a:cubicBezTo>
                      <a:pt x="6941" y="4087"/>
                      <a:pt x="6736" y="3792"/>
                      <a:pt x="6566" y="3542"/>
                    </a:cubicBezTo>
                    <a:lnTo>
                      <a:pt x="6566" y="3542"/>
                    </a:lnTo>
                    <a:cubicBezTo>
                      <a:pt x="6183" y="3007"/>
                      <a:pt x="5879" y="2445"/>
                      <a:pt x="5549" y="1856"/>
                    </a:cubicBezTo>
                    <a:lnTo>
                      <a:pt x="5549" y="1856"/>
                    </a:lnTo>
                    <a:cubicBezTo>
                      <a:pt x="5273" y="1375"/>
                      <a:pt x="5050" y="679"/>
                      <a:pt x="4613" y="322"/>
                    </a:cubicBezTo>
                    <a:lnTo>
                      <a:pt x="4613" y="322"/>
                    </a:lnTo>
                    <a:cubicBezTo>
                      <a:pt x="4318" y="81"/>
                      <a:pt x="3828" y="1"/>
                      <a:pt x="3355" y="1"/>
                    </a:cubicBezTo>
                    <a:lnTo>
                      <a:pt x="3355" y="1"/>
                    </a:lnTo>
                    <a:cubicBezTo>
                      <a:pt x="3034" y="1"/>
                      <a:pt x="2721" y="37"/>
                      <a:pt x="2489" y="90"/>
                    </a:cubicBezTo>
                  </a:path>
                </a:pathLst>
              </a:custGeom>
              <a:gradFill>
                <a:gsLst>
                  <a:gs pos="0">
                    <a:schemeClr val="dk1"/>
                  </a:gs>
                  <a:gs pos="100000">
                    <a:schemeClr val="dk2"/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7" name="Google Shape;537;p32"/>
              <p:cNvSpPr/>
              <p:nvPr/>
            </p:nvSpPr>
            <p:spPr>
              <a:xfrm>
                <a:off x="6723623" y="2805415"/>
                <a:ext cx="61622" cy="241596"/>
              </a:xfrm>
              <a:custGeom>
                <a:rect b="b" l="l" r="r" t="t"/>
                <a:pathLst>
                  <a:path extrusionOk="0" h="5532" w="1411">
                    <a:moveTo>
                      <a:pt x="1312" y="197"/>
                    </a:moveTo>
                    <a:cubicBezTo>
                      <a:pt x="1312" y="197"/>
                      <a:pt x="616" y="1330"/>
                      <a:pt x="911" y="2962"/>
                    </a:cubicBezTo>
                    <a:cubicBezTo>
                      <a:pt x="1205" y="4595"/>
                      <a:pt x="1410" y="5273"/>
                      <a:pt x="1410" y="5273"/>
                    </a:cubicBezTo>
                    <a:cubicBezTo>
                      <a:pt x="1410" y="5273"/>
                      <a:pt x="1303" y="5531"/>
                      <a:pt x="1223" y="5505"/>
                    </a:cubicBezTo>
                    <a:cubicBezTo>
                      <a:pt x="1044" y="5460"/>
                      <a:pt x="1" y="1972"/>
                      <a:pt x="1027" y="134"/>
                    </a:cubicBezTo>
                    <a:cubicBezTo>
                      <a:pt x="1107" y="0"/>
                      <a:pt x="1312" y="197"/>
                      <a:pt x="1312" y="197"/>
                    </a:cubicBezTo>
                  </a:path>
                </a:pathLst>
              </a:custGeom>
              <a:gradFill>
                <a:gsLst>
                  <a:gs pos="0">
                    <a:schemeClr val="accent2"/>
                  </a:gs>
                  <a:gs pos="100000">
                    <a:schemeClr val="accent3"/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8" name="Google Shape;538;p32"/>
              <p:cNvSpPr/>
              <p:nvPr/>
            </p:nvSpPr>
            <p:spPr>
              <a:xfrm>
                <a:off x="6689339" y="2773446"/>
                <a:ext cx="96298" cy="282910"/>
              </a:xfrm>
              <a:custGeom>
                <a:rect b="b" l="l" r="r" t="t"/>
                <a:pathLst>
                  <a:path extrusionOk="0" h="6478" w="2205">
                    <a:moveTo>
                      <a:pt x="2168" y="197"/>
                    </a:moveTo>
                    <a:cubicBezTo>
                      <a:pt x="295" y="2499"/>
                      <a:pt x="1794" y="6353"/>
                      <a:pt x="1794" y="6353"/>
                    </a:cubicBezTo>
                    <a:cubicBezTo>
                      <a:pt x="1794" y="6353"/>
                      <a:pt x="1705" y="6477"/>
                      <a:pt x="1624" y="6460"/>
                    </a:cubicBezTo>
                    <a:cubicBezTo>
                      <a:pt x="1446" y="6406"/>
                      <a:pt x="1" y="2151"/>
                      <a:pt x="1794" y="117"/>
                    </a:cubicBezTo>
                    <a:cubicBezTo>
                      <a:pt x="1892" y="1"/>
                      <a:pt x="2204" y="161"/>
                      <a:pt x="2168" y="197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2"/>
                  </a:gs>
                  <a:gs pos="100000">
                    <a:schemeClr val="accent3"/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9" name="Google Shape;539;p32"/>
              <p:cNvSpPr/>
              <p:nvPr/>
            </p:nvSpPr>
            <p:spPr>
              <a:xfrm>
                <a:off x="6564652" y="2859176"/>
                <a:ext cx="77606" cy="189408"/>
              </a:xfrm>
              <a:custGeom>
                <a:rect b="b" l="l" r="r" t="t"/>
                <a:pathLst>
                  <a:path extrusionOk="0" h="4337" w="1777">
                    <a:moveTo>
                      <a:pt x="590" y="197"/>
                    </a:moveTo>
                    <a:cubicBezTo>
                      <a:pt x="590" y="197"/>
                      <a:pt x="1294" y="2953"/>
                      <a:pt x="37" y="4068"/>
                    </a:cubicBezTo>
                    <a:cubicBezTo>
                      <a:pt x="37" y="4068"/>
                      <a:pt x="1" y="4336"/>
                      <a:pt x="206" y="4336"/>
                    </a:cubicBezTo>
                    <a:cubicBezTo>
                      <a:pt x="545" y="4336"/>
                      <a:pt x="1776" y="2168"/>
                      <a:pt x="822" y="72"/>
                    </a:cubicBezTo>
                    <a:cubicBezTo>
                      <a:pt x="822" y="72"/>
                      <a:pt x="652" y="0"/>
                      <a:pt x="590" y="197"/>
                    </a:cubicBezTo>
                  </a:path>
                </a:pathLst>
              </a:custGeom>
              <a:gradFill>
                <a:gsLst>
                  <a:gs pos="0">
                    <a:schemeClr val="accent2"/>
                  </a:gs>
                  <a:gs pos="100000">
                    <a:schemeClr val="accent3"/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40" name="Google Shape;540;p32"/>
              <p:cNvSpPr/>
              <p:nvPr/>
            </p:nvSpPr>
            <p:spPr>
              <a:xfrm>
                <a:off x="6692484" y="2790216"/>
                <a:ext cx="47952" cy="279373"/>
              </a:xfrm>
              <a:custGeom>
                <a:rect b="b" l="l" r="r" t="t"/>
                <a:pathLst>
                  <a:path extrusionOk="0" h="6397" w="1098">
                    <a:moveTo>
                      <a:pt x="687" y="161"/>
                    </a:moveTo>
                    <a:cubicBezTo>
                      <a:pt x="687" y="161"/>
                      <a:pt x="161" y="2463"/>
                      <a:pt x="205" y="2864"/>
                    </a:cubicBezTo>
                    <a:cubicBezTo>
                      <a:pt x="250" y="3257"/>
                      <a:pt x="419" y="5398"/>
                      <a:pt x="18" y="6085"/>
                    </a:cubicBezTo>
                    <a:cubicBezTo>
                      <a:pt x="18" y="6085"/>
                      <a:pt x="0" y="6397"/>
                      <a:pt x="437" y="6254"/>
                    </a:cubicBezTo>
                    <a:cubicBezTo>
                      <a:pt x="633" y="6192"/>
                      <a:pt x="633" y="3979"/>
                      <a:pt x="526" y="2766"/>
                    </a:cubicBezTo>
                    <a:cubicBezTo>
                      <a:pt x="526" y="2766"/>
                      <a:pt x="776" y="438"/>
                      <a:pt x="1097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2"/>
                  </a:gs>
                  <a:gs pos="100000">
                    <a:schemeClr val="accent3"/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41" name="Google Shape;541;p32"/>
              <p:cNvSpPr/>
              <p:nvPr/>
            </p:nvSpPr>
            <p:spPr>
              <a:xfrm>
                <a:off x="6655842" y="2811267"/>
                <a:ext cx="52232" cy="255615"/>
              </a:xfrm>
              <a:custGeom>
                <a:rect b="b" l="l" r="r" t="t"/>
                <a:pathLst>
                  <a:path extrusionOk="0" h="5853" w="1196">
                    <a:moveTo>
                      <a:pt x="286" y="80"/>
                    </a:moveTo>
                    <a:cubicBezTo>
                      <a:pt x="286" y="80"/>
                      <a:pt x="438" y="4532"/>
                      <a:pt x="0" y="5781"/>
                    </a:cubicBezTo>
                    <a:lnTo>
                      <a:pt x="652" y="5852"/>
                    </a:lnTo>
                    <a:cubicBezTo>
                      <a:pt x="652" y="5852"/>
                      <a:pt x="1196" y="2757"/>
                      <a:pt x="768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2"/>
                  </a:gs>
                  <a:gs pos="100000">
                    <a:schemeClr val="accent3"/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42" name="Google Shape;542;p32"/>
              <p:cNvSpPr/>
              <p:nvPr/>
            </p:nvSpPr>
            <p:spPr>
              <a:xfrm>
                <a:off x="6625838" y="2806594"/>
                <a:ext cx="53018" cy="262210"/>
              </a:xfrm>
              <a:custGeom>
                <a:rect b="b" l="l" r="r" t="t"/>
                <a:pathLst>
                  <a:path extrusionOk="0" h="6004" w="1214">
                    <a:moveTo>
                      <a:pt x="36" y="330"/>
                    </a:moveTo>
                    <a:cubicBezTo>
                      <a:pt x="36" y="330"/>
                      <a:pt x="634" y="3943"/>
                      <a:pt x="1" y="5718"/>
                    </a:cubicBezTo>
                    <a:cubicBezTo>
                      <a:pt x="1" y="5718"/>
                      <a:pt x="81" y="6004"/>
                      <a:pt x="491" y="5879"/>
                    </a:cubicBezTo>
                    <a:cubicBezTo>
                      <a:pt x="491" y="5879"/>
                      <a:pt x="1214" y="3970"/>
                      <a:pt x="625" y="196"/>
                    </a:cubicBezTo>
                    <a:cubicBezTo>
                      <a:pt x="598" y="0"/>
                      <a:pt x="36" y="330"/>
                      <a:pt x="36" y="330"/>
                    </a:cubicBezTo>
                  </a:path>
                </a:pathLst>
              </a:custGeom>
              <a:gradFill>
                <a:gsLst>
                  <a:gs pos="0">
                    <a:schemeClr val="accent2"/>
                  </a:gs>
                  <a:gs pos="100000">
                    <a:schemeClr val="accent3"/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43" name="Google Shape;543;p32"/>
              <p:cNvSpPr/>
              <p:nvPr/>
            </p:nvSpPr>
            <p:spPr>
              <a:xfrm>
                <a:off x="6597800" y="2848258"/>
                <a:ext cx="58084" cy="204999"/>
              </a:xfrm>
              <a:custGeom>
                <a:rect b="b" l="l" r="r" t="t"/>
                <a:pathLst>
                  <a:path extrusionOk="0" h="4694" w="1330">
                    <a:moveTo>
                      <a:pt x="268" y="197"/>
                    </a:moveTo>
                    <a:cubicBezTo>
                      <a:pt x="268" y="197"/>
                      <a:pt x="999" y="2320"/>
                      <a:pt x="0" y="4657"/>
                    </a:cubicBezTo>
                    <a:lnTo>
                      <a:pt x="330" y="4693"/>
                    </a:lnTo>
                    <a:cubicBezTo>
                      <a:pt x="330" y="4693"/>
                      <a:pt x="1329" y="1865"/>
                      <a:pt x="527" y="1"/>
                    </a:cubicBezTo>
                    <a:cubicBezTo>
                      <a:pt x="527" y="1"/>
                      <a:pt x="312" y="1"/>
                      <a:pt x="268" y="197"/>
                    </a:cubicBezTo>
                  </a:path>
                </a:pathLst>
              </a:custGeom>
              <a:gradFill>
                <a:gsLst>
                  <a:gs pos="0">
                    <a:schemeClr val="accent2"/>
                  </a:gs>
                  <a:gs pos="100000">
                    <a:schemeClr val="accent3"/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44" name="Google Shape;544;p32"/>
              <p:cNvSpPr/>
              <p:nvPr/>
            </p:nvSpPr>
            <p:spPr>
              <a:xfrm>
                <a:off x="6522988" y="3000197"/>
                <a:ext cx="403272" cy="341344"/>
              </a:xfrm>
              <a:custGeom>
                <a:rect b="b" l="l" r="r" t="t"/>
                <a:pathLst>
                  <a:path extrusionOk="0" h="7816" w="9234">
                    <a:moveTo>
                      <a:pt x="1053" y="286"/>
                    </a:moveTo>
                    <a:cubicBezTo>
                      <a:pt x="1053" y="286"/>
                      <a:pt x="0" y="1071"/>
                      <a:pt x="509" y="1981"/>
                    </a:cubicBezTo>
                    <a:lnTo>
                      <a:pt x="509" y="1981"/>
                    </a:lnTo>
                    <a:cubicBezTo>
                      <a:pt x="1026" y="2891"/>
                      <a:pt x="304" y="5014"/>
                      <a:pt x="304" y="5014"/>
                    </a:cubicBezTo>
                    <a:lnTo>
                      <a:pt x="304" y="5014"/>
                    </a:lnTo>
                    <a:cubicBezTo>
                      <a:pt x="3604" y="7816"/>
                      <a:pt x="9064" y="4345"/>
                      <a:pt x="9064" y="4345"/>
                    </a:cubicBezTo>
                    <a:lnTo>
                      <a:pt x="9064" y="4345"/>
                    </a:lnTo>
                    <a:cubicBezTo>
                      <a:pt x="9234" y="2802"/>
                      <a:pt x="7387" y="1758"/>
                      <a:pt x="6968" y="1517"/>
                    </a:cubicBezTo>
                    <a:lnTo>
                      <a:pt x="6968" y="1517"/>
                    </a:lnTo>
                    <a:cubicBezTo>
                      <a:pt x="6540" y="1268"/>
                      <a:pt x="6085" y="1"/>
                      <a:pt x="6085" y="1"/>
                    </a:cubicBezTo>
                    <a:lnTo>
                      <a:pt x="6085" y="1"/>
                    </a:lnTo>
                    <a:cubicBezTo>
                      <a:pt x="4461" y="1473"/>
                      <a:pt x="1053" y="286"/>
                      <a:pt x="1053" y="286"/>
                    </a:cubicBezTo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accent1"/>
                  </a:gs>
                </a:gsLst>
                <a:lin ang="8100019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45" name="Google Shape;545;p32"/>
              <p:cNvSpPr/>
              <p:nvPr/>
            </p:nvSpPr>
            <p:spPr>
              <a:xfrm>
                <a:off x="6803108" y="2946828"/>
                <a:ext cx="190543" cy="182376"/>
              </a:xfrm>
              <a:custGeom>
                <a:rect b="b" l="l" r="r" t="t"/>
                <a:pathLst>
                  <a:path extrusionOk="0" h="4176" w="4363">
                    <a:moveTo>
                      <a:pt x="1357" y="27"/>
                    </a:moveTo>
                    <a:cubicBezTo>
                      <a:pt x="1258" y="54"/>
                      <a:pt x="536" y="536"/>
                      <a:pt x="1" y="973"/>
                    </a:cubicBezTo>
                    <a:lnTo>
                      <a:pt x="1" y="973"/>
                    </a:lnTo>
                    <a:cubicBezTo>
                      <a:pt x="1" y="973"/>
                      <a:pt x="527" y="2276"/>
                      <a:pt x="893" y="2356"/>
                    </a:cubicBezTo>
                    <a:lnTo>
                      <a:pt x="893" y="2356"/>
                    </a:lnTo>
                    <a:cubicBezTo>
                      <a:pt x="1258" y="2436"/>
                      <a:pt x="2811" y="3408"/>
                      <a:pt x="2998" y="4113"/>
                    </a:cubicBezTo>
                    <a:lnTo>
                      <a:pt x="2998" y="4113"/>
                    </a:lnTo>
                    <a:cubicBezTo>
                      <a:pt x="2998" y="4113"/>
                      <a:pt x="4069" y="4176"/>
                      <a:pt x="4363" y="2980"/>
                    </a:cubicBezTo>
                    <a:lnTo>
                      <a:pt x="4363" y="2980"/>
                    </a:lnTo>
                    <a:cubicBezTo>
                      <a:pt x="4363" y="2980"/>
                      <a:pt x="3248" y="1"/>
                      <a:pt x="1633" y="1"/>
                    </a:cubicBezTo>
                    <a:lnTo>
                      <a:pt x="1633" y="1"/>
                    </a:lnTo>
                    <a:cubicBezTo>
                      <a:pt x="1544" y="1"/>
                      <a:pt x="1446" y="10"/>
                      <a:pt x="1357" y="27"/>
                    </a:cubicBezTo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accent1"/>
                  </a:gs>
                </a:gsLst>
                <a:lin ang="8100019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46" name="Google Shape;546;p32"/>
              <p:cNvSpPr/>
              <p:nvPr/>
            </p:nvSpPr>
            <p:spPr>
              <a:xfrm>
                <a:off x="6376857" y="3000197"/>
                <a:ext cx="174996" cy="300816"/>
              </a:xfrm>
              <a:custGeom>
                <a:rect b="b" l="l" r="r" t="t"/>
                <a:pathLst>
                  <a:path extrusionOk="0" h="6888" w="4007">
                    <a:moveTo>
                      <a:pt x="2151" y="135"/>
                    </a:moveTo>
                    <a:cubicBezTo>
                      <a:pt x="2151" y="135"/>
                      <a:pt x="902" y="572"/>
                      <a:pt x="563" y="1883"/>
                    </a:cubicBezTo>
                    <a:lnTo>
                      <a:pt x="563" y="1883"/>
                    </a:lnTo>
                    <a:lnTo>
                      <a:pt x="661" y="5630"/>
                    </a:lnTo>
                    <a:cubicBezTo>
                      <a:pt x="661" y="5630"/>
                      <a:pt x="1" y="6888"/>
                      <a:pt x="2080" y="6406"/>
                    </a:cubicBezTo>
                    <a:lnTo>
                      <a:pt x="2080" y="6406"/>
                    </a:lnTo>
                    <a:cubicBezTo>
                      <a:pt x="2080" y="6406"/>
                      <a:pt x="2338" y="4604"/>
                      <a:pt x="2499" y="4845"/>
                    </a:cubicBezTo>
                    <a:lnTo>
                      <a:pt x="2499" y="4845"/>
                    </a:lnTo>
                    <a:cubicBezTo>
                      <a:pt x="2659" y="5095"/>
                      <a:pt x="3239" y="4988"/>
                      <a:pt x="3239" y="4988"/>
                    </a:cubicBezTo>
                    <a:lnTo>
                      <a:pt x="3239" y="4988"/>
                    </a:lnTo>
                    <a:cubicBezTo>
                      <a:pt x="3239" y="4988"/>
                      <a:pt x="4007" y="2864"/>
                      <a:pt x="3614" y="2222"/>
                    </a:cubicBezTo>
                    <a:lnTo>
                      <a:pt x="3614" y="2222"/>
                    </a:lnTo>
                    <a:cubicBezTo>
                      <a:pt x="3230" y="1598"/>
                      <a:pt x="3177" y="955"/>
                      <a:pt x="3882" y="206"/>
                    </a:cubicBezTo>
                    <a:lnTo>
                      <a:pt x="3882" y="206"/>
                    </a:lnTo>
                    <a:cubicBezTo>
                      <a:pt x="3882" y="206"/>
                      <a:pt x="3650" y="1"/>
                      <a:pt x="3070" y="1"/>
                    </a:cubicBezTo>
                    <a:lnTo>
                      <a:pt x="3070" y="1"/>
                    </a:lnTo>
                    <a:cubicBezTo>
                      <a:pt x="2829" y="1"/>
                      <a:pt x="2526" y="37"/>
                      <a:pt x="2151" y="135"/>
                    </a:cubicBezTo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accent1"/>
                  </a:gs>
                </a:gsLst>
                <a:lin ang="8100019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47" name="Google Shape;547;p32"/>
              <p:cNvSpPr/>
              <p:nvPr/>
            </p:nvSpPr>
            <p:spPr>
              <a:xfrm>
                <a:off x="6599329" y="2629674"/>
                <a:ext cx="206571" cy="214345"/>
              </a:xfrm>
              <a:custGeom>
                <a:rect b="b" l="l" r="r" t="t"/>
                <a:pathLst>
                  <a:path extrusionOk="0" h="4908" w="4730">
                    <a:moveTo>
                      <a:pt x="1964" y="179"/>
                    </a:moveTo>
                    <a:cubicBezTo>
                      <a:pt x="1437" y="786"/>
                      <a:pt x="643" y="866"/>
                      <a:pt x="643" y="866"/>
                    </a:cubicBezTo>
                    <a:lnTo>
                      <a:pt x="643" y="866"/>
                    </a:lnTo>
                    <a:cubicBezTo>
                      <a:pt x="1" y="1785"/>
                      <a:pt x="848" y="4015"/>
                      <a:pt x="848" y="4015"/>
                    </a:cubicBezTo>
                    <a:lnTo>
                      <a:pt x="848" y="4015"/>
                    </a:lnTo>
                    <a:cubicBezTo>
                      <a:pt x="1259" y="4908"/>
                      <a:pt x="2526" y="4158"/>
                      <a:pt x="2526" y="4158"/>
                    </a:cubicBezTo>
                    <a:lnTo>
                      <a:pt x="2526" y="4158"/>
                    </a:lnTo>
                    <a:cubicBezTo>
                      <a:pt x="3070" y="3917"/>
                      <a:pt x="3908" y="3453"/>
                      <a:pt x="4345" y="3293"/>
                    </a:cubicBezTo>
                    <a:lnTo>
                      <a:pt x="4345" y="3293"/>
                    </a:lnTo>
                    <a:cubicBezTo>
                      <a:pt x="4363" y="3284"/>
                      <a:pt x="4372" y="3284"/>
                      <a:pt x="4381" y="3275"/>
                    </a:cubicBezTo>
                    <a:lnTo>
                      <a:pt x="4381" y="3275"/>
                    </a:lnTo>
                    <a:cubicBezTo>
                      <a:pt x="4729" y="3079"/>
                      <a:pt x="4515" y="2267"/>
                      <a:pt x="4069" y="2222"/>
                    </a:cubicBezTo>
                    <a:lnTo>
                      <a:pt x="4069" y="2222"/>
                    </a:lnTo>
                    <a:cubicBezTo>
                      <a:pt x="3953" y="2213"/>
                      <a:pt x="3971" y="1732"/>
                      <a:pt x="3971" y="1732"/>
                    </a:cubicBezTo>
                    <a:lnTo>
                      <a:pt x="3971" y="1732"/>
                    </a:lnTo>
                    <a:cubicBezTo>
                      <a:pt x="3971" y="1732"/>
                      <a:pt x="3230" y="1839"/>
                      <a:pt x="2865" y="2053"/>
                    </a:cubicBezTo>
                    <a:lnTo>
                      <a:pt x="2865" y="2053"/>
                    </a:lnTo>
                    <a:cubicBezTo>
                      <a:pt x="2865" y="2053"/>
                      <a:pt x="2365" y="1749"/>
                      <a:pt x="2419" y="831"/>
                    </a:cubicBezTo>
                    <a:lnTo>
                      <a:pt x="2419" y="831"/>
                    </a:lnTo>
                    <a:cubicBezTo>
                      <a:pt x="2436" y="652"/>
                      <a:pt x="2472" y="1"/>
                      <a:pt x="2240" y="1"/>
                    </a:cubicBezTo>
                    <a:lnTo>
                      <a:pt x="2240" y="1"/>
                    </a:lnTo>
                    <a:cubicBezTo>
                      <a:pt x="2169" y="1"/>
                      <a:pt x="2088" y="54"/>
                      <a:pt x="1964" y="179"/>
                    </a:cubicBezTo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accent1"/>
                  </a:gs>
                </a:gsLst>
                <a:lin ang="8100019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48" name="Google Shape;548;p32"/>
              <p:cNvSpPr/>
              <p:nvPr/>
            </p:nvSpPr>
            <p:spPr>
              <a:xfrm>
                <a:off x="6527268" y="2548267"/>
                <a:ext cx="291470" cy="284832"/>
              </a:xfrm>
              <a:custGeom>
                <a:rect b="b" l="l" r="r" t="t"/>
                <a:pathLst>
                  <a:path extrusionOk="0" h="6522" w="6674">
                    <a:moveTo>
                      <a:pt x="1125" y="375"/>
                    </a:moveTo>
                    <a:cubicBezTo>
                      <a:pt x="447" y="848"/>
                      <a:pt x="1" y="1999"/>
                      <a:pt x="482" y="2882"/>
                    </a:cubicBezTo>
                    <a:lnTo>
                      <a:pt x="482" y="2882"/>
                    </a:lnTo>
                    <a:cubicBezTo>
                      <a:pt x="973" y="3756"/>
                      <a:pt x="679" y="3819"/>
                      <a:pt x="589" y="4086"/>
                    </a:cubicBezTo>
                    <a:lnTo>
                      <a:pt x="589" y="4086"/>
                    </a:lnTo>
                    <a:cubicBezTo>
                      <a:pt x="491" y="4363"/>
                      <a:pt x="1330" y="5496"/>
                      <a:pt x="1392" y="5532"/>
                    </a:cubicBezTo>
                    <a:lnTo>
                      <a:pt x="1392" y="5532"/>
                    </a:lnTo>
                    <a:cubicBezTo>
                      <a:pt x="1455" y="5576"/>
                      <a:pt x="1838" y="6522"/>
                      <a:pt x="2588" y="6379"/>
                    </a:cubicBezTo>
                    <a:lnTo>
                      <a:pt x="2588" y="6379"/>
                    </a:lnTo>
                    <a:cubicBezTo>
                      <a:pt x="2588" y="6379"/>
                      <a:pt x="2124" y="5487"/>
                      <a:pt x="2008" y="4336"/>
                    </a:cubicBezTo>
                    <a:lnTo>
                      <a:pt x="2008" y="4336"/>
                    </a:lnTo>
                    <a:cubicBezTo>
                      <a:pt x="1901" y="3176"/>
                      <a:pt x="2026" y="3034"/>
                      <a:pt x="2168" y="2739"/>
                    </a:cubicBezTo>
                    <a:lnTo>
                      <a:pt x="2168" y="2739"/>
                    </a:lnTo>
                    <a:lnTo>
                      <a:pt x="2231" y="2623"/>
                    </a:lnTo>
                    <a:cubicBezTo>
                      <a:pt x="2552" y="2525"/>
                      <a:pt x="3114" y="2481"/>
                      <a:pt x="3542" y="1945"/>
                    </a:cubicBezTo>
                    <a:lnTo>
                      <a:pt x="3542" y="1945"/>
                    </a:lnTo>
                    <a:cubicBezTo>
                      <a:pt x="3997" y="1383"/>
                      <a:pt x="4229" y="2026"/>
                      <a:pt x="4193" y="2436"/>
                    </a:cubicBezTo>
                    <a:lnTo>
                      <a:pt x="4193" y="2436"/>
                    </a:lnTo>
                    <a:cubicBezTo>
                      <a:pt x="4193" y="2436"/>
                      <a:pt x="4077" y="3266"/>
                      <a:pt x="4443" y="3676"/>
                    </a:cubicBezTo>
                    <a:lnTo>
                      <a:pt x="4443" y="3676"/>
                    </a:lnTo>
                    <a:cubicBezTo>
                      <a:pt x="4443" y="3676"/>
                      <a:pt x="5309" y="3444"/>
                      <a:pt x="5603" y="3444"/>
                    </a:cubicBezTo>
                    <a:lnTo>
                      <a:pt x="5603" y="3444"/>
                    </a:lnTo>
                    <a:cubicBezTo>
                      <a:pt x="5621" y="3542"/>
                      <a:pt x="5621" y="3596"/>
                      <a:pt x="5621" y="3596"/>
                    </a:cubicBezTo>
                    <a:lnTo>
                      <a:pt x="5621" y="3596"/>
                    </a:lnTo>
                    <a:cubicBezTo>
                      <a:pt x="5621" y="3596"/>
                      <a:pt x="5603" y="4077"/>
                      <a:pt x="5719" y="4086"/>
                    </a:cubicBezTo>
                    <a:lnTo>
                      <a:pt x="5719" y="4086"/>
                    </a:lnTo>
                    <a:cubicBezTo>
                      <a:pt x="6165" y="4131"/>
                      <a:pt x="6379" y="4952"/>
                      <a:pt x="6031" y="5139"/>
                    </a:cubicBezTo>
                    <a:lnTo>
                      <a:pt x="6031" y="5139"/>
                    </a:lnTo>
                    <a:lnTo>
                      <a:pt x="6201" y="5139"/>
                    </a:lnTo>
                    <a:cubicBezTo>
                      <a:pt x="6397" y="5166"/>
                      <a:pt x="6468" y="5380"/>
                      <a:pt x="6085" y="5549"/>
                    </a:cubicBezTo>
                    <a:lnTo>
                      <a:pt x="6085" y="5549"/>
                    </a:lnTo>
                    <a:cubicBezTo>
                      <a:pt x="5701" y="5728"/>
                      <a:pt x="5656" y="6254"/>
                      <a:pt x="5656" y="6254"/>
                    </a:cubicBezTo>
                    <a:lnTo>
                      <a:pt x="5656" y="6254"/>
                    </a:lnTo>
                    <a:cubicBezTo>
                      <a:pt x="5656" y="6254"/>
                      <a:pt x="6673" y="5808"/>
                      <a:pt x="6566" y="4818"/>
                    </a:cubicBezTo>
                    <a:lnTo>
                      <a:pt x="6566" y="4818"/>
                    </a:lnTo>
                    <a:cubicBezTo>
                      <a:pt x="6450" y="3828"/>
                      <a:pt x="6379" y="2882"/>
                      <a:pt x="5674" y="2534"/>
                    </a:cubicBezTo>
                    <a:lnTo>
                      <a:pt x="5674" y="2534"/>
                    </a:lnTo>
                    <a:cubicBezTo>
                      <a:pt x="5603" y="2498"/>
                      <a:pt x="5567" y="2481"/>
                      <a:pt x="5549" y="2472"/>
                    </a:cubicBezTo>
                    <a:lnTo>
                      <a:pt x="5549" y="2472"/>
                    </a:lnTo>
                    <a:cubicBezTo>
                      <a:pt x="5532" y="2463"/>
                      <a:pt x="5532" y="2463"/>
                      <a:pt x="5532" y="2463"/>
                    </a:cubicBezTo>
                    <a:lnTo>
                      <a:pt x="5532" y="2463"/>
                    </a:lnTo>
                    <a:cubicBezTo>
                      <a:pt x="5532" y="2463"/>
                      <a:pt x="5532" y="2338"/>
                      <a:pt x="5505" y="2177"/>
                    </a:cubicBezTo>
                    <a:lnTo>
                      <a:pt x="5505" y="2177"/>
                    </a:lnTo>
                    <a:cubicBezTo>
                      <a:pt x="5442" y="1901"/>
                      <a:pt x="5291" y="1517"/>
                      <a:pt x="4854" y="1535"/>
                    </a:cubicBezTo>
                    <a:lnTo>
                      <a:pt x="4854" y="1535"/>
                    </a:lnTo>
                    <a:cubicBezTo>
                      <a:pt x="4854" y="1535"/>
                      <a:pt x="4354" y="322"/>
                      <a:pt x="3382" y="134"/>
                    </a:cubicBezTo>
                    <a:lnTo>
                      <a:pt x="3382" y="134"/>
                    </a:lnTo>
                    <a:cubicBezTo>
                      <a:pt x="2971" y="54"/>
                      <a:pt x="2632" y="0"/>
                      <a:pt x="2311" y="0"/>
                    </a:cubicBezTo>
                    <a:lnTo>
                      <a:pt x="2311" y="0"/>
                    </a:lnTo>
                    <a:cubicBezTo>
                      <a:pt x="1883" y="0"/>
                      <a:pt x="1508" y="99"/>
                      <a:pt x="1125" y="375"/>
                    </a:cubicBezTo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accent1"/>
                  </a:gs>
                </a:gsLst>
                <a:lin ang="8100019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49" name="Google Shape;549;p32"/>
              <p:cNvSpPr/>
              <p:nvPr/>
            </p:nvSpPr>
            <p:spPr>
              <a:xfrm>
                <a:off x="6539365" y="2605523"/>
                <a:ext cx="130537" cy="85773"/>
              </a:xfrm>
              <a:custGeom>
                <a:rect b="b" l="l" r="r" t="t"/>
                <a:pathLst>
                  <a:path extrusionOk="0" h="1964" w="2989">
                    <a:moveTo>
                      <a:pt x="89" y="1294"/>
                    </a:moveTo>
                    <a:cubicBezTo>
                      <a:pt x="89" y="1294"/>
                      <a:pt x="0" y="1598"/>
                      <a:pt x="402" y="1963"/>
                    </a:cubicBezTo>
                    <a:lnTo>
                      <a:pt x="402" y="1963"/>
                    </a:lnTo>
                    <a:cubicBezTo>
                      <a:pt x="402" y="1963"/>
                      <a:pt x="1588" y="732"/>
                      <a:pt x="2989" y="554"/>
                    </a:cubicBezTo>
                    <a:lnTo>
                      <a:pt x="2989" y="554"/>
                    </a:lnTo>
                    <a:lnTo>
                      <a:pt x="2623" y="1"/>
                    </a:lnTo>
                    <a:cubicBezTo>
                      <a:pt x="2623" y="1"/>
                      <a:pt x="1534" y="90"/>
                      <a:pt x="89" y="129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2"/>
                  </a:gs>
                  <a:gs pos="100000">
                    <a:schemeClr val="dk2"/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0" name="Google Shape;550;p32"/>
              <p:cNvSpPr/>
              <p:nvPr/>
            </p:nvSpPr>
            <p:spPr>
              <a:xfrm>
                <a:off x="6702223" y="2596570"/>
                <a:ext cx="37034" cy="21094"/>
              </a:xfrm>
              <a:custGeom>
                <a:rect b="b" l="l" r="r" t="t"/>
                <a:pathLst>
                  <a:path extrusionOk="0" h="483" w="848">
                    <a:moveTo>
                      <a:pt x="0" y="72"/>
                    </a:moveTo>
                    <a:lnTo>
                      <a:pt x="223" y="482"/>
                    </a:lnTo>
                    <a:lnTo>
                      <a:pt x="848" y="429"/>
                    </a:lnTo>
                    <a:cubicBezTo>
                      <a:pt x="848" y="429"/>
                      <a:pt x="723" y="117"/>
                      <a:pt x="616" y="1"/>
                    </a:cubicBezTo>
                    <a:lnTo>
                      <a:pt x="616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2"/>
                  </a:gs>
                  <a:gs pos="100000">
                    <a:schemeClr val="dk2"/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1" name="Google Shape;551;p32"/>
              <p:cNvSpPr/>
              <p:nvPr/>
            </p:nvSpPr>
            <p:spPr>
              <a:xfrm>
                <a:off x="6545960" y="2784757"/>
                <a:ext cx="87694" cy="87301"/>
              </a:xfrm>
              <a:custGeom>
                <a:rect b="b" l="l" r="r" t="t"/>
                <a:pathLst>
                  <a:path extrusionOk="0" h="1999" w="2008">
                    <a:moveTo>
                      <a:pt x="108" y="893"/>
                    </a:moveTo>
                    <a:cubicBezTo>
                      <a:pt x="1" y="937"/>
                      <a:pt x="581" y="1874"/>
                      <a:pt x="973" y="1936"/>
                    </a:cubicBezTo>
                    <a:lnTo>
                      <a:pt x="973" y="1936"/>
                    </a:lnTo>
                    <a:cubicBezTo>
                      <a:pt x="1321" y="1999"/>
                      <a:pt x="2008" y="1437"/>
                      <a:pt x="1678" y="1080"/>
                    </a:cubicBezTo>
                    <a:lnTo>
                      <a:pt x="1678" y="1080"/>
                    </a:lnTo>
                    <a:cubicBezTo>
                      <a:pt x="1678" y="1080"/>
                      <a:pt x="1027" y="643"/>
                      <a:pt x="732" y="1"/>
                    </a:cubicBezTo>
                    <a:lnTo>
                      <a:pt x="732" y="1"/>
                    </a:lnTo>
                    <a:cubicBezTo>
                      <a:pt x="732" y="1"/>
                      <a:pt x="866" y="625"/>
                      <a:pt x="108" y="893"/>
                    </a:cubicBezTo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accent1"/>
                  </a:gs>
                </a:gsLst>
                <a:lin ang="8100019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2" name="Google Shape;552;p32"/>
              <p:cNvSpPr/>
              <p:nvPr/>
            </p:nvSpPr>
            <p:spPr>
              <a:xfrm>
                <a:off x="6427518" y="2508525"/>
                <a:ext cx="261860" cy="318329"/>
              </a:xfrm>
              <a:custGeom>
                <a:rect b="b" l="l" r="r" t="t"/>
                <a:pathLst>
                  <a:path extrusionOk="0" h="7289" w="5996">
                    <a:moveTo>
                      <a:pt x="839" y="3676"/>
                    </a:moveTo>
                    <a:cubicBezTo>
                      <a:pt x="839" y="3676"/>
                      <a:pt x="1" y="7066"/>
                      <a:pt x="2561" y="7289"/>
                    </a:cubicBezTo>
                    <a:lnTo>
                      <a:pt x="2561" y="7289"/>
                    </a:lnTo>
                    <a:cubicBezTo>
                      <a:pt x="2561" y="7289"/>
                      <a:pt x="3730" y="6834"/>
                      <a:pt x="3257" y="6076"/>
                    </a:cubicBezTo>
                    <a:lnTo>
                      <a:pt x="3257" y="6076"/>
                    </a:lnTo>
                    <a:cubicBezTo>
                      <a:pt x="3257" y="6076"/>
                      <a:pt x="2677" y="5255"/>
                      <a:pt x="2811" y="4889"/>
                    </a:cubicBezTo>
                    <a:lnTo>
                      <a:pt x="2811" y="4889"/>
                    </a:lnTo>
                    <a:cubicBezTo>
                      <a:pt x="2945" y="4523"/>
                      <a:pt x="3025" y="4497"/>
                      <a:pt x="2650" y="3810"/>
                    </a:cubicBezTo>
                    <a:lnTo>
                      <a:pt x="2650" y="3810"/>
                    </a:lnTo>
                    <a:cubicBezTo>
                      <a:pt x="2276" y="3132"/>
                      <a:pt x="2258" y="1"/>
                      <a:pt x="5996" y="964"/>
                    </a:cubicBezTo>
                    <a:lnTo>
                      <a:pt x="5996" y="964"/>
                    </a:lnTo>
                    <a:lnTo>
                      <a:pt x="5996" y="910"/>
                    </a:lnTo>
                    <a:cubicBezTo>
                      <a:pt x="5996" y="910"/>
                      <a:pt x="5220" y="554"/>
                      <a:pt x="4256" y="554"/>
                    </a:cubicBezTo>
                    <a:lnTo>
                      <a:pt x="4256" y="554"/>
                    </a:lnTo>
                    <a:cubicBezTo>
                      <a:pt x="3034" y="554"/>
                      <a:pt x="1499" y="1116"/>
                      <a:pt x="839" y="3676"/>
                    </a:cubicBezTo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accent1"/>
                  </a:gs>
                </a:gsLst>
                <a:lin ang="8100019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3" name="Google Shape;553;p32"/>
              <p:cNvSpPr/>
              <p:nvPr/>
            </p:nvSpPr>
            <p:spPr>
              <a:xfrm>
                <a:off x="6472720" y="2726716"/>
                <a:ext cx="97040" cy="100927"/>
              </a:xfrm>
              <a:custGeom>
                <a:rect b="b" l="l" r="r" t="t"/>
                <a:pathLst>
                  <a:path extrusionOk="0" h="2311" w="2222">
                    <a:moveTo>
                      <a:pt x="438" y="143"/>
                    </a:moveTo>
                    <a:cubicBezTo>
                      <a:pt x="27" y="437"/>
                      <a:pt x="1" y="1089"/>
                      <a:pt x="375" y="1606"/>
                    </a:cubicBezTo>
                    <a:lnTo>
                      <a:pt x="375" y="1606"/>
                    </a:lnTo>
                    <a:cubicBezTo>
                      <a:pt x="750" y="2123"/>
                      <a:pt x="1383" y="2311"/>
                      <a:pt x="1785" y="2016"/>
                    </a:cubicBezTo>
                    <a:lnTo>
                      <a:pt x="1785" y="2016"/>
                    </a:lnTo>
                    <a:cubicBezTo>
                      <a:pt x="2195" y="1731"/>
                      <a:pt x="2222" y="1071"/>
                      <a:pt x="1847" y="553"/>
                    </a:cubicBezTo>
                    <a:lnTo>
                      <a:pt x="1847" y="553"/>
                    </a:lnTo>
                    <a:cubicBezTo>
                      <a:pt x="1589" y="197"/>
                      <a:pt x="1223" y="0"/>
                      <a:pt x="884" y="0"/>
                    </a:cubicBezTo>
                    <a:lnTo>
                      <a:pt x="884" y="0"/>
                    </a:lnTo>
                    <a:cubicBezTo>
                      <a:pt x="723" y="0"/>
                      <a:pt x="563" y="45"/>
                      <a:pt x="438" y="143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accent1"/>
                  </a:gs>
                </a:gsLst>
                <a:lin ang="8100019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4" name="Google Shape;554;p32"/>
              <p:cNvSpPr/>
              <p:nvPr/>
            </p:nvSpPr>
            <p:spPr>
              <a:xfrm>
                <a:off x="6725981" y="2669023"/>
                <a:ext cx="62364" cy="33584"/>
              </a:xfrm>
              <a:custGeom>
                <a:rect b="b" l="l" r="r" t="t"/>
                <a:pathLst>
                  <a:path extrusionOk="0" h="769" w="1428">
                    <a:moveTo>
                      <a:pt x="562" y="19"/>
                    </a:moveTo>
                    <a:cubicBezTo>
                      <a:pt x="464" y="37"/>
                      <a:pt x="366" y="55"/>
                      <a:pt x="286" y="117"/>
                    </a:cubicBezTo>
                    <a:lnTo>
                      <a:pt x="286" y="117"/>
                    </a:lnTo>
                    <a:cubicBezTo>
                      <a:pt x="116" y="242"/>
                      <a:pt x="81" y="376"/>
                      <a:pt x="18" y="563"/>
                    </a:cubicBezTo>
                    <a:lnTo>
                      <a:pt x="18" y="563"/>
                    </a:lnTo>
                    <a:lnTo>
                      <a:pt x="0" y="670"/>
                    </a:lnTo>
                    <a:cubicBezTo>
                      <a:pt x="0" y="670"/>
                      <a:pt x="9" y="706"/>
                      <a:pt x="18" y="715"/>
                    </a:cubicBezTo>
                    <a:lnTo>
                      <a:pt x="18" y="715"/>
                    </a:lnTo>
                    <a:cubicBezTo>
                      <a:pt x="98" y="768"/>
                      <a:pt x="197" y="634"/>
                      <a:pt x="241" y="590"/>
                    </a:cubicBezTo>
                    <a:lnTo>
                      <a:pt x="241" y="590"/>
                    </a:lnTo>
                    <a:cubicBezTo>
                      <a:pt x="357" y="465"/>
                      <a:pt x="536" y="367"/>
                      <a:pt x="705" y="340"/>
                    </a:cubicBezTo>
                    <a:lnTo>
                      <a:pt x="705" y="340"/>
                    </a:lnTo>
                    <a:cubicBezTo>
                      <a:pt x="910" y="322"/>
                      <a:pt x="1062" y="429"/>
                      <a:pt x="1196" y="563"/>
                    </a:cubicBezTo>
                    <a:lnTo>
                      <a:pt x="1196" y="563"/>
                    </a:lnTo>
                    <a:cubicBezTo>
                      <a:pt x="1222" y="599"/>
                      <a:pt x="1258" y="652"/>
                      <a:pt x="1294" y="661"/>
                    </a:cubicBezTo>
                    <a:lnTo>
                      <a:pt x="1294" y="661"/>
                    </a:lnTo>
                    <a:cubicBezTo>
                      <a:pt x="1428" y="697"/>
                      <a:pt x="1294" y="509"/>
                      <a:pt x="1276" y="474"/>
                    </a:cubicBezTo>
                    <a:lnTo>
                      <a:pt x="1276" y="474"/>
                    </a:lnTo>
                    <a:cubicBezTo>
                      <a:pt x="1187" y="313"/>
                      <a:pt x="1080" y="63"/>
                      <a:pt x="883" y="10"/>
                    </a:cubicBezTo>
                    <a:lnTo>
                      <a:pt x="883" y="10"/>
                    </a:lnTo>
                    <a:cubicBezTo>
                      <a:pt x="857" y="1"/>
                      <a:pt x="821" y="1"/>
                      <a:pt x="794" y="1"/>
                    </a:cubicBezTo>
                    <a:lnTo>
                      <a:pt x="794" y="1"/>
                    </a:lnTo>
                    <a:cubicBezTo>
                      <a:pt x="714" y="1"/>
                      <a:pt x="634" y="19"/>
                      <a:pt x="562" y="19"/>
                    </a:cubicBezTo>
                  </a:path>
                </a:pathLst>
              </a:custGeom>
              <a:gradFill>
                <a:gsLst>
                  <a:gs pos="0">
                    <a:schemeClr val="dk1"/>
                  </a:gs>
                  <a:gs pos="100000">
                    <a:schemeClr val="dk2"/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5" name="Google Shape;555;p32"/>
              <p:cNvSpPr/>
              <p:nvPr/>
            </p:nvSpPr>
            <p:spPr>
              <a:xfrm>
                <a:off x="6734934" y="2643344"/>
                <a:ext cx="34720" cy="15242"/>
              </a:xfrm>
              <a:custGeom>
                <a:rect b="b" l="l" r="r" t="t"/>
                <a:pathLst>
                  <a:path extrusionOk="0" h="349" w="795">
                    <a:moveTo>
                      <a:pt x="652" y="72"/>
                    </a:moveTo>
                    <a:cubicBezTo>
                      <a:pt x="598" y="89"/>
                      <a:pt x="527" y="89"/>
                      <a:pt x="473" y="89"/>
                    </a:cubicBezTo>
                    <a:lnTo>
                      <a:pt x="473" y="89"/>
                    </a:lnTo>
                    <a:cubicBezTo>
                      <a:pt x="384" y="98"/>
                      <a:pt x="170" y="72"/>
                      <a:pt x="116" y="170"/>
                    </a:cubicBezTo>
                    <a:lnTo>
                      <a:pt x="116" y="170"/>
                    </a:lnTo>
                    <a:cubicBezTo>
                      <a:pt x="0" y="348"/>
                      <a:pt x="670" y="330"/>
                      <a:pt x="759" y="312"/>
                    </a:cubicBezTo>
                    <a:lnTo>
                      <a:pt x="759" y="312"/>
                    </a:lnTo>
                    <a:cubicBezTo>
                      <a:pt x="777" y="304"/>
                      <a:pt x="785" y="304"/>
                      <a:pt x="794" y="295"/>
                    </a:cubicBezTo>
                    <a:lnTo>
                      <a:pt x="794" y="295"/>
                    </a:lnTo>
                    <a:cubicBezTo>
                      <a:pt x="777" y="286"/>
                      <a:pt x="777" y="286"/>
                      <a:pt x="777" y="286"/>
                    </a:cubicBezTo>
                    <a:lnTo>
                      <a:pt x="777" y="286"/>
                    </a:lnTo>
                    <a:cubicBezTo>
                      <a:pt x="777" y="286"/>
                      <a:pt x="777" y="161"/>
                      <a:pt x="750" y="0"/>
                    </a:cubicBezTo>
                    <a:lnTo>
                      <a:pt x="750" y="0"/>
                    </a:lnTo>
                    <a:cubicBezTo>
                      <a:pt x="714" y="27"/>
                      <a:pt x="687" y="54"/>
                      <a:pt x="652" y="72"/>
                    </a:cubicBezTo>
                  </a:path>
                </a:pathLst>
              </a:custGeom>
              <a:gradFill>
                <a:gsLst>
                  <a:gs pos="0">
                    <a:schemeClr val="dk1"/>
                  </a:gs>
                  <a:gs pos="100000">
                    <a:schemeClr val="dk2"/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6" name="Google Shape;556;p32"/>
              <p:cNvSpPr/>
              <p:nvPr/>
            </p:nvSpPr>
            <p:spPr>
              <a:xfrm>
                <a:off x="6496478" y="2730210"/>
                <a:ext cx="14849" cy="33540"/>
              </a:xfrm>
              <a:custGeom>
                <a:rect b="b" l="l" r="r" t="t"/>
                <a:pathLst>
                  <a:path extrusionOk="0" h="768" w="340">
                    <a:moveTo>
                      <a:pt x="1" y="18"/>
                    </a:moveTo>
                    <a:cubicBezTo>
                      <a:pt x="1" y="349"/>
                      <a:pt x="143" y="554"/>
                      <a:pt x="313" y="768"/>
                    </a:cubicBezTo>
                    <a:lnTo>
                      <a:pt x="313" y="768"/>
                    </a:lnTo>
                    <a:cubicBezTo>
                      <a:pt x="313" y="768"/>
                      <a:pt x="322" y="768"/>
                      <a:pt x="322" y="768"/>
                    </a:cubicBezTo>
                    <a:lnTo>
                      <a:pt x="322" y="768"/>
                    </a:lnTo>
                    <a:cubicBezTo>
                      <a:pt x="331" y="768"/>
                      <a:pt x="331" y="768"/>
                      <a:pt x="331" y="768"/>
                    </a:cubicBezTo>
                    <a:lnTo>
                      <a:pt x="331" y="768"/>
                    </a:lnTo>
                    <a:cubicBezTo>
                      <a:pt x="340" y="759"/>
                      <a:pt x="340" y="750"/>
                      <a:pt x="340" y="741"/>
                    </a:cubicBezTo>
                    <a:lnTo>
                      <a:pt x="340" y="741"/>
                    </a:lnTo>
                    <a:cubicBezTo>
                      <a:pt x="170" y="536"/>
                      <a:pt x="28" y="331"/>
                      <a:pt x="28" y="18"/>
                    </a:cubicBezTo>
                    <a:lnTo>
                      <a:pt x="28" y="18"/>
                    </a:lnTo>
                    <a:cubicBezTo>
                      <a:pt x="28" y="10"/>
                      <a:pt x="19" y="1"/>
                      <a:pt x="10" y="1"/>
                    </a:cubicBezTo>
                    <a:lnTo>
                      <a:pt x="10" y="1"/>
                    </a:lnTo>
                    <a:cubicBezTo>
                      <a:pt x="1" y="1"/>
                      <a:pt x="1" y="10"/>
                      <a:pt x="1" y="18"/>
                    </a:cubicBezTo>
                  </a:path>
                </a:pathLst>
              </a:custGeom>
              <a:gradFill>
                <a:gsLst>
                  <a:gs pos="0">
                    <a:schemeClr val="dk1"/>
                  </a:gs>
                  <a:gs pos="100000">
                    <a:schemeClr val="dk2"/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7" name="Google Shape;557;p32"/>
              <p:cNvSpPr/>
              <p:nvPr/>
            </p:nvSpPr>
            <p:spPr>
              <a:xfrm>
                <a:off x="6487918" y="2736848"/>
                <a:ext cx="7075" cy="13669"/>
              </a:xfrm>
              <a:custGeom>
                <a:rect b="b" l="l" r="r" t="t"/>
                <a:pathLst>
                  <a:path extrusionOk="0" h="313" w="162">
                    <a:moveTo>
                      <a:pt x="18" y="9"/>
                    </a:moveTo>
                    <a:cubicBezTo>
                      <a:pt x="0" y="116"/>
                      <a:pt x="81" y="223"/>
                      <a:pt x="134" y="312"/>
                    </a:cubicBezTo>
                    <a:lnTo>
                      <a:pt x="134" y="312"/>
                    </a:lnTo>
                    <a:lnTo>
                      <a:pt x="143" y="304"/>
                    </a:lnTo>
                    <a:lnTo>
                      <a:pt x="161" y="286"/>
                    </a:lnTo>
                    <a:cubicBezTo>
                      <a:pt x="108" y="214"/>
                      <a:pt x="36" y="107"/>
                      <a:pt x="45" y="18"/>
                    </a:cubicBezTo>
                    <a:lnTo>
                      <a:pt x="45" y="18"/>
                    </a:lnTo>
                    <a:cubicBezTo>
                      <a:pt x="45" y="9"/>
                      <a:pt x="45" y="0"/>
                      <a:pt x="36" y="0"/>
                    </a:cubicBezTo>
                    <a:lnTo>
                      <a:pt x="36" y="0"/>
                    </a:lnTo>
                    <a:cubicBezTo>
                      <a:pt x="36" y="0"/>
                      <a:pt x="27" y="0"/>
                      <a:pt x="27" y="0"/>
                    </a:cubicBezTo>
                    <a:lnTo>
                      <a:pt x="27" y="0"/>
                    </a:lnTo>
                    <a:cubicBezTo>
                      <a:pt x="18" y="0"/>
                      <a:pt x="18" y="9"/>
                      <a:pt x="18" y="9"/>
                    </a:cubicBezTo>
                  </a:path>
                </a:pathLst>
              </a:custGeom>
              <a:gradFill>
                <a:gsLst>
                  <a:gs pos="0">
                    <a:schemeClr val="dk1"/>
                  </a:gs>
                  <a:gs pos="100000">
                    <a:schemeClr val="dk2"/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8" name="Google Shape;558;p32"/>
              <p:cNvSpPr/>
              <p:nvPr/>
            </p:nvSpPr>
            <p:spPr>
              <a:xfrm>
                <a:off x="6530762" y="2755540"/>
                <a:ext cx="25374" cy="14456"/>
              </a:xfrm>
              <a:custGeom>
                <a:rect b="b" l="l" r="r" t="t"/>
                <a:pathLst>
                  <a:path extrusionOk="0" h="331" w="581">
                    <a:moveTo>
                      <a:pt x="554" y="0"/>
                    </a:moveTo>
                    <a:cubicBezTo>
                      <a:pt x="402" y="179"/>
                      <a:pt x="206" y="241"/>
                      <a:pt x="10" y="304"/>
                    </a:cubicBezTo>
                    <a:lnTo>
                      <a:pt x="10" y="304"/>
                    </a:lnTo>
                    <a:cubicBezTo>
                      <a:pt x="1" y="304"/>
                      <a:pt x="1" y="313"/>
                      <a:pt x="1" y="322"/>
                    </a:cubicBezTo>
                    <a:lnTo>
                      <a:pt x="1" y="322"/>
                    </a:lnTo>
                    <a:cubicBezTo>
                      <a:pt x="1" y="331"/>
                      <a:pt x="10" y="331"/>
                      <a:pt x="19" y="331"/>
                    </a:cubicBezTo>
                    <a:lnTo>
                      <a:pt x="19" y="331"/>
                    </a:lnTo>
                    <a:cubicBezTo>
                      <a:pt x="19" y="331"/>
                      <a:pt x="19" y="331"/>
                      <a:pt x="19" y="331"/>
                    </a:cubicBezTo>
                    <a:lnTo>
                      <a:pt x="19" y="331"/>
                    </a:lnTo>
                    <a:cubicBezTo>
                      <a:pt x="215" y="268"/>
                      <a:pt x="420" y="206"/>
                      <a:pt x="581" y="27"/>
                    </a:cubicBezTo>
                    <a:lnTo>
                      <a:pt x="581" y="27"/>
                    </a:lnTo>
                    <a:cubicBezTo>
                      <a:pt x="581" y="18"/>
                      <a:pt x="581" y="9"/>
                      <a:pt x="581" y="0"/>
                    </a:cubicBezTo>
                    <a:lnTo>
                      <a:pt x="581" y="0"/>
                    </a:lnTo>
                    <a:cubicBezTo>
                      <a:pt x="572" y="0"/>
                      <a:pt x="572" y="0"/>
                      <a:pt x="563" y="0"/>
                    </a:cubicBezTo>
                    <a:lnTo>
                      <a:pt x="563" y="0"/>
                    </a:lnTo>
                    <a:cubicBezTo>
                      <a:pt x="563" y="0"/>
                      <a:pt x="554" y="0"/>
                      <a:pt x="554" y="0"/>
                    </a:cubicBezTo>
                  </a:path>
                </a:pathLst>
              </a:custGeom>
              <a:gradFill>
                <a:gsLst>
                  <a:gs pos="0">
                    <a:schemeClr val="dk1"/>
                  </a:gs>
                  <a:gs pos="100000">
                    <a:schemeClr val="dk2"/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9" name="Google Shape;559;p32"/>
              <p:cNvSpPr/>
              <p:nvPr/>
            </p:nvSpPr>
            <p:spPr>
              <a:xfrm>
                <a:off x="6491805" y="2780084"/>
                <a:ext cx="24195" cy="16814"/>
              </a:xfrm>
              <a:custGeom>
                <a:rect b="b" l="l" r="r" t="t"/>
                <a:pathLst>
                  <a:path extrusionOk="0" h="385" w="554">
                    <a:moveTo>
                      <a:pt x="527" y="9"/>
                    </a:moveTo>
                    <a:cubicBezTo>
                      <a:pt x="411" y="170"/>
                      <a:pt x="197" y="322"/>
                      <a:pt x="10" y="348"/>
                    </a:cubicBezTo>
                    <a:lnTo>
                      <a:pt x="10" y="348"/>
                    </a:lnTo>
                    <a:cubicBezTo>
                      <a:pt x="1" y="348"/>
                      <a:pt x="1" y="357"/>
                      <a:pt x="1" y="366"/>
                    </a:cubicBezTo>
                    <a:lnTo>
                      <a:pt x="1" y="366"/>
                    </a:lnTo>
                    <a:cubicBezTo>
                      <a:pt x="1" y="375"/>
                      <a:pt x="10" y="384"/>
                      <a:pt x="19" y="384"/>
                    </a:cubicBezTo>
                    <a:lnTo>
                      <a:pt x="19" y="384"/>
                    </a:lnTo>
                    <a:cubicBezTo>
                      <a:pt x="19" y="384"/>
                      <a:pt x="19" y="384"/>
                      <a:pt x="19" y="384"/>
                    </a:cubicBezTo>
                    <a:lnTo>
                      <a:pt x="19" y="384"/>
                    </a:lnTo>
                    <a:cubicBezTo>
                      <a:pt x="206" y="348"/>
                      <a:pt x="438" y="197"/>
                      <a:pt x="554" y="27"/>
                    </a:cubicBezTo>
                    <a:lnTo>
                      <a:pt x="554" y="27"/>
                    </a:lnTo>
                    <a:cubicBezTo>
                      <a:pt x="554" y="18"/>
                      <a:pt x="554" y="9"/>
                      <a:pt x="545" y="9"/>
                    </a:cubicBezTo>
                    <a:lnTo>
                      <a:pt x="545" y="9"/>
                    </a:lnTo>
                    <a:cubicBezTo>
                      <a:pt x="545" y="0"/>
                      <a:pt x="545" y="0"/>
                      <a:pt x="536" y="0"/>
                    </a:cubicBezTo>
                    <a:lnTo>
                      <a:pt x="536" y="0"/>
                    </a:lnTo>
                    <a:cubicBezTo>
                      <a:pt x="536" y="0"/>
                      <a:pt x="527" y="9"/>
                      <a:pt x="527" y="9"/>
                    </a:cubicBezTo>
                  </a:path>
                </a:pathLst>
              </a:custGeom>
              <a:gradFill>
                <a:gsLst>
                  <a:gs pos="0">
                    <a:schemeClr val="dk1"/>
                  </a:gs>
                  <a:gs pos="100000">
                    <a:schemeClr val="dk2"/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0" name="Google Shape;560;p32"/>
              <p:cNvSpPr/>
              <p:nvPr/>
            </p:nvSpPr>
            <p:spPr>
              <a:xfrm>
                <a:off x="6531548" y="2789430"/>
                <a:ext cx="21094" cy="22622"/>
              </a:xfrm>
              <a:custGeom>
                <a:rect b="b" l="l" r="r" t="t"/>
                <a:pathLst>
                  <a:path extrusionOk="0" h="518" w="483">
                    <a:moveTo>
                      <a:pt x="10" y="1"/>
                    </a:moveTo>
                    <a:cubicBezTo>
                      <a:pt x="1" y="10"/>
                      <a:pt x="1" y="18"/>
                      <a:pt x="1" y="27"/>
                    </a:cubicBezTo>
                    <a:lnTo>
                      <a:pt x="1" y="27"/>
                    </a:lnTo>
                    <a:cubicBezTo>
                      <a:pt x="117" y="241"/>
                      <a:pt x="224" y="366"/>
                      <a:pt x="456" y="518"/>
                    </a:cubicBezTo>
                    <a:lnTo>
                      <a:pt x="456" y="518"/>
                    </a:lnTo>
                    <a:cubicBezTo>
                      <a:pt x="456" y="518"/>
                      <a:pt x="456" y="518"/>
                      <a:pt x="465" y="518"/>
                    </a:cubicBezTo>
                    <a:lnTo>
                      <a:pt x="465" y="518"/>
                    </a:lnTo>
                    <a:cubicBezTo>
                      <a:pt x="465" y="518"/>
                      <a:pt x="473" y="518"/>
                      <a:pt x="473" y="518"/>
                    </a:cubicBezTo>
                    <a:lnTo>
                      <a:pt x="473" y="518"/>
                    </a:lnTo>
                    <a:cubicBezTo>
                      <a:pt x="482" y="509"/>
                      <a:pt x="473" y="500"/>
                      <a:pt x="473" y="491"/>
                    </a:cubicBezTo>
                    <a:lnTo>
                      <a:pt x="473" y="491"/>
                    </a:lnTo>
                    <a:cubicBezTo>
                      <a:pt x="250" y="340"/>
                      <a:pt x="143" y="224"/>
                      <a:pt x="27" y="10"/>
                    </a:cubicBezTo>
                    <a:lnTo>
                      <a:pt x="27" y="10"/>
                    </a:lnTo>
                    <a:cubicBezTo>
                      <a:pt x="27" y="1"/>
                      <a:pt x="18" y="1"/>
                      <a:pt x="18" y="1"/>
                    </a:cubicBezTo>
                    <a:lnTo>
                      <a:pt x="18" y="1"/>
                    </a:lnTo>
                    <a:cubicBezTo>
                      <a:pt x="18" y="1"/>
                      <a:pt x="10" y="1"/>
                      <a:pt x="10" y="1"/>
                    </a:cubicBezTo>
                  </a:path>
                </a:pathLst>
              </a:custGeom>
              <a:gradFill>
                <a:gsLst>
                  <a:gs pos="0">
                    <a:schemeClr val="dk1"/>
                  </a:gs>
                  <a:gs pos="100000">
                    <a:schemeClr val="dk2"/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1" name="Google Shape;561;p32"/>
              <p:cNvSpPr/>
              <p:nvPr/>
            </p:nvSpPr>
            <p:spPr>
              <a:xfrm>
                <a:off x="6531548" y="2802663"/>
                <a:ext cx="15635" cy="14849"/>
              </a:xfrm>
              <a:custGeom>
                <a:rect b="b" l="l" r="r" t="t"/>
                <a:pathLst>
                  <a:path extrusionOk="0" h="340" w="358">
                    <a:moveTo>
                      <a:pt x="10" y="1"/>
                    </a:moveTo>
                    <a:cubicBezTo>
                      <a:pt x="1" y="1"/>
                      <a:pt x="1" y="10"/>
                      <a:pt x="1" y="19"/>
                    </a:cubicBezTo>
                    <a:lnTo>
                      <a:pt x="1" y="19"/>
                    </a:lnTo>
                    <a:cubicBezTo>
                      <a:pt x="36" y="135"/>
                      <a:pt x="126" y="197"/>
                      <a:pt x="206" y="251"/>
                    </a:cubicBezTo>
                    <a:lnTo>
                      <a:pt x="206" y="251"/>
                    </a:lnTo>
                    <a:cubicBezTo>
                      <a:pt x="250" y="277"/>
                      <a:pt x="286" y="304"/>
                      <a:pt x="322" y="340"/>
                    </a:cubicBezTo>
                    <a:lnTo>
                      <a:pt x="322" y="340"/>
                    </a:lnTo>
                    <a:cubicBezTo>
                      <a:pt x="331" y="340"/>
                      <a:pt x="331" y="340"/>
                      <a:pt x="340" y="340"/>
                    </a:cubicBezTo>
                    <a:lnTo>
                      <a:pt x="340" y="340"/>
                    </a:lnTo>
                    <a:cubicBezTo>
                      <a:pt x="340" y="340"/>
                      <a:pt x="340" y="340"/>
                      <a:pt x="349" y="340"/>
                    </a:cubicBezTo>
                    <a:lnTo>
                      <a:pt x="349" y="340"/>
                    </a:lnTo>
                    <a:cubicBezTo>
                      <a:pt x="357" y="331"/>
                      <a:pt x="357" y="322"/>
                      <a:pt x="349" y="313"/>
                    </a:cubicBezTo>
                    <a:lnTo>
                      <a:pt x="349" y="313"/>
                    </a:lnTo>
                    <a:cubicBezTo>
                      <a:pt x="313" y="277"/>
                      <a:pt x="268" y="251"/>
                      <a:pt x="224" y="224"/>
                    </a:cubicBezTo>
                    <a:lnTo>
                      <a:pt x="224" y="224"/>
                    </a:lnTo>
                    <a:cubicBezTo>
                      <a:pt x="143" y="170"/>
                      <a:pt x="63" y="117"/>
                      <a:pt x="27" y="10"/>
                    </a:cubicBezTo>
                    <a:lnTo>
                      <a:pt x="27" y="10"/>
                    </a:lnTo>
                    <a:cubicBezTo>
                      <a:pt x="27" y="1"/>
                      <a:pt x="18" y="1"/>
                      <a:pt x="18" y="1"/>
                    </a:cubicBezTo>
                    <a:lnTo>
                      <a:pt x="18" y="1"/>
                    </a:lnTo>
                    <a:cubicBezTo>
                      <a:pt x="18" y="1"/>
                      <a:pt x="10" y="1"/>
                      <a:pt x="10" y="1"/>
                    </a:cubicBezTo>
                  </a:path>
                </a:pathLst>
              </a:custGeom>
              <a:gradFill>
                <a:gsLst>
                  <a:gs pos="0">
                    <a:schemeClr val="dk1"/>
                  </a:gs>
                  <a:gs pos="100000">
                    <a:schemeClr val="dk2"/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2" name="Google Shape;562;p32"/>
              <p:cNvSpPr/>
              <p:nvPr/>
            </p:nvSpPr>
            <p:spPr>
              <a:xfrm>
                <a:off x="6494949" y="2748509"/>
                <a:ext cx="52625" cy="54591"/>
              </a:xfrm>
              <a:custGeom>
                <a:rect b="b" l="l" r="r" t="t"/>
                <a:pathLst>
                  <a:path extrusionOk="0" h="1250" w="1205">
                    <a:moveTo>
                      <a:pt x="241" y="72"/>
                    </a:moveTo>
                    <a:cubicBezTo>
                      <a:pt x="18" y="233"/>
                      <a:pt x="0" y="590"/>
                      <a:pt x="205" y="866"/>
                    </a:cubicBezTo>
                    <a:lnTo>
                      <a:pt x="205" y="866"/>
                    </a:lnTo>
                    <a:cubicBezTo>
                      <a:pt x="410" y="1152"/>
                      <a:pt x="749" y="1250"/>
                      <a:pt x="972" y="1089"/>
                    </a:cubicBezTo>
                    <a:lnTo>
                      <a:pt x="972" y="1089"/>
                    </a:lnTo>
                    <a:cubicBezTo>
                      <a:pt x="1187" y="929"/>
                      <a:pt x="1204" y="572"/>
                      <a:pt x="999" y="295"/>
                    </a:cubicBezTo>
                    <a:lnTo>
                      <a:pt x="999" y="295"/>
                    </a:lnTo>
                    <a:cubicBezTo>
                      <a:pt x="865" y="108"/>
                      <a:pt x="660" y="1"/>
                      <a:pt x="482" y="1"/>
                    </a:cubicBezTo>
                    <a:lnTo>
                      <a:pt x="482" y="1"/>
                    </a:lnTo>
                    <a:cubicBezTo>
                      <a:pt x="393" y="1"/>
                      <a:pt x="303" y="19"/>
                      <a:pt x="241" y="72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100000">
                    <a:schemeClr val="dk2"/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3" name="Google Shape;563;p32"/>
              <p:cNvSpPr/>
              <p:nvPr/>
            </p:nvSpPr>
            <p:spPr>
              <a:xfrm>
                <a:off x="6663223" y="2745801"/>
                <a:ext cx="29654" cy="83021"/>
              </a:xfrm>
              <a:custGeom>
                <a:rect b="b" l="l" r="r" t="t"/>
                <a:pathLst>
                  <a:path extrusionOk="0" h="1901" w="679">
                    <a:moveTo>
                      <a:pt x="10" y="0"/>
                    </a:moveTo>
                    <a:cubicBezTo>
                      <a:pt x="1" y="0"/>
                      <a:pt x="1" y="9"/>
                      <a:pt x="1" y="18"/>
                    </a:cubicBezTo>
                    <a:lnTo>
                      <a:pt x="1" y="18"/>
                    </a:lnTo>
                    <a:cubicBezTo>
                      <a:pt x="1" y="357"/>
                      <a:pt x="72" y="732"/>
                      <a:pt x="197" y="1071"/>
                    </a:cubicBezTo>
                    <a:lnTo>
                      <a:pt x="197" y="1071"/>
                    </a:lnTo>
                    <a:cubicBezTo>
                      <a:pt x="269" y="1249"/>
                      <a:pt x="349" y="1410"/>
                      <a:pt x="438" y="1553"/>
                    </a:cubicBezTo>
                    <a:lnTo>
                      <a:pt x="438" y="1553"/>
                    </a:lnTo>
                    <a:cubicBezTo>
                      <a:pt x="456" y="1579"/>
                      <a:pt x="474" y="1615"/>
                      <a:pt x="483" y="1642"/>
                    </a:cubicBezTo>
                    <a:lnTo>
                      <a:pt x="483" y="1642"/>
                    </a:lnTo>
                    <a:cubicBezTo>
                      <a:pt x="536" y="1740"/>
                      <a:pt x="590" y="1829"/>
                      <a:pt x="652" y="1901"/>
                    </a:cubicBezTo>
                    <a:lnTo>
                      <a:pt x="652" y="1901"/>
                    </a:lnTo>
                    <a:cubicBezTo>
                      <a:pt x="652" y="1901"/>
                      <a:pt x="661" y="1901"/>
                      <a:pt x="661" y="1901"/>
                    </a:cubicBezTo>
                    <a:lnTo>
                      <a:pt x="661" y="1901"/>
                    </a:lnTo>
                    <a:cubicBezTo>
                      <a:pt x="670" y="1901"/>
                      <a:pt x="670" y="1901"/>
                      <a:pt x="679" y="1901"/>
                    </a:cubicBezTo>
                    <a:lnTo>
                      <a:pt x="679" y="1901"/>
                    </a:lnTo>
                    <a:cubicBezTo>
                      <a:pt x="679" y="1892"/>
                      <a:pt x="679" y="1883"/>
                      <a:pt x="679" y="1874"/>
                    </a:cubicBezTo>
                    <a:lnTo>
                      <a:pt x="679" y="1874"/>
                    </a:lnTo>
                    <a:cubicBezTo>
                      <a:pt x="617" y="1811"/>
                      <a:pt x="563" y="1722"/>
                      <a:pt x="518" y="1624"/>
                    </a:cubicBezTo>
                    <a:lnTo>
                      <a:pt x="518" y="1624"/>
                    </a:lnTo>
                    <a:cubicBezTo>
                      <a:pt x="501" y="1597"/>
                      <a:pt x="483" y="1562"/>
                      <a:pt x="465" y="1535"/>
                    </a:cubicBezTo>
                    <a:lnTo>
                      <a:pt x="465" y="1535"/>
                    </a:lnTo>
                    <a:cubicBezTo>
                      <a:pt x="385" y="1392"/>
                      <a:pt x="295" y="1232"/>
                      <a:pt x="233" y="1062"/>
                    </a:cubicBezTo>
                    <a:lnTo>
                      <a:pt x="233" y="1062"/>
                    </a:lnTo>
                    <a:cubicBezTo>
                      <a:pt x="99" y="723"/>
                      <a:pt x="28" y="357"/>
                      <a:pt x="28" y="18"/>
                    </a:cubicBezTo>
                    <a:lnTo>
                      <a:pt x="28" y="18"/>
                    </a:lnTo>
                    <a:cubicBezTo>
                      <a:pt x="28" y="9"/>
                      <a:pt x="19" y="0"/>
                      <a:pt x="10" y="0"/>
                    </a:cubicBezTo>
                    <a:lnTo>
                      <a:pt x="10" y="0"/>
                    </a:lnTo>
                    <a:lnTo>
                      <a:pt x="10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100000">
                    <a:schemeClr val="dk2"/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4" name="Google Shape;564;p32"/>
              <p:cNvSpPr/>
              <p:nvPr/>
            </p:nvSpPr>
            <p:spPr>
              <a:xfrm>
                <a:off x="6670647" y="2757112"/>
                <a:ext cx="23802" cy="31968"/>
              </a:xfrm>
              <a:custGeom>
                <a:rect b="b" l="l" r="r" t="t"/>
                <a:pathLst>
                  <a:path extrusionOk="0" h="732" w="545">
                    <a:moveTo>
                      <a:pt x="384" y="0"/>
                    </a:moveTo>
                    <a:cubicBezTo>
                      <a:pt x="375" y="0"/>
                      <a:pt x="366" y="9"/>
                      <a:pt x="375" y="18"/>
                    </a:cubicBezTo>
                    <a:lnTo>
                      <a:pt x="375" y="18"/>
                    </a:lnTo>
                    <a:cubicBezTo>
                      <a:pt x="384" y="45"/>
                      <a:pt x="393" y="72"/>
                      <a:pt x="402" y="98"/>
                    </a:cubicBezTo>
                    <a:lnTo>
                      <a:pt x="402" y="98"/>
                    </a:lnTo>
                    <a:cubicBezTo>
                      <a:pt x="447" y="223"/>
                      <a:pt x="509" y="375"/>
                      <a:pt x="438" y="482"/>
                    </a:cubicBezTo>
                    <a:lnTo>
                      <a:pt x="438" y="482"/>
                    </a:lnTo>
                    <a:cubicBezTo>
                      <a:pt x="366" y="580"/>
                      <a:pt x="170" y="660"/>
                      <a:pt x="18" y="696"/>
                    </a:cubicBezTo>
                    <a:lnTo>
                      <a:pt x="18" y="696"/>
                    </a:lnTo>
                    <a:cubicBezTo>
                      <a:pt x="9" y="705"/>
                      <a:pt x="0" y="714"/>
                      <a:pt x="9" y="723"/>
                    </a:cubicBezTo>
                    <a:lnTo>
                      <a:pt x="9" y="723"/>
                    </a:lnTo>
                    <a:cubicBezTo>
                      <a:pt x="9" y="723"/>
                      <a:pt x="9" y="732"/>
                      <a:pt x="18" y="732"/>
                    </a:cubicBezTo>
                    <a:lnTo>
                      <a:pt x="18" y="732"/>
                    </a:lnTo>
                    <a:cubicBezTo>
                      <a:pt x="18" y="732"/>
                      <a:pt x="27" y="732"/>
                      <a:pt x="27" y="732"/>
                    </a:cubicBezTo>
                    <a:lnTo>
                      <a:pt x="27" y="732"/>
                    </a:lnTo>
                    <a:cubicBezTo>
                      <a:pt x="81" y="714"/>
                      <a:pt x="366" y="634"/>
                      <a:pt x="464" y="500"/>
                    </a:cubicBezTo>
                    <a:lnTo>
                      <a:pt x="464" y="500"/>
                    </a:lnTo>
                    <a:cubicBezTo>
                      <a:pt x="545" y="384"/>
                      <a:pt x="482" y="214"/>
                      <a:pt x="429" y="89"/>
                    </a:cubicBezTo>
                    <a:lnTo>
                      <a:pt x="429" y="89"/>
                    </a:lnTo>
                    <a:cubicBezTo>
                      <a:pt x="420" y="63"/>
                      <a:pt x="411" y="36"/>
                      <a:pt x="402" y="9"/>
                    </a:cubicBezTo>
                    <a:lnTo>
                      <a:pt x="402" y="9"/>
                    </a:lnTo>
                    <a:cubicBezTo>
                      <a:pt x="402" y="0"/>
                      <a:pt x="393" y="0"/>
                      <a:pt x="384" y="0"/>
                    </a:cubicBezTo>
                    <a:lnTo>
                      <a:pt x="384" y="0"/>
                    </a:lnTo>
                    <a:cubicBezTo>
                      <a:pt x="384" y="0"/>
                      <a:pt x="384" y="0"/>
                      <a:pt x="384" y="0"/>
                    </a:cubicBezTo>
                  </a:path>
                </a:pathLst>
              </a:custGeom>
              <a:gradFill>
                <a:gsLst>
                  <a:gs pos="0">
                    <a:schemeClr val="dk1"/>
                  </a:gs>
                  <a:gs pos="100000">
                    <a:schemeClr val="dk2"/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5" name="Google Shape;565;p32"/>
              <p:cNvSpPr/>
              <p:nvPr/>
            </p:nvSpPr>
            <p:spPr>
              <a:xfrm>
                <a:off x="6653877" y="2657363"/>
                <a:ext cx="4324" cy="42493"/>
              </a:xfrm>
              <a:custGeom>
                <a:rect b="b" l="l" r="r" t="t"/>
                <a:pathLst>
                  <a:path extrusionOk="0" h="973" w="99">
                    <a:moveTo>
                      <a:pt x="1" y="9"/>
                    </a:moveTo>
                    <a:cubicBezTo>
                      <a:pt x="1" y="170"/>
                      <a:pt x="1" y="357"/>
                      <a:pt x="72" y="964"/>
                    </a:cubicBezTo>
                    <a:lnTo>
                      <a:pt x="72" y="964"/>
                    </a:lnTo>
                    <a:cubicBezTo>
                      <a:pt x="72" y="973"/>
                      <a:pt x="72" y="973"/>
                      <a:pt x="81" y="973"/>
                    </a:cubicBezTo>
                    <a:lnTo>
                      <a:pt x="81" y="973"/>
                    </a:lnTo>
                    <a:cubicBezTo>
                      <a:pt x="81" y="973"/>
                      <a:pt x="90" y="973"/>
                      <a:pt x="90" y="973"/>
                    </a:cubicBezTo>
                    <a:lnTo>
                      <a:pt x="90" y="973"/>
                    </a:lnTo>
                    <a:cubicBezTo>
                      <a:pt x="99" y="973"/>
                      <a:pt x="99" y="964"/>
                      <a:pt x="99" y="955"/>
                    </a:cubicBezTo>
                    <a:lnTo>
                      <a:pt x="99" y="955"/>
                    </a:lnTo>
                    <a:cubicBezTo>
                      <a:pt x="28" y="357"/>
                      <a:pt x="28" y="170"/>
                      <a:pt x="28" y="9"/>
                    </a:cubicBezTo>
                    <a:lnTo>
                      <a:pt x="28" y="9"/>
                    </a:lnTo>
                    <a:cubicBezTo>
                      <a:pt x="28" y="0"/>
                      <a:pt x="19" y="0"/>
                      <a:pt x="10" y="0"/>
                    </a:cubicBezTo>
                    <a:lnTo>
                      <a:pt x="10" y="0"/>
                    </a:lnTo>
                    <a:cubicBezTo>
                      <a:pt x="1" y="0"/>
                      <a:pt x="1" y="0"/>
                      <a:pt x="1" y="9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100000">
                    <a:schemeClr val="dk2"/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6" name="Google Shape;566;p32"/>
              <p:cNvSpPr/>
              <p:nvPr/>
            </p:nvSpPr>
            <p:spPr>
              <a:xfrm>
                <a:off x="6679993" y="2746980"/>
                <a:ext cx="11748" cy="11704"/>
              </a:xfrm>
              <a:custGeom>
                <a:rect b="b" l="l" r="r" t="t"/>
                <a:pathLst>
                  <a:path extrusionOk="0" h="268" w="269">
                    <a:moveTo>
                      <a:pt x="1" y="134"/>
                    </a:moveTo>
                    <a:cubicBezTo>
                      <a:pt x="1" y="205"/>
                      <a:pt x="63" y="268"/>
                      <a:pt x="134" y="268"/>
                    </a:cubicBezTo>
                    <a:lnTo>
                      <a:pt x="134" y="268"/>
                    </a:lnTo>
                    <a:cubicBezTo>
                      <a:pt x="206" y="268"/>
                      <a:pt x="268" y="205"/>
                      <a:pt x="268" y="134"/>
                    </a:cubicBezTo>
                    <a:lnTo>
                      <a:pt x="268" y="134"/>
                    </a:lnTo>
                    <a:cubicBezTo>
                      <a:pt x="268" y="54"/>
                      <a:pt x="206" y="0"/>
                      <a:pt x="134" y="0"/>
                    </a:cubicBezTo>
                    <a:lnTo>
                      <a:pt x="134" y="0"/>
                    </a:lnTo>
                    <a:cubicBezTo>
                      <a:pt x="63" y="0"/>
                      <a:pt x="1" y="54"/>
                      <a:pt x="1" y="134"/>
                    </a:cubicBezTo>
                    <a:close/>
                    <a:moveTo>
                      <a:pt x="36" y="134"/>
                    </a:moveTo>
                    <a:cubicBezTo>
                      <a:pt x="36" y="72"/>
                      <a:pt x="81" y="27"/>
                      <a:pt x="134" y="27"/>
                    </a:cubicBezTo>
                    <a:lnTo>
                      <a:pt x="134" y="27"/>
                    </a:lnTo>
                    <a:cubicBezTo>
                      <a:pt x="188" y="27"/>
                      <a:pt x="233" y="72"/>
                      <a:pt x="233" y="134"/>
                    </a:cubicBezTo>
                    <a:lnTo>
                      <a:pt x="233" y="134"/>
                    </a:lnTo>
                    <a:cubicBezTo>
                      <a:pt x="233" y="188"/>
                      <a:pt x="188" y="232"/>
                      <a:pt x="134" y="232"/>
                    </a:cubicBezTo>
                    <a:lnTo>
                      <a:pt x="134" y="232"/>
                    </a:lnTo>
                    <a:cubicBezTo>
                      <a:pt x="81" y="232"/>
                      <a:pt x="36" y="188"/>
                      <a:pt x="36" y="13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100000">
                    <a:schemeClr val="dk2"/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7" name="Google Shape;567;p32"/>
              <p:cNvSpPr/>
              <p:nvPr/>
            </p:nvSpPr>
            <p:spPr>
              <a:xfrm>
                <a:off x="6659336" y="2738027"/>
                <a:ext cx="8997" cy="8997"/>
              </a:xfrm>
              <a:custGeom>
                <a:rect b="b" l="l" r="r" t="t"/>
                <a:pathLst>
                  <a:path extrusionOk="0" h="206" w="206">
                    <a:moveTo>
                      <a:pt x="1" y="98"/>
                    </a:moveTo>
                    <a:cubicBezTo>
                      <a:pt x="1" y="161"/>
                      <a:pt x="45" y="205"/>
                      <a:pt x="99" y="205"/>
                    </a:cubicBezTo>
                    <a:lnTo>
                      <a:pt x="99" y="205"/>
                    </a:lnTo>
                    <a:cubicBezTo>
                      <a:pt x="161" y="205"/>
                      <a:pt x="206" y="161"/>
                      <a:pt x="206" y="98"/>
                    </a:cubicBezTo>
                    <a:lnTo>
                      <a:pt x="206" y="98"/>
                    </a:lnTo>
                    <a:cubicBezTo>
                      <a:pt x="206" y="45"/>
                      <a:pt x="161" y="0"/>
                      <a:pt x="99" y="0"/>
                    </a:cubicBezTo>
                    <a:lnTo>
                      <a:pt x="99" y="0"/>
                    </a:lnTo>
                    <a:cubicBezTo>
                      <a:pt x="45" y="0"/>
                      <a:pt x="1" y="45"/>
                      <a:pt x="1" y="98"/>
                    </a:cubicBezTo>
                    <a:close/>
                    <a:moveTo>
                      <a:pt x="28" y="98"/>
                    </a:moveTo>
                    <a:cubicBezTo>
                      <a:pt x="28" y="62"/>
                      <a:pt x="63" y="27"/>
                      <a:pt x="99" y="27"/>
                    </a:cubicBezTo>
                    <a:lnTo>
                      <a:pt x="99" y="27"/>
                    </a:lnTo>
                    <a:cubicBezTo>
                      <a:pt x="143" y="27"/>
                      <a:pt x="170" y="62"/>
                      <a:pt x="170" y="98"/>
                    </a:cubicBezTo>
                    <a:lnTo>
                      <a:pt x="170" y="98"/>
                    </a:lnTo>
                    <a:cubicBezTo>
                      <a:pt x="170" y="143"/>
                      <a:pt x="143" y="178"/>
                      <a:pt x="99" y="178"/>
                    </a:cubicBezTo>
                    <a:lnTo>
                      <a:pt x="99" y="178"/>
                    </a:lnTo>
                    <a:cubicBezTo>
                      <a:pt x="63" y="178"/>
                      <a:pt x="28" y="143"/>
                      <a:pt x="28" y="98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100000">
                    <a:schemeClr val="dk2"/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8" name="Google Shape;568;p32"/>
              <p:cNvSpPr/>
              <p:nvPr/>
            </p:nvSpPr>
            <p:spPr>
              <a:xfrm>
                <a:off x="6653877" y="2698634"/>
                <a:ext cx="9040" cy="9040"/>
              </a:xfrm>
              <a:custGeom>
                <a:rect b="b" l="l" r="r" t="t"/>
                <a:pathLst>
                  <a:path extrusionOk="0" h="207" w="207">
                    <a:moveTo>
                      <a:pt x="1" y="99"/>
                    </a:moveTo>
                    <a:cubicBezTo>
                      <a:pt x="1" y="162"/>
                      <a:pt x="45" y="206"/>
                      <a:pt x="99" y="206"/>
                    </a:cubicBezTo>
                    <a:lnTo>
                      <a:pt x="99" y="206"/>
                    </a:lnTo>
                    <a:cubicBezTo>
                      <a:pt x="161" y="206"/>
                      <a:pt x="206" y="162"/>
                      <a:pt x="206" y="99"/>
                    </a:cubicBezTo>
                    <a:lnTo>
                      <a:pt x="206" y="99"/>
                    </a:lnTo>
                    <a:cubicBezTo>
                      <a:pt x="206" y="46"/>
                      <a:pt x="161" y="1"/>
                      <a:pt x="99" y="1"/>
                    </a:cubicBezTo>
                    <a:lnTo>
                      <a:pt x="99" y="1"/>
                    </a:lnTo>
                    <a:cubicBezTo>
                      <a:pt x="45" y="1"/>
                      <a:pt x="1" y="46"/>
                      <a:pt x="1" y="99"/>
                    </a:cubicBezTo>
                    <a:close/>
                    <a:moveTo>
                      <a:pt x="28" y="99"/>
                    </a:moveTo>
                    <a:cubicBezTo>
                      <a:pt x="28" y="63"/>
                      <a:pt x="63" y="28"/>
                      <a:pt x="99" y="28"/>
                    </a:cubicBezTo>
                    <a:lnTo>
                      <a:pt x="99" y="28"/>
                    </a:lnTo>
                    <a:cubicBezTo>
                      <a:pt x="144" y="28"/>
                      <a:pt x="170" y="63"/>
                      <a:pt x="170" y="99"/>
                    </a:cubicBezTo>
                    <a:lnTo>
                      <a:pt x="170" y="99"/>
                    </a:lnTo>
                    <a:cubicBezTo>
                      <a:pt x="170" y="144"/>
                      <a:pt x="144" y="179"/>
                      <a:pt x="99" y="179"/>
                    </a:cubicBezTo>
                    <a:lnTo>
                      <a:pt x="99" y="179"/>
                    </a:lnTo>
                    <a:cubicBezTo>
                      <a:pt x="63" y="179"/>
                      <a:pt x="28" y="144"/>
                      <a:pt x="28" y="99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100000">
                    <a:schemeClr val="dk2"/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9" name="Google Shape;569;p32"/>
              <p:cNvSpPr/>
              <p:nvPr/>
            </p:nvSpPr>
            <p:spPr>
              <a:xfrm>
                <a:off x="6505824" y="2558399"/>
                <a:ext cx="25374" cy="84201"/>
              </a:xfrm>
              <a:custGeom>
                <a:rect b="b" l="l" r="r" t="t"/>
                <a:pathLst>
                  <a:path extrusionOk="0" h="1928" w="581">
                    <a:moveTo>
                      <a:pt x="554" y="0"/>
                    </a:moveTo>
                    <a:cubicBezTo>
                      <a:pt x="465" y="54"/>
                      <a:pt x="376" y="197"/>
                      <a:pt x="322" y="295"/>
                    </a:cubicBezTo>
                    <a:lnTo>
                      <a:pt x="322" y="295"/>
                    </a:lnTo>
                    <a:lnTo>
                      <a:pt x="304" y="313"/>
                    </a:lnTo>
                    <a:cubicBezTo>
                      <a:pt x="251" y="402"/>
                      <a:pt x="197" y="509"/>
                      <a:pt x="135" y="652"/>
                    </a:cubicBezTo>
                    <a:lnTo>
                      <a:pt x="135" y="652"/>
                    </a:lnTo>
                    <a:cubicBezTo>
                      <a:pt x="19" y="937"/>
                      <a:pt x="1" y="1285"/>
                      <a:pt x="1" y="1588"/>
                    </a:cubicBezTo>
                    <a:lnTo>
                      <a:pt x="1" y="1588"/>
                    </a:lnTo>
                    <a:lnTo>
                      <a:pt x="1" y="1651"/>
                    </a:lnTo>
                    <a:lnTo>
                      <a:pt x="1" y="1651"/>
                    </a:lnTo>
                    <a:cubicBezTo>
                      <a:pt x="1" y="1740"/>
                      <a:pt x="1" y="1829"/>
                      <a:pt x="19" y="1910"/>
                    </a:cubicBezTo>
                    <a:lnTo>
                      <a:pt x="19" y="1910"/>
                    </a:lnTo>
                    <a:cubicBezTo>
                      <a:pt x="28" y="1918"/>
                      <a:pt x="28" y="1927"/>
                      <a:pt x="37" y="1927"/>
                    </a:cubicBezTo>
                    <a:lnTo>
                      <a:pt x="37" y="1927"/>
                    </a:lnTo>
                    <a:cubicBezTo>
                      <a:pt x="37" y="1927"/>
                      <a:pt x="37" y="1927"/>
                      <a:pt x="37" y="1927"/>
                    </a:cubicBezTo>
                    <a:lnTo>
                      <a:pt x="37" y="1927"/>
                    </a:lnTo>
                    <a:cubicBezTo>
                      <a:pt x="45" y="1918"/>
                      <a:pt x="54" y="1910"/>
                      <a:pt x="54" y="1901"/>
                    </a:cubicBezTo>
                    <a:lnTo>
                      <a:pt x="54" y="1901"/>
                    </a:lnTo>
                    <a:cubicBezTo>
                      <a:pt x="28" y="1829"/>
                      <a:pt x="37" y="1740"/>
                      <a:pt x="37" y="1651"/>
                    </a:cubicBezTo>
                    <a:lnTo>
                      <a:pt x="37" y="1651"/>
                    </a:lnTo>
                    <a:cubicBezTo>
                      <a:pt x="37" y="1633"/>
                      <a:pt x="37" y="1606"/>
                      <a:pt x="37" y="1588"/>
                    </a:cubicBezTo>
                    <a:lnTo>
                      <a:pt x="37" y="1588"/>
                    </a:lnTo>
                    <a:cubicBezTo>
                      <a:pt x="37" y="1285"/>
                      <a:pt x="54" y="946"/>
                      <a:pt x="170" y="661"/>
                    </a:cubicBezTo>
                    <a:lnTo>
                      <a:pt x="170" y="661"/>
                    </a:lnTo>
                    <a:cubicBezTo>
                      <a:pt x="224" y="527"/>
                      <a:pt x="277" y="420"/>
                      <a:pt x="340" y="322"/>
                    </a:cubicBezTo>
                    <a:lnTo>
                      <a:pt x="340" y="322"/>
                    </a:lnTo>
                    <a:lnTo>
                      <a:pt x="349" y="304"/>
                    </a:lnTo>
                    <a:cubicBezTo>
                      <a:pt x="402" y="215"/>
                      <a:pt x="492" y="81"/>
                      <a:pt x="572" y="27"/>
                    </a:cubicBezTo>
                    <a:lnTo>
                      <a:pt x="572" y="27"/>
                    </a:lnTo>
                    <a:cubicBezTo>
                      <a:pt x="581" y="27"/>
                      <a:pt x="581" y="18"/>
                      <a:pt x="572" y="9"/>
                    </a:cubicBezTo>
                    <a:lnTo>
                      <a:pt x="572" y="9"/>
                    </a:lnTo>
                    <a:cubicBezTo>
                      <a:pt x="572" y="0"/>
                      <a:pt x="563" y="0"/>
                      <a:pt x="563" y="0"/>
                    </a:cubicBezTo>
                    <a:lnTo>
                      <a:pt x="563" y="0"/>
                    </a:lnTo>
                    <a:cubicBezTo>
                      <a:pt x="563" y="0"/>
                      <a:pt x="554" y="0"/>
                      <a:pt x="554" y="0"/>
                    </a:cubicBezTo>
                  </a:path>
                </a:pathLst>
              </a:custGeom>
              <a:gradFill>
                <a:gsLst>
                  <a:gs pos="0">
                    <a:schemeClr val="dk1"/>
                  </a:gs>
                  <a:gs pos="100000">
                    <a:schemeClr val="dk2"/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0" name="Google Shape;570;p32"/>
              <p:cNvSpPr/>
              <p:nvPr/>
            </p:nvSpPr>
            <p:spPr>
              <a:xfrm>
                <a:off x="6507789" y="2600457"/>
                <a:ext cx="17949" cy="17993"/>
              </a:xfrm>
              <a:custGeom>
                <a:rect b="b" l="l" r="r" t="t"/>
                <a:pathLst>
                  <a:path extrusionOk="0" h="412" w="411">
                    <a:moveTo>
                      <a:pt x="18" y="1"/>
                    </a:moveTo>
                    <a:cubicBezTo>
                      <a:pt x="9" y="1"/>
                      <a:pt x="0" y="10"/>
                      <a:pt x="0" y="19"/>
                    </a:cubicBezTo>
                    <a:lnTo>
                      <a:pt x="0" y="19"/>
                    </a:lnTo>
                    <a:cubicBezTo>
                      <a:pt x="0" y="28"/>
                      <a:pt x="9" y="37"/>
                      <a:pt x="18" y="37"/>
                    </a:cubicBezTo>
                    <a:lnTo>
                      <a:pt x="18" y="37"/>
                    </a:lnTo>
                    <a:cubicBezTo>
                      <a:pt x="250" y="46"/>
                      <a:pt x="384" y="179"/>
                      <a:pt x="375" y="393"/>
                    </a:cubicBezTo>
                    <a:lnTo>
                      <a:pt x="375" y="393"/>
                    </a:lnTo>
                    <a:cubicBezTo>
                      <a:pt x="375" y="402"/>
                      <a:pt x="384" y="411"/>
                      <a:pt x="393" y="411"/>
                    </a:cubicBezTo>
                    <a:lnTo>
                      <a:pt x="393" y="411"/>
                    </a:lnTo>
                    <a:lnTo>
                      <a:pt x="393" y="411"/>
                    </a:lnTo>
                    <a:cubicBezTo>
                      <a:pt x="402" y="411"/>
                      <a:pt x="402" y="402"/>
                      <a:pt x="411" y="393"/>
                    </a:cubicBezTo>
                    <a:lnTo>
                      <a:pt x="411" y="393"/>
                    </a:lnTo>
                    <a:cubicBezTo>
                      <a:pt x="411" y="161"/>
                      <a:pt x="268" y="10"/>
                      <a:pt x="18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100000">
                    <a:schemeClr val="dk2"/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1" name="Google Shape;571;p32"/>
              <p:cNvSpPr/>
              <p:nvPr/>
            </p:nvSpPr>
            <p:spPr>
              <a:xfrm>
                <a:off x="6522202" y="2616834"/>
                <a:ext cx="5503" cy="5503"/>
              </a:xfrm>
              <a:custGeom>
                <a:rect b="b" l="l" r="r" t="t"/>
                <a:pathLst>
                  <a:path extrusionOk="0" h="126" w="126">
                    <a:moveTo>
                      <a:pt x="1" y="63"/>
                    </a:moveTo>
                    <a:cubicBezTo>
                      <a:pt x="1" y="99"/>
                      <a:pt x="27" y="125"/>
                      <a:pt x="63" y="125"/>
                    </a:cubicBezTo>
                    <a:lnTo>
                      <a:pt x="63" y="125"/>
                    </a:lnTo>
                    <a:cubicBezTo>
                      <a:pt x="99" y="125"/>
                      <a:pt x="125" y="99"/>
                      <a:pt x="125" y="63"/>
                    </a:cubicBezTo>
                    <a:lnTo>
                      <a:pt x="125" y="63"/>
                    </a:lnTo>
                    <a:cubicBezTo>
                      <a:pt x="125" y="27"/>
                      <a:pt x="99" y="1"/>
                      <a:pt x="63" y="1"/>
                    </a:cubicBezTo>
                    <a:lnTo>
                      <a:pt x="63" y="1"/>
                    </a:lnTo>
                    <a:cubicBezTo>
                      <a:pt x="27" y="1"/>
                      <a:pt x="1" y="27"/>
                      <a:pt x="1" y="63"/>
                    </a:cubicBezTo>
                    <a:close/>
                    <a:moveTo>
                      <a:pt x="27" y="63"/>
                    </a:moveTo>
                    <a:cubicBezTo>
                      <a:pt x="27" y="45"/>
                      <a:pt x="45" y="36"/>
                      <a:pt x="63" y="36"/>
                    </a:cubicBezTo>
                    <a:lnTo>
                      <a:pt x="63" y="36"/>
                    </a:lnTo>
                    <a:cubicBezTo>
                      <a:pt x="81" y="36"/>
                      <a:pt x="90" y="45"/>
                      <a:pt x="90" y="63"/>
                    </a:cubicBezTo>
                    <a:lnTo>
                      <a:pt x="90" y="63"/>
                    </a:lnTo>
                    <a:cubicBezTo>
                      <a:pt x="90" y="81"/>
                      <a:pt x="81" y="99"/>
                      <a:pt x="63" y="99"/>
                    </a:cubicBezTo>
                    <a:lnTo>
                      <a:pt x="63" y="99"/>
                    </a:lnTo>
                    <a:cubicBezTo>
                      <a:pt x="45" y="99"/>
                      <a:pt x="27" y="81"/>
                      <a:pt x="27" y="63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100000">
                    <a:schemeClr val="dk2"/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2" name="Google Shape;572;p32"/>
              <p:cNvSpPr/>
              <p:nvPr/>
            </p:nvSpPr>
            <p:spPr>
              <a:xfrm>
                <a:off x="6504689" y="2640985"/>
                <a:ext cx="5459" cy="5503"/>
              </a:xfrm>
              <a:custGeom>
                <a:rect b="b" l="l" r="r" t="t"/>
                <a:pathLst>
                  <a:path extrusionOk="0" h="126" w="125">
                    <a:moveTo>
                      <a:pt x="0" y="63"/>
                    </a:moveTo>
                    <a:cubicBezTo>
                      <a:pt x="0" y="99"/>
                      <a:pt x="27" y="126"/>
                      <a:pt x="63" y="126"/>
                    </a:cubicBezTo>
                    <a:lnTo>
                      <a:pt x="63" y="126"/>
                    </a:lnTo>
                    <a:cubicBezTo>
                      <a:pt x="98" y="126"/>
                      <a:pt x="125" y="99"/>
                      <a:pt x="125" y="63"/>
                    </a:cubicBezTo>
                    <a:lnTo>
                      <a:pt x="125" y="63"/>
                    </a:lnTo>
                    <a:cubicBezTo>
                      <a:pt x="125" y="27"/>
                      <a:pt x="98" y="1"/>
                      <a:pt x="63" y="1"/>
                    </a:cubicBezTo>
                    <a:lnTo>
                      <a:pt x="63" y="1"/>
                    </a:lnTo>
                    <a:cubicBezTo>
                      <a:pt x="27" y="1"/>
                      <a:pt x="0" y="27"/>
                      <a:pt x="0" y="63"/>
                    </a:cubicBezTo>
                    <a:close/>
                    <a:moveTo>
                      <a:pt x="36" y="63"/>
                    </a:moveTo>
                    <a:cubicBezTo>
                      <a:pt x="36" y="45"/>
                      <a:pt x="45" y="36"/>
                      <a:pt x="63" y="36"/>
                    </a:cubicBezTo>
                    <a:lnTo>
                      <a:pt x="63" y="36"/>
                    </a:lnTo>
                    <a:cubicBezTo>
                      <a:pt x="80" y="36"/>
                      <a:pt x="98" y="45"/>
                      <a:pt x="98" y="63"/>
                    </a:cubicBezTo>
                    <a:lnTo>
                      <a:pt x="98" y="63"/>
                    </a:lnTo>
                    <a:cubicBezTo>
                      <a:pt x="98" y="81"/>
                      <a:pt x="80" y="99"/>
                      <a:pt x="63" y="99"/>
                    </a:cubicBezTo>
                    <a:lnTo>
                      <a:pt x="63" y="99"/>
                    </a:lnTo>
                    <a:cubicBezTo>
                      <a:pt x="45" y="99"/>
                      <a:pt x="36" y="81"/>
                      <a:pt x="36" y="63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100000">
                    <a:schemeClr val="dk2"/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3" name="Google Shape;573;p32"/>
              <p:cNvSpPr/>
              <p:nvPr/>
            </p:nvSpPr>
            <p:spPr>
              <a:xfrm>
                <a:off x="6560372" y="2812053"/>
                <a:ext cx="54591" cy="51839"/>
              </a:xfrm>
              <a:custGeom>
                <a:rect b="b" l="l" r="r" t="t"/>
                <a:pathLst>
                  <a:path extrusionOk="0" h="1187" w="1250">
                    <a:moveTo>
                      <a:pt x="10" y="0"/>
                    </a:moveTo>
                    <a:cubicBezTo>
                      <a:pt x="1" y="9"/>
                      <a:pt x="1" y="18"/>
                      <a:pt x="10" y="27"/>
                    </a:cubicBezTo>
                    <a:lnTo>
                      <a:pt x="10" y="27"/>
                    </a:lnTo>
                    <a:cubicBezTo>
                      <a:pt x="81" y="116"/>
                      <a:pt x="152" y="205"/>
                      <a:pt x="215" y="303"/>
                    </a:cubicBezTo>
                    <a:lnTo>
                      <a:pt x="215" y="303"/>
                    </a:lnTo>
                    <a:cubicBezTo>
                      <a:pt x="304" y="437"/>
                      <a:pt x="402" y="589"/>
                      <a:pt x="536" y="705"/>
                    </a:cubicBezTo>
                    <a:lnTo>
                      <a:pt x="536" y="705"/>
                    </a:lnTo>
                    <a:cubicBezTo>
                      <a:pt x="652" y="812"/>
                      <a:pt x="795" y="901"/>
                      <a:pt x="938" y="999"/>
                    </a:cubicBezTo>
                    <a:lnTo>
                      <a:pt x="938" y="999"/>
                    </a:lnTo>
                    <a:cubicBezTo>
                      <a:pt x="1036" y="1053"/>
                      <a:pt x="1134" y="1124"/>
                      <a:pt x="1223" y="1186"/>
                    </a:cubicBezTo>
                    <a:lnTo>
                      <a:pt x="1223" y="1186"/>
                    </a:lnTo>
                    <a:cubicBezTo>
                      <a:pt x="1223" y="1186"/>
                      <a:pt x="1223" y="1186"/>
                      <a:pt x="1232" y="1186"/>
                    </a:cubicBezTo>
                    <a:lnTo>
                      <a:pt x="1232" y="1186"/>
                    </a:lnTo>
                    <a:cubicBezTo>
                      <a:pt x="1232" y="1186"/>
                      <a:pt x="1241" y="1186"/>
                      <a:pt x="1241" y="1186"/>
                    </a:cubicBezTo>
                    <a:lnTo>
                      <a:pt x="1241" y="1186"/>
                    </a:lnTo>
                    <a:cubicBezTo>
                      <a:pt x="1250" y="1178"/>
                      <a:pt x="1250" y="1169"/>
                      <a:pt x="1241" y="1160"/>
                    </a:cubicBezTo>
                    <a:lnTo>
                      <a:pt x="1241" y="1160"/>
                    </a:lnTo>
                    <a:cubicBezTo>
                      <a:pt x="1152" y="1097"/>
                      <a:pt x="1053" y="1026"/>
                      <a:pt x="955" y="972"/>
                    </a:cubicBezTo>
                    <a:lnTo>
                      <a:pt x="955" y="972"/>
                    </a:lnTo>
                    <a:cubicBezTo>
                      <a:pt x="813" y="874"/>
                      <a:pt x="670" y="785"/>
                      <a:pt x="554" y="678"/>
                    </a:cubicBezTo>
                    <a:lnTo>
                      <a:pt x="554" y="678"/>
                    </a:lnTo>
                    <a:cubicBezTo>
                      <a:pt x="429" y="562"/>
                      <a:pt x="331" y="419"/>
                      <a:pt x="242" y="285"/>
                    </a:cubicBezTo>
                    <a:lnTo>
                      <a:pt x="242" y="285"/>
                    </a:lnTo>
                    <a:cubicBezTo>
                      <a:pt x="179" y="187"/>
                      <a:pt x="108" y="89"/>
                      <a:pt x="36" y="0"/>
                    </a:cubicBezTo>
                    <a:lnTo>
                      <a:pt x="36" y="0"/>
                    </a:lnTo>
                    <a:cubicBezTo>
                      <a:pt x="28" y="0"/>
                      <a:pt x="28" y="0"/>
                      <a:pt x="19" y="0"/>
                    </a:cubicBezTo>
                    <a:lnTo>
                      <a:pt x="19" y="0"/>
                    </a:lnTo>
                    <a:cubicBezTo>
                      <a:pt x="19" y="0"/>
                      <a:pt x="10" y="0"/>
                      <a:pt x="10" y="0"/>
                    </a:cubicBezTo>
                  </a:path>
                </a:pathLst>
              </a:custGeom>
              <a:gradFill>
                <a:gsLst>
                  <a:gs pos="0">
                    <a:schemeClr val="dk1"/>
                  </a:gs>
                  <a:gs pos="100000">
                    <a:schemeClr val="dk2"/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4" name="Google Shape;574;p32"/>
              <p:cNvSpPr/>
              <p:nvPr/>
            </p:nvSpPr>
            <p:spPr>
              <a:xfrm>
                <a:off x="6593913" y="2553333"/>
                <a:ext cx="46773" cy="33540"/>
              </a:xfrm>
              <a:custGeom>
                <a:rect b="b" l="l" r="r" t="t"/>
                <a:pathLst>
                  <a:path extrusionOk="0" h="768" w="1071">
                    <a:moveTo>
                      <a:pt x="9" y="0"/>
                    </a:moveTo>
                    <a:cubicBezTo>
                      <a:pt x="0" y="0"/>
                      <a:pt x="0" y="9"/>
                      <a:pt x="0" y="9"/>
                    </a:cubicBezTo>
                    <a:lnTo>
                      <a:pt x="0" y="9"/>
                    </a:lnTo>
                    <a:cubicBezTo>
                      <a:pt x="0" y="18"/>
                      <a:pt x="0" y="27"/>
                      <a:pt x="9" y="27"/>
                    </a:cubicBezTo>
                    <a:lnTo>
                      <a:pt x="9" y="27"/>
                    </a:lnTo>
                    <a:cubicBezTo>
                      <a:pt x="27" y="27"/>
                      <a:pt x="36" y="27"/>
                      <a:pt x="45" y="27"/>
                    </a:cubicBezTo>
                    <a:lnTo>
                      <a:pt x="45" y="27"/>
                    </a:lnTo>
                    <a:cubicBezTo>
                      <a:pt x="428" y="27"/>
                      <a:pt x="865" y="447"/>
                      <a:pt x="1044" y="759"/>
                    </a:cubicBezTo>
                    <a:lnTo>
                      <a:pt x="1044" y="759"/>
                    </a:lnTo>
                    <a:cubicBezTo>
                      <a:pt x="1044" y="759"/>
                      <a:pt x="1053" y="768"/>
                      <a:pt x="1053" y="768"/>
                    </a:cubicBezTo>
                    <a:lnTo>
                      <a:pt x="1053" y="768"/>
                    </a:lnTo>
                    <a:cubicBezTo>
                      <a:pt x="1053" y="768"/>
                      <a:pt x="1062" y="759"/>
                      <a:pt x="1062" y="759"/>
                    </a:cubicBezTo>
                    <a:lnTo>
                      <a:pt x="1062" y="759"/>
                    </a:lnTo>
                    <a:cubicBezTo>
                      <a:pt x="1071" y="759"/>
                      <a:pt x="1071" y="750"/>
                      <a:pt x="1071" y="741"/>
                    </a:cubicBezTo>
                    <a:lnTo>
                      <a:pt x="1071" y="741"/>
                    </a:lnTo>
                    <a:cubicBezTo>
                      <a:pt x="892" y="420"/>
                      <a:pt x="437" y="0"/>
                      <a:pt x="45" y="0"/>
                    </a:cubicBezTo>
                    <a:lnTo>
                      <a:pt x="45" y="0"/>
                    </a:lnTo>
                    <a:cubicBezTo>
                      <a:pt x="27" y="0"/>
                      <a:pt x="18" y="0"/>
                      <a:pt x="9" y="0"/>
                    </a:cubicBezTo>
                  </a:path>
                </a:pathLst>
              </a:custGeom>
              <a:gradFill>
                <a:gsLst>
                  <a:gs pos="0">
                    <a:schemeClr val="dk1"/>
                  </a:gs>
                  <a:gs pos="100000">
                    <a:schemeClr val="dk2"/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5" name="Google Shape;575;p32"/>
              <p:cNvSpPr/>
              <p:nvPr/>
            </p:nvSpPr>
            <p:spPr>
              <a:xfrm>
                <a:off x="6609461" y="2563072"/>
                <a:ext cx="10569" cy="23802"/>
              </a:xfrm>
              <a:custGeom>
                <a:rect b="b" l="l" r="r" t="t"/>
                <a:pathLst>
                  <a:path extrusionOk="0" h="545" w="242">
                    <a:moveTo>
                      <a:pt x="215" y="9"/>
                    </a:moveTo>
                    <a:cubicBezTo>
                      <a:pt x="108" y="143"/>
                      <a:pt x="1" y="322"/>
                      <a:pt x="144" y="536"/>
                    </a:cubicBezTo>
                    <a:lnTo>
                      <a:pt x="144" y="536"/>
                    </a:lnTo>
                    <a:cubicBezTo>
                      <a:pt x="144" y="536"/>
                      <a:pt x="153" y="545"/>
                      <a:pt x="153" y="545"/>
                    </a:cubicBezTo>
                    <a:lnTo>
                      <a:pt x="153" y="545"/>
                    </a:lnTo>
                    <a:cubicBezTo>
                      <a:pt x="153" y="545"/>
                      <a:pt x="161" y="536"/>
                      <a:pt x="161" y="536"/>
                    </a:cubicBezTo>
                    <a:lnTo>
                      <a:pt x="161" y="536"/>
                    </a:lnTo>
                    <a:cubicBezTo>
                      <a:pt x="170" y="536"/>
                      <a:pt x="170" y="527"/>
                      <a:pt x="170" y="518"/>
                    </a:cubicBezTo>
                    <a:lnTo>
                      <a:pt x="170" y="518"/>
                    </a:lnTo>
                    <a:cubicBezTo>
                      <a:pt x="63" y="366"/>
                      <a:pt x="90" y="215"/>
                      <a:pt x="233" y="27"/>
                    </a:cubicBezTo>
                    <a:lnTo>
                      <a:pt x="233" y="27"/>
                    </a:lnTo>
                    <a:cubicBezTo>
                      <a:pt x="242" y="18"/>
                      <a:pt x="242" y="9"/>
                      <a:pt x="233" y="0"/>
                    </a:cubicBezTo>
                    <a:lnTo>
                      <a:pt x="233" y="0"/>
                    </a:lnTo>
                    <a:cubicBezTo>
                      <a:pt x="233" y="0"/>
                      <a:pt x="224" y="0"/>
                      <a:pt x="224" y="0"/>
                    </a:cubicBezTo>
                    <a:lnTo>
                      <a:pt x="224" y="0"/>
                    </a:lnTo>
                    <a:cubicBezTo>
                      <a:pt x="224" y="0"/>
                      <a:pt x="215" y="0"/>
                      <a:pt x="215" y="9"/>
                    </a:cubicBezTo>
                  </a:path>
                </a:pathLst>
              </a:custGeom>
              <a:gradFill>
                <a:gsLst>
                  <a:gs pos="0">
                    <a:schemeClr val="dk1"/>
                  </a:gs>
                  <a:gs pos="100000">
                    <a:schemeClr val="dk2"/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6" name="Google Shape;576;p32"/>
              <p:cNvSpPr/>
              <p:nvPr/>
            </p:nvSpPr>
            <p:spPr>
              <a:xfrm>
                <a:off x="6654270" y="2545560"/>
                <a:ext cx="39393" cy="68609"/>
              </a:xfrm>
              <a:custGeom>
                <a:rect b="b" l="l" r="r" t="t"/>
                <a:pathLst>
                  <a:path extrusionOk="0" h="1571" w="902">
                    <a:moveTo>
                      <a:pt x="1" y="9"/>
                    </a:moveTo>
                    <a:cubicBezTo>
                      <a:pt x="1" y="9"/>
                      <a:pt x="1" y="18"/>
                      <a:pt x="10" y="27"/>
                    </a:cubicBezTo>
                    <a:lnTo>
                      <a:pt x="10" y="27"/>
                    </a:lnTo>
                    <a:cubicBezTo>
                      <a:pt x="90" y="80"/>
                      <a:pt x="152" y="196"/>
                      <a:pt x="206" y="294"/>
                    </a:cubicBezTo>
                    <a:lnTo>
                      <a:pt x="206" y="294"/>
                    </a:lnTo>
                    <a:cubicBezTo>
                      <a:pt x="224" y="321"/>
                      <a:pt x="242" y="348"/>
                      <a:pt x="251" y="375"/>
                    </a:cubicBezTo>
                    <a:lnTo>
                      <a:pt x="251" y="375"/>
                    </a:lnTo>
                    <a:cubicBezTo>
                      <a:pt x="313" y="473"/>
                      <a:pt x="375" y="589"/>
                      <a:pt x="429" y="696"/>
                    </a:cubicBezTo>
                    <a:lnTo>
                      <a:pt x="429" y="696"/>
                    </a:lnTo>
                    <a:cubicBezTo>
                      <a:pt x="447" y="732"/>
                      <a:pt x="465" y="758"/>
                      <a:pt x="483" y="794"/>
                    </a:cubicBezTo>
                    <a:lnTo>
                      <a:pt x="483" y="794"/>
                    </a:lnTo>
                    <a:cubicBezTo>
                      <a:pt x="554" y="928"/>
                      <a:pt x="625" y="1062"/>
                      <a:pt x="697" y="1187"/>
                    </a:cubicBezTo>
                    <a:lnTo>
                      <a:pt x="697" y="1187"/>
                    </a:lnTo>
                    <a:cubicBezTo>
                      <a:pt x="706" y="1222"/>
                      <a:pt x="723" y="1258"/>
                      <a:pt x="750" y="1285"/>
                    </a:cubicBezTo>
                    <a:lnTo>
                      <a:pt x="750" y="1285"/>
                    </a:lnTo>
                    <a:cubicBezTo>
                      <a:pt x="795" y="1374"/>
                      <a:pt x="857" y="1472"/>
                      <a:pt x="866" y="1552"/>
                    </a:cubicBezTo>
                    <a:lnTo>
                      <a:pt x="866" y="1552"/>
                    </a:lnTo>
                    <a:cubicBezTo>
                      <a:pt x="866" y="1561"/>
                      <a:pt x="875" y="1570"/>
                      <a:pt x="884" y="1570"/>
                    </a:cubicBezTo>
                    <a:lnTo>
                      <a:pt x="884" y="1570"/>
                    </a:lnTo>
                    <a:cubicBezTo>
                      <a:pt x="884" y="1570"/>
                      <a:pt x="884" y="1570"/>
                      <a:pt x="884" y="1570"/>
                    </a:cubicBezTo>
                    <a:lnTo>
                      <a:pt x="884" y="1570"/>
                    </a:lnTo>
                    <a:cubicBezTo>
                      <a:pt x="893" y="1570"/>
                      <a:pt x="902" y="1561"/>
                      <a:pt x="893" y="1552"/>
                    </a:cubicBezTo>
                    <a:lnTo>
                      <a:pt x="893" y="1552"/>
                    </a:lnTo>
                    <a:cubicBezTo>
                      <a:pt x="884" y="1463"/>
                      <a:pt x="830" y="1365"/>
                      <a:pt x="777" y="1276"/>
                    </a:cubicBezTo>
                    <a:lnTo>
                      <a:pt x="777" y="1276"/>
                    </a:lnTo>
                    <a:cubicBezTo>
                      <a:pt x="750" y="1240"/>
                      <a:pt x="732" y="1204"/>
                      <a:pt x="723" y="1178"/>
                    </a:cubicBezTo>
                    <a:lnTo>
                      <a:pt x="723" y="1178"/>
                    </a:lnTo>
                    <a:cubicBezTo>
                      <a:pt x="652" y="1044"/>
                      <a:pt x="581" y="910"/>
                      <a:pt x="509" y="776"/>
                    </a:cubicBezTo>
                    <a:lnTo>
                      <a:pt x="509" y="776"/>
                    </a:lnTo>
                    <a:cubicBezTo>
                      <a:pt x="491" y="749"/>
                      <a:pt x="474" y="714"/>
                      <a:pt x="456" y="678"/>
                    </a:cubicBezTo>
                    <a:lnTo>
                      <a:pt x="456" y="678"/>
                    </a:lnTo>
                    <a:cubicBezTo>
                      <a:pt x="402" y="571"/>
                      <a:pt x="340" y="464"/>
                      <a:pt x="277" y="357"/>
                    </a:cubicBezTo>
                    <a:lnTo>
                      <a:pt x="277" y="357"/>
                    </a:lnTo>
                    <a:cubicBezTo>
                      <a:pt x="268" y="330"/>
                      <a:pt x="251" y="303"/>
                      <a:pt x="233" y="277"/>
                    </a:cubicBezTo>
                    <a:lnTo>
                      <a:pt x="233" y="277"/>
                    </a:lnTo>
                    <a:cubicBezTo>
                      <a:pt x="179" y="170"/>
                      <a:pt x="117" y="62"/>
                      <a:pt x="28" y="0"/>
                    </a:cubicBezTo>
                    <a:lnTo>
                      <a:pt x="28" y="0"/>
                    </a:lnTo>
                    <a:cubicBezTo>
                      <a:pt x="19" y="0"/>
                      <a:pt x="19" y="0"/>
                      <a:pt x="19" y="0"/>
                    </a:cubicBezTo>
                    <a:lnTo>
                      <a:pt x="19" y="0"/>
                    </a:lnTo>
                    <a:cubicBezTo>
                      <a:pt x="10" y="0"/>
                      <a:pt x="10" y="0"/>
                      <a:pt x="1" y="9"/>
                    </a:cubicBezTo>
                  </a:path>
                </a:pathLst>
              </a:custGeom>
              <a:gradFill>
                <a:gsLst>
                  <a:gs pos="0">
                    <a:schemeClr val="dk1"/>
                  </a:gs>
                  <a:gs pos="100000">
                    <a:schemeClr val="dk2"/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7" name="Google Shape;577;p32"/>
              <p:cNvSpPr/>
              <p:nvPr/>
            </p:nvSpPr>
            <p:spPr>
              <a:xfrm>
                <a:off x="6676892" y="2551761"/>
                <a:ext cx="19129" cy="25767"/>
              </a:xfrm>
              <a:custGeom>
                <a:rect b="b" l="l" r="r" t="t"/>
                <a:pathLst>
                  <a:path extrusionOk="0" h="590" w="438">
                    <a:moveTo>
                      <a:pt x="9" y="1"/>
                    </a:moveTo>
                    <a:cubicBezTo>
                      <a:pt x="0" y="10"/>
                      <a:pt x="0" y="19"/>
                      <a:pt x="9" y="28"/>
                    </a:cubicBezTo>
                    <a:lnTo>
                      <a:pt x="9" y="28"/>
                    </a:lnTo>
                    <a:cubicBezTo>
                      <a:pt x="72" y="99"/>
                      <a:pt x="125" y="188"/>
                      <a:pt x="188" y="277"/>
                    </a:cubicBezTo>
                    <a:lnTo>
                      <a:pt x="188" y="277"/>
                    </a:lnTo>
                    <a:cubicBezTo>
                      <a:pt x="259" y="393"/>
                      <a:pt x="330" y="500"/>
                      <a:pt x="411" y="581"/>
                    </a:cubicBezTo>
                    <a:lnTo>
                      <a:pt x="411" y="581"/>
                    </a:lnTo>
                    <a:cubicBezTo>
                      <a:pt x="411" y="581"/>
                      <a:pt x="419" y="590"/>
                      <a:pt x="419" y="590"/>
                    </a:cubicBezTo>
                    <a:lnTo>
                      <a:pt x="419" y="590"/>
                    </a:lnTo>
                    <a:cubicBezTo>
                      <a:pt x="428" y="590"/>
                      <a:pt x="428" y="581"/>
                      <a:pt x="437" y="581"/>
                    </a:cubicBezTo>
                    <a:lnTo>
                      <a:pt x="437" y="581"/>
                    </a:lnTo>
                    <a:cubicBezTo>
                      <a:pt x="437" y="572"/>
                      <a:pt x="437" y="563"/>
                      <a:pt x="437" y="563"/>
                    </a:cubicBezTo>
                    <a:lnTo>
                      <a:pt x="437" y="563"/>
                    </a:lnTo>
                    <a:cubicBezTo>
                      <a:pt x="357" y="483"/>
                      <a:pt x="286" y="375"/>
                      <a:pt x="214" y="259"/>
                    </a:cubicBezTo>
                    <a:lnTo>
                      <a:pt x="214" y="259"/>
                    </a:lnTo>
                    <a:cubicBezTo>
                      <a:pt x="152" y="170"/>
                      <a:pt x="98" y="81"/>
                      <a:pt x="36" y="1"/>
                    </a:cubicBezTo>
                    <a:lnTo>
                      <a:pt x="36" y="1"/>
                    </a:lnTo>
                    <a:cubicBezTo>
                      <a:pt x="27" y="1"/>
                      <a:pt x="27" y="1"/>
                      <a:pt x="18" y="1"/>
                    </a:cubicBezTo>
                    <a:lnTo>
                      <a:pt x="18" y="1"/>
                    </a:lnTo>
                    <a:cubicBezTo>
                      <a:pt x="18" y="1"/>
                      <a:pt x="9" y="1"/>
                      <a:pt x="9" y="1"/>
                    </a:cubicBezTo>
                  </a:path>
                </a:pathLst>
              </a:custGeom>
              <a:gradFill>
                <a:gsLst>
                  <a:gs pos="0">
                    <a:schemeClr val="dk1"/>
                  </a:gs>
                  <a:gs pos="100000">
                    <a:schemeClr val="dk2"/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8" name="Google Shape;578;p32"/>
              <p:cNvSpPr/>
              <p:nvPr/>
            </p:nvSpPr>
            <p:spPr>
              <a:xfrm>
                <a:off x="6613391" y="2585258"/>
                <a:ext cx="8997" cy="9040"/>
              </a:xfrm>
              <a:custGeom>
                <a:rect b="b" l="l" r="r" t="t"/>
                <a:pathLst>
                  <a:path extrusionOk="0" h="207" w="206">
                    <a:moveTo>
                      <a:pt x="0" y="108"/>
                    </a:moveTo>
                    <a:cubicBezTo>
                      <a:pt x="0" y="162"/>
                      <a:pt x="45" y="206"/>
                      <a:pt x="107" y="206"/>
                    </a:cubicBezTo>
                    <a:lnTo>
                      <a:pt x="107" y="206"/>
                    </a:lnTo>
                    <a:cubicBezTo>
                      <a:pt x="161" y="206"/>
                      <a:pt x="205" y="162"/>
                      <a:pt x="205" y="108"/>
                    </a:cubicBezTo>
                    <a:lnTo>
                      <a:pt x="205" y="108"/>
                    </a:lnTo>
                    <a:cubicBezTo>
                      <a:pt x="205" y="46"/>
                      <a:pt x="161" y="1"/>
                      <a:pt x="107" y="1"/>
                    </a:cubicBezTo>
                    <a:lnTo>
                      <a:pt x="107" y="1"/>
                    </a:lnTo>
                    <a:cubicBezTo>
                      <a:pt x="45" y="1"/>
                      <a:pt x="0" y="46"/>
                      <a:pt x="0" y="108"/>
                    </a:cubicBezTo>
                    <a:close/>
                    <a:moveTo>
                      <a:pt x="36" y="108"/>
                    </a:moveTo>
                    <a:cubicBezTo>
                      <a:pt x="36" y="63"/>
                      <a:pt x="63" y="37"/>
                      <a:pt x="107" y="37"/>
                    </a:cubicBezTo>
                    <a:lnTo>
                      <a:pt x="107" y="37"/>
                    </a:lnTo>
                    <a:cubicBezTo>
                      <a:pt x="143" y="37"/>
                      <a:pt x="178" y="63"/>
                      <a:pt x="178" y="108"/>
                    </a:cubicBezTo>
                    <a:lnTo>
                      <a:pt x="178" y="108"/>
                    </a:lnTo>
                    <a:cubicBezTo>
                      <a:pt x="178" y="144"/>
                      <a:pt x="143" y="179"/>
                      <a:pt x="107" y="179"/>
                    </a:cubicBezTo>
                    <a:lnTo>
                      <a:pt x="107" y="179"/>
                    </a:lnTo>
                    <a:cubicBezTo>
                      <a:pt x="63" y="179"/>
                      <a:pt x="36" y="144"/>
                      <a:pt x="36" y="108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100000">
                    <a:schemeClr val="dk2"/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9" name="Google Shape;579;p32"/>
              <p:cNvSpPr/>
              <p:nvPr/>
            </p:nvSpPr>
            <p:spPr>
              <a:xfrm>
                <a:off x="6636757" y="2585258"/>
                <a:ext cx="8997" cy="9040"/>
              </a:xfrm>
              <a:custGeom>
                <a:rect b="b" l="l" r="r" t="t"/>
                <a:pathLst>
                  <a:path extrusionOk="0" h="207" w="206">
                    <a:moveTo>
                      <a:pt x="0" y="108"/>
                    </a:moveTo>
                    <a:cubicBezTo>
                      <a:pt x="0" y="162"/>
                      <a:pt x="45" y="206"/>
                      <a:pt x="107" y="206"/>
                    </a:cubicBezTo>
                    <a:lnTo>
                      <a:pt x="107" y="206"/>
                    </a:lnTo>
                    <a:cubicBezTo>
                      <a:pt x="161" y="206"/>
                      <a:pt x="206" y="162"/>
                      <a:pt x="206" y="108"/>
                    </a:cubicBezTo>
                    <a:lnTo>
                      <a:pt x="206" y="108"/>
                    </a:lnTo>
                    <a:cubicBezTo>
                      <a:pt x="206" y="46"/>
                      <a:pt x="161" y="1"/>
                      <a:pt x="107" y="1"/>
                    </a:cubicBezTo>
                    <a:lnTo>
                      <a:pt x="107" y="1"/>
                    </a:lnTo>
                    <a:cubicBezTo>
                      <a:pt x="45" y="1"/>
                      <a:pt x="0" y="46"/>
                      <a:pt x="0" y="108"/>
                    </a:cubicBezTo>
                    <a:close/>
                    <a:moveTo>
                      <a:pt x="36" y="108"/>
                    </a:moveTo>
                    <a:cubicBezTo>
                      <a:pt x="36" y="63"/>
                      <a:pt x="63" y="37"/>
                      <a:pt x="107" y="37"/>
                    </a:cubicBezTo>
                    <a:lnTo>
                      <a:pt x="107" y="37"/>
                    </a:lnTo>
                    <a:cubicBezTo>
                      <a:pt x="143" y="37"/>
                      <a:pt x="179" y="63"/>
                      <a:pt x="179" y="108"/>
                    </a:cubicBezTo>
                    <a:lnTo>
                      <a:pt x="179" y="108"/>
                    </a:lnTo>
                    <a:cubicBezTo>
                      <a:pt x="179" y="144"/>
                      <a:pt x="143" y="179"/>
                      <a:pt x="107" y="179"/>
                    </a:cubicBezTo>
                    <a:lnTo>
                      <a:pt x="107" y="179"/>
                    </a:lnTo>
                    <a:cubicBezTo>
                      <a:pt x="63" y="179"/>
                      <a:pt x="36" y="144"/>
                      <a:pt x="36" y="108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100000">
                    <a:schemeClr val="dk2"/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0" name="Google Shape;580;p32"/>
              <p:cNvSpPr/>
              <p:nvPr/>
            </p:nvSpPr>
            <p:spPr>
              <a:xfrm>
                <a:off x="6690125" y="2612554"/>
                <a:ext cx="5503" cy="5503"/>
              </a:xfrm>
              <a:custGeom>
                <a:rect b="b" l="l" r="r" t="t"/>
                <a:pathLst>
                  <a:path extrusionOk="0" h="126" w="126">
                    <a:moveTo>
                      <a:pt x="1" y="63"/>
                    </a:moveTo>
                    <a:cubicBezTo>
                      <a:pt x="1" y="99"/>
                      <a:pt x="27" y="125"/>
                      <a:pt x="63" y="125"/>
                    </a:cubicBezTo>
                    <a:lnTo>
                      <a:pt x="63" y="125"/>
                    </a:lnTo>
                    <a:cubicBezTo>
                      <a:pt x="99" y="125"/>
                      <a:pt x="125" y="99"/>
                      <a:pt x="125" y="63"/>
                    </a:cubicBezTo>
                    <a:lnTo>
                      <a:pt x="125" y="63"/>
                    </a:lnTo>
                    <a:cubicBezTo>
                      <a:pt x="125" y="36"/>
                      <a:pt x="99" y="0"/>
                      <a:pt x="63" y="0"/>
                    </a:cubicBezTo>
                    <a:lnTo>
                      <a:pt x="63" y="0"/>
                    </a:lnTo>
                    <a:cubicBezTo>
                      <a:pt x="27" y="0"/>
                      <a:pt x="1" y="36"/>
                      <a:pt x="1" y="63"/>
                    </a:cubicBezTo>
                    <a:close/>
                    <a:moveTo>
                      <a:pt x="27" y="63"/>
                    </a:moveTo>
                    <a:cubicBezTo>
                      <a:pt x="27" y="45"/>
                      <a:pt x="45" y="36"/>
                      <a:pt x="63" y="36"/>
                    </a:cubicBezTo>
                    <a:lnTo>
                      <a:pt x="63" y="36"/>
                    </a:lnTo>
                    <a:cubicBezTo>
                      <a:pt x="81" y="36"/>
                      <a:pt x="90" y="45"/>
                      <a:pt x="90" y="63"/>
                    </a:cubicBezTo>
                    <a:lnTo>
                      <a:pt x="90" y="63"/>
                    </a:lnTo>
                    <a:cubicBezTo>
                      <a:pt x="90" y="81"/>
                      <a:pt x="81" y="99"/>
                      <a:pt x="63" y="99"/>
                    </a:cubicBezTo>
                    <a:lnTo>
                      <a:pt x="63" y="99"/>
                    </a:lnTo>
                    <a:cubicBezTo>
                      <a:pt x="45" y="99"/>
                      <a:pt x="27" y="81"/>
                      <a:pt x="27" y="63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100000">
                    <a:schemeClr val="dk2"/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1" name="Google Shape;581;p32"/>
              <p:cNvSpPr/>
              <p:nvPr/>
            </p:nvSpPr>
            <p:spPr>
              <a:xfrm>
                <a:off x="6694012" y="2575912"/>
                <a:ext cx="5503" cy="5503"/>
              </a:xfrm>
              <a:custGeom>
                <a:rect b="b" l="l" r="r" t="t"/>
                <a:pathLst>
                  <a:path extrusionOk="0" h="126" w="126">
                    <a:moveTo>
                      <a:pt x="1" y="63"/>
                    </a:moveTo>
                    <a:cubicBezTo>
                      <a:pt x="1" y="99"/>
                      <a:pt x="27" y="126"/>
                      <a:pt x="63" y="126"/>
                    </a:cubicBezTo>
                    <a:lnTo>
                      <a:pt x="63" y="126"/>
                    </a:lnTo>
                    <a:cubicBezTo>
                      <a:pt x="99" y="126"/>
                      <a:pt x="126" y="99"/>
                      <a:pt x="126" y="63"/>
                    </a:cubicBezTo>
                    <a:lnTo>
                      <a:pt x="126" y="63"/>
                    </a:lnTo>
                    <a:cubicBezTo>
                      <a:pt x="126" y="28"/>
                      <a:pt x="99" y="1"/>
                      <a:pt x="63" y="1"/>
                    </a:cubicBezTo>
                    <a:lnTo>
                      <a:pt x="63" y="1"/>
                    </a:lnTo>
                    <a:cubicBezTo>
                      <a:pt x="27" y="1"/>
                      <a:pt x="1" y="28"/>
                      <a:pt x="1" y="63"/>
                    </a:cubicBezTo>
                    <a:close/>
                    <a:moveTo>
                      <a:pt x="36" y="63"/>
                    </a:moveTo>
                    <a:cubicBezTo>
                      <a:pt x="36" y="45"/>
                      <a:pt x="45" y="37"/>
                      <a:pt x="63" y="37"/>
                    </a:cubicBezTo>
                    <a:lnTo>
                      <a:pt x="63" y="37"/>
                    </a:lnTo>
                    <a:cubicBezTo>
                      <a:pt x="81" y="37"/>
                      <a:pt x="99" y="45"/>
                      <a:pt x="99" y="63"/>
                    </a:cubicBezTo>
                    <a:lnTo>
                      <a:pt x="99" y="63"/>
                    </a:lnTo>
                    <a:cubicBezTo>
                      <a:pt x="99" y="81"/>
                      <a:pt x="81" y="99"/>
                      <a:pt x="63" y="99"/>
                    </a:cubicBezTo>
                    <a:lnTo>
                      <a:pt x="63" y="99"/>
                    </a:lnTo>
                    <a:cubicBezTo>
                      <a:pt x="45" y="99"/>
                      <a:pt x="36" y="81"/>
                      <a:pt x="36" y="63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100000">
                    <a:schemeClr val="dk2"/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2" name="Google Shape;582;p32"/>
              <p:cNvSpPr/>
              <p:nvPr/>
            </p:nvSpPr>
            <p:spPr>
              <a:xfrm>
                <a:off x="6748167" y="3026706"/>
                <a:ext cx="146172" cy="192508"/>
              </a:xfrm>
              <a:custGeom>
                <a:rect b="b" l="l" r="r" t="t"/>
                <a:pathLst>
                  <a:path extrusionOk="0" h="4408" w="3347">
                    <a:moveTo>
                      <a:pt x="1" y="9"/>
                    </a:moveTo>
                    <a:cubicBezTo>
                      <a:pt x="10" y="366"/>
                      <a:pt x="215" y="750"/>
                      <a:pt x="420" y="964"/>
                    </a:cubicBezTo>
                    <a:lnTo>
                      <a:pt x="420" y="964"/>
                    </a:lnTo>
                    <a:cubicBezTo>
                      <a:pt x="456" y="1009"/>
                      <a:pt x="500" y="1044"/>
                      <a:pt x="536" y="1071"/>
                    </a:cubicBezTo>
                    <a:lnTo>
                      <a:pt x="536" y="1071"/>
                    </a:lnTo>
                    <a:cubicBezTo>
                      <a:pt x="313" y="1187"/>
                      <a:pt x="259" y="1597"/>
                      <a:pt x="304" y="1794"/>
                    </a:cubicBezTo>
                    <a:lnTo>
                      <a:pt x="304" y="1794"/>
                    </a:lnTo>
                    <a:cubicBezTo>
                      <a:pt x="340" y="1945"/>
                      <a:pt x="429" y="2079"/>
                      <a:pt x="509" y="2204"/>
                    </a:cubicBezTo>
                    <a:lnTo>
                      <a:pt x="509" y="2204"/>
                    </a:lnTo>
                    <a:cubicBezTo>
                      <a:pt x="572" y="2293"/>
                      <a:pt x="625" y="2382"/>
                      <a:pt x="670" y="2472"/>
                    </a:cubicBezTo>
                    <a:lnTo>
                      <a:pt x="670" y="2472"/>
                    </a:lnTo>
                    <a:cubicBezTo>
                      <a:pt x="643" y="2489"/>
                      <a:pt x="625" y="2525"/>
                      <a:pt x="625" y="2561"/>
                    </a:cubicBezTo>
                    <a:lnTo>
                      <a:pt x="625" y="2561"/>
                    </a:lnTo>
                    <a:cubicBezTo>
                      <a:pt x="625" y="2632"/>
                      <a:pt x="679" y="2686"/>
                      <a:pt x="750" y="2686"/>
                    </a:cubicBezTo>
                    <a:lnTo>
                      <a:pt x="750" y="2686"/>
                    </a:lnTo>
                    <a:cubicBezTo>
                      <a:pt x="813" y="2686"/>
                      <a:pt x="866" y="2632"/>
                      <a:pt x="866" y="2561"/>
                    </a:cubicBezTo>
                    <a:lnTo>
                      <a:pt x="866" y="2561"/>
                    </a:lnTo>
                    <a:cubicBezTo>
                      <a:pt x="866" y="2498"/>
                      <a:pt x="813" y="2445"/>
                      <a:pt x="750" y="2445"/>
                    </a:cubicBezTo>
                    <a:lnTo>
                      <a:pt x="750" y="2445"/>
                    </a:lnTo>
                    <a:cubicBezTo>
                      <a:pt x="723" y="2445"/>
                      <a:pt x="706" y="2445"/>
                      <a:pt x="697" y="2454"/>
                    </a:cubicBezTo>
                    <a:lnTo>
                      <a:pt x="697" y="2454"/>
                    </a:lnTo>
                    <a:cubicBezTo>
                      <a:pt x="652" y="2365"/>
                      <a:pt x="590" y="2275"/>
                      <a:pt x="536" y="2186"/>
                    </a:cubicBezTo>
                    <a:lnTo>
                      <a:pt x="536" y="2186"/>
                    </a:lnTo>
                    <a:cubicBezTo>
                      <a:pt x="447" y="2061"/>
                      <a:pt x="367" y="1936"/>
                      <a:pt x="331" y="1794"/>
                    </a:cubicBezTo>
                    <a:lnTo>
                      <a:pt x="331" y="1794"/>
                    </a:lnTo>
                    <a:cubicBezTo>
                      <a:pt x="286" y="1571"/>
                      <a:pt x="358" y="1187"/>
                      <a:pt x="563" y="1089"/>
                    </a:cubicBezTo>
                    <a:lnTo>
                      <a:pt x="563" y="1089"/>
                    </a:lnTo>
                    <a:cubicBezTo>
                      <a:pt x="643" y="1151"/>
                      <a:pt x="732" y="1205"/>
                      <a:pt x="813" y="1258"/>
                    </a:cubicBezTo>
                    <a:lnTo>
                      <a:pt x="813" y="1258"/>
                    </a:lnTo>
                    <a:cubicBezTo>
                      <a:pt x="955" y="1339"/>
                      <a:pt x="1098" y="1419"/>
                      <a:pt x="1214" y="1544"/>
                    </a:cubicBezTo>
                    <a:lnTo>
                      <a:pt x="1214" y="1544"/>
                    </a:lnTo>
                    <a:cubicBezTo>
                      <a:pt x="1473" y="1811"/>
                      <a:pt x="1705" y="2115"/>
                      <a:pt x="1883" y="2436"/>
                    </a:cubicBezTo>
                    <a:lnTo>
                      <a:pt x="1883" y="2436"/>
                    </a:lnTo>
                    <a:cubicBezTo>
                      <a:pt x="1883" y="2436"/>
                      <a:pt x="1883" y="2436"/>
                      <a:pt x="1883" y="2436"/>
                    </a:cubicBezTo>
                    <a:lnTo>
                      <a:pt x="1883" y="2436"/>
                    </a:lnTo>
                    <a:cubicBezTo>
                      <a:pt x="1883" y="2445"/>
                      <a:pt x="1892" y="2454"/>
                      <a:pt x="1892" y="2454"/>
                    </a:cubicBezTo>
                    <a:lnTo>
                      <a:pt x="1892" y="2454"/>
                    </a:lnTo>
                    <a:cubicBezTo>
                      <a:pt x="2017" y="2668"/>
                      <a:pt x="2124" y="2891"/>
                      <a:pt x="2204" y="3114"/>
                    </a:cubicBezTo>
                    <a:lnTo>
                      <a:pt x="2204" y="3114"/>
                    </a:lnTo>
                    <a:cubicBezTo>
                      <a:pt x="2347" y="3497"/>
                      <a:pt x="2499" y="3952"/>
                      <a:pt x="2570" y="4399"/>
                    </a:cubicBezTo>
                    <a:lnTo>
                      <a:pt x="2570" y="4399"/>
                    </a:lnTo>
                    <a:cubicBezTo>
                      <a:pt x="2570" y="4407"/>
                      <a:pt x="2579" y="4407"/>
                      <a:pt x="2588" y="4407"/>
                    </a:cubicBezTo>
                    <a:lnTo>
                      <a:pt x="2588" y="4407"/>
                    </a:lnTo>
                    <a:lnTo>
                      <a:pt x="2588" y="4407"/>
                    </a:lnTo>
                    <a:lnTo>
                      <a:pt x="2588" y="4407"/>
                    </a:lnTo>
                    <a:cubicBezTo>
                      <a:pt x="2597" y="4407"/>
                      <a:pt x="2606" y="4399"/>
                      <a:pt x="2597" y="4390"/>
                    </a:cubicBezTo>
                    <a:lnTo>
                      <a:pt x="2597" y="4390"/>
                    </a:lnTo>
                    <a:cubicBezTo>
                      <a:pt x="2525" y="3944"/>
                      <a:pt x="2374" y="3489"/>
                      <a:pt x="2231" y="3105"/>
                    </a:cubicBezTo>
                    <a:lnTo>
                      <a:pt x="2231" y="3105"/>
                    </a:lnTo>
                    <a:cubicBezTo>
                      <a:pt x="2151" y="2882"/>
                      <a:pt x="2053" y="2668"/>
                      <a:pt x="1928" y="2454"/>
                    </a:cubicBezTo>
                    <a:lnTo>
                      <a:pt x="1928" y="2454"/>
                    </a:lnTo>
                    <a:cubicBezTo>
                      <a:pt x="1981" y="2454"/>
                      <a:pt x="2035" y="2445"/>
                      <a:pt x="2088" y="2436"/>
                    </a:cubicBezTo>
                    <a:lnTo>
                      <a:pt x="2088" y="2436"/>
                    </a:lnTo>
                    <a:cubicBezTo>
                      <a:pt x="2186" y="2418"/>
                      <a:pt x="2285" y="2400"/>
                      <a:pt x="2392" y="2427"/>
                    </a:cubicBezTo>
                    <a:lnTo>
                      <a:pt x="2392" y="2427"/>
                    </a:lnTo>
                    <a:cubicBezTo>
                      <a:pt x="2516" y="2463"/>
                      <a:pt x="2641" y="2543"/>
                      <a:pt x="2748" y="2668"/>
                    </a:cubicBezTo>
                    <a:lnTo>
                      <a:pt x="2748" y="2668"/>
                    </a:lnTo>
                    <a:cubicBezTo>
                      <a:pt x="2918" y="2864"/>
                      <a:pt x="3096" y="3105"/>
                      <a:pt x="3186" y="3346"/>
                    </a:cubicBezTo>
                    <a:lnTo>
                      <a:pt x="3186" y="3346"/>
                    </a:lnTo>
                    <a:cubicBezTo>
                      <a:pt x="3141" y="3364"/>
                      <a:pt x="3105" y="3408"/>
                      <a:pt x="3105" y="3462"/>
                    </a:cubicBezTo>
                    <a:lnTo>
                      <a:pt x="3105" y="3462"/>
                    </a:lnTo>
                    <a:cubicBezTo>
                      <a:pt x="3105" y="3524"/>
                      <a:pt x="3159" y="3578"/>
                      <a:pt x="3230" y="3578"/>
                    </a:cubicBezTo>
                    <a:lnTo>
                      <a:pt x="3230" y="3578"/>
                    </a:lnTo>
                    <a:cubicBezTo>
                      <a:pt x="3293" y="3578"/>
                      <a:pt x="3346" y="3524"/>
                      <a:pt x="3346" y="3462"/>
                    </a:cubicBezTo>
                    <a:lnTo>
                      <a:pt x="3346" y="3462"/>
                    </a:lnTo>
                    <a:cubicBezTo>
                      <a:pt x="3346" y="3390"/>
                      <a:pt x="3293" y="3337"/>
                      <a:pt x="3230" y="3337"/>
                    </a:cubicBezTo>
                    <a:lnTo>
                      <a:pt x="3230" y="3337"/>
                    </a:lnTo>
                    <a:cubicBezTo>
                      <a:pt x="3221" y="3337"/>
                      <a:pt x="3212" y="3337"/>
                      <a:pt x="3212" y="3337"/>
                    </a:cubicBezTo>
                    <a:lnTo>
                      <a:pt x="3212" y="3337"/>
                    </a:lnTo>
                    <a:cubicBezTo>
                      <a:pt x="3123" y="3087"/>
                      <a:pt x="2936" y="2855"/>
                      <a:pt x="2766" y="2650"/>
                    </a:cubicBezTo>
                    <a:lnTo>
                      <a:pt x="2766" y="2650"/>
                    </a:lnTo>
                    <a:cubicBezTo>
                      <a:pt x="2659" y="2525"/>
                      <a:pt x="2534" y="2436"/>
                      <a:pt x="2401" y="2400"/>
                    </a:cubicBezTo>
                    <a:lnTo>
                      <a:pt x="2401" y="2400"/>
                    </a:lnTo>
                    <a:cubicBezTo>
                      <a:pt x="2285" y="2373"/>
                      <a:pt x="2177" y="2391"/>
                      <a:pt x="2079" y="2400"/>
                    </a:cubicBezTo>
                    <a:lnTo>
                      <a:pt x="2079" y="2400"/>
                    </a:lnTo>
                    <a:cubicBezTo>
                      <a:pt x="2026" y="2409"/>
                      <a:pt x="1972" y="2418"/>
                      <a:pt x="1910" y="2427"/>
                    </a:cubicBezTo>
                    <a:lnTo>
                      <a:pt x="1910" y="2427"/>
                    </a:lnTo>
                    <a:cubicBezTo>
                      <a:pt x="1723" y="2106"/>
                      <a:pt x="1491" y="1794"/>
                      <a:pt x="1232" y="1526"/>
                    </a:cubicBezTo>
                    <a:lnTo>
                      <a:pt x="1232" y="1526"/>
                    </a:lnTo>
                    <a:cubicBezTo>
                      <a:pt x="1116" y="1401"/>
                      <a:pt x="973" y="1312"/>
                      <a:pt x="830" y="1232"/>
                    </a:cubicBezTo>
                    <a:lnTo>
                      <a:pt x="830" y="1232"/>
                    </a:lnTo>
                    <a:cubicBezTo>
                      <a:pt x="741" y="1178"/>
                      <a:pt x="661" y="1125"/>
                      <a:pt x="581" y="1071"/>
                    </a:cubicBezTo>
                    <a:lnTo>
                      <a:pt x="581" y="1071"/>
                    </a:lnTo>
                    <a:cubicBezTo>
                      <a:pt x="581" y="1071"/>
                      <a:pt x="581" y="1071"/>
                      <a:pt x="581" y="1071"/>
                    </a:cubicBezTo>
                    <a:lnTo>
                      <a:pt x="581" y="1071"/>
                    </a:lnTo>
                    <a:cubicBezTo>
                      <a:pt x="581" y="1062"/>
                      <a:pt x="572" y="1062"/>
                      <a:pt x="572" y="1062"/>
                    </a:cubicBezTo>
                    <a:lnTo>
                      <a:pt x="572" y="1062"/>
                    </a:lnTo>
                    <a:cubicBezTo>
                      <a:pt x="527" y="1026"/>
                      <a:pt x="482" y="991"/>
                      <a:pt x="438" y="946"/>
                    </a:cubicBezTo>
                    <a:lnTo>
                      <a:pt x="438" y="946"/>
                    </a:lnTo>
                    <a:cubicBezTo>
                      <a:pt x="242" y="732"/>
                      <a:pt x="36" y="357"/>
                      <a:pt x="36" y="9"/>
                    </a:cubicBezTo>
                    <a:lnTo>
                      <a:pt x="36" y="9"/>
                    </a:lnTo>
                    <a:cubicBezTo>
                      <a:pt x="36" y="0"/>
                      <a:pt x="28" y="0"/>
                      <a:pt x="19" y="0"/>
                    </a:cubicBezTo>
                    <a:lnTo>
                      <a:pt x="19" y="0"/>
                    </a:lnTo>
                    <a:cubicBezTo>
                      <a:pt x="10" y="0"/>
                      <a:pt x="1" y="0"/>
                      <a:pt x="1" y="9"/>
                    </a:cubicBezTo>
                    <a:moveTo>
                      <a:pt x="652" y="2561"/>
                    </a:moveTo>
                    <a:cubicBezTo>
                      <a:pt x="652" y="2507"/>
                      <a:pt x="697" y="2472"/>
                      <a:pt x="750" y="2472"/>
                    </a:cubicBezTo>
                    <a:lnTo>
                      <a:pt x="750" y="2472"/>
                    </a:lnTo>
                    <a:cubicBezTo>
                      <a:pt x="795" y="2472"/>
                      <a:pt x="839" y="2507"/>
                      <a:pt x="839" y="2561"/>
                    </a:cubicBezTo>
                    <a:lnTo>
                      <a:pt x="839" y="2561"/>
                    </a:lnTo>
                    <a:cubicBezTo>
                      <a:pt x="839" y="2614"/>
                      <a:pt x="795" y="2650"/>
                      <a:pt x="750" y="2650"/>
                    </a:cubicBezTo>
                    <a:lnTo>
                      <a:pt x="750" y="2650"/>
                    </a:lnTo>
                    <a:cubicBezTo>
                      <a:pt x="697" y="2650"/>
                      <a:pt x="652" y="2614"/>
                      <a:pt x="652" y="2561"/>
                    </a:cubicBezTo>
                    <a:close/>
                    <a:moveTo>
                      <a:pt x="3132" y="3462"/>
                    </a:moveTo>
                    <a:cubicBezTo>
                      <a:pt x="3132" y="3408"/>
                      <a:pt x="3177" y="3364"/>
                      <a:pt x="3230" y="3364"/>
                    </a:cubicBezTo>
                    <a:lnTo>
                      <a:pt x="3230" y="3364"/>
                    </a:lnTo>
                    <a:cubicBezTo>
                      <a:pt x="3275" y="3364"/>
                      <a:pt x="3319" y="3408"/>
                      <a:pt x="3319" y="3462"/>
                    </a:cubicBezTo>
                    <a:lnTo>
                      <a:pt x="3319" y="3462"/>
                    </a:lnTo>
                    <a:cubicBezTo>
                      <a:pt x="3319" y="3506"/>
                      <a:pt x="3275" y="3551"/>
                      <a:pt x="3230" y="3551"/>
                    </a:cubicBezTo>
                    <a:lnTo>
                      <a:pt x="3230" y="3551"/>
                    </a:lnTo>
                    <a:cubicBezTo>
                      <a:pt x="3177" y="3551"/>
                      <a:pt x="3132" y="3506"/>
                      <a:pt x="3132" y="3462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100000">
                    <a:schemeClr val="dk2"/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3" name="Google Shape;583;p32"/>
              <p:cNvSpPr/>
              <p:nvPr/>
            </p:nvSpPr>
            <p:spPr>
              <a:xfrm>
                <a:off x="6613391" y="3026313"/>
                <a:ext cx="34720" cy="235744"/>
              </a:xfrm>
              <a:custGeom>
                <a:rect b="b" l="l" r="r" t="t"/>
                <a:pathLst>
                  <a:path extrusionOk="0" h="5398" w="795">
                    <a:moveTo>
                      <a:pt x="187" y="9"/>
                    </a:moveTo>
                    <a:cubicBezTo>
                      <a:pt x="178" y="9"/>
                      <a:pt x="178" y="18"/>
                      <a:pt x="178" y="18"/>
                    </a:cubicBezTo>
                    <a:lnTo>
                      <a:pt x="178" y="18"/>
                    </a:lnTo>
                    <a:cubicBezTo>
                      <a:pt x="223" y="259"/>
                      <a:pt x="196" y="500"/>
                      <a:pt x="178" y="732"/>
                    </a:cubicBezTo>
                    <a:lnTo>
                      <a:pt x="178" y="732"/>
                    </a:lnTo>
                    <a:cubicBezTo>
                      <a:pt x="170" y="866"/>
                      <a:pt x="152" y="1009"/>
                      <a:pt x="152" y="1151"/>
                    </a:cubicBezTo>
                    <a:lnTo>
                      <a:pt x="152" y="1151"/>
                    </a:lnTo>
                    <a:cubicBezTo>
                      <a:pt x="152" y="1348"/>
                      <a:pt x="170" y="1481"/>
                      <a:pt x="286" y="1660"/>
                    </a:cubicBezTo>
                    <a:lnTo>
                      <a:pt x="286" y="1660"/>
                    </a:lnTo>
                    <a:lnTo>
                      <a:pt x="294" y="1678"/>
                    </a:lnTo>
                    <a:cubicBezTo>
                      <a:pt x="384" y="1820"/>
                      <a:pt x="464" y="1954"/>
                      <a:pt x="509" y="2106"/>
                    </a:cubicBezTo>
                    <a:lnTo>
                      <a:pt x="509" y="2106"/>
                    </a:lnTo>
                    <a:cubicBezTo>
                      <a:pt x="625" y="2490"/>
                      <a:pt x="660" y="2882"/>
                      <a:pt x="660" y="3266"/>
                    </a:cubicBezTo>
                    <a:lnTo>
                      <a:pt x="660" y="3266"/>
                    </a:lnTo>
                    <a:cubicBezTo>
                      <a:pt x="598" y="3266"/>
                      <a:pt x="544" y="3283"/>
                      <a:pt x="491" y="3319"/>
                    </a:cubicBezTo>
                    <a:lnTo>
                      <a:pt x="491" y="3319"/>
                    </a:lnTo>
                    <a:cubicBezTo>
                      <a:pt x="259" y="3498"/>
                      <a:pt x="134" y="4077"/>
                      <a:pt x="116" y="4247"/>
                    </a:cubicBezTo>
                    <a:lnTo>
                      <a:pt x="116" y="4247"/>
                    </a:lnTo>
                    <a:cubicBezTo>
                      <a:pt x="54" y="4256"/>
                      <a:pt x="0" y="4309"/>
                      <a:pt x="0" y="4372"/>
                    </a:cubicBezTo>
                    <a:lnTo>
                      <a:pt x="0" y="4372"/>
                    </a:lnTo>
                    <a:cubicBezTo>
                      <a:pt x="0" y="4443"/>
                      <a:pt x="63" y="4497"/>
                      <a:pt x="134" y="4497"/>
                    </a:cubicBezTo>
                    <a:lnTo>
                      <a:pt x="134" y="4497"/>
                    </a:lnTo>
                    <a:cubicBezTo>
                      <a:pt x="205" y="4497"/>
                      <a:pt x="268" y="4443"/>
                      <a:pt x="268" y="4372"/>
                    </a:cubicBezTo>
                    <a:lnTo>
                      <a:pt x="268" y="4372"/>
                    </a:lnTo>
                    <a:cubicBezTo>
                      <a:pt x="268" y="4309"/>
                      <a:pt x="214" y="4256"/>
                      <a:pt x="152" y="4247"/>
                    </a:cubicBezTo>
                    <a:lnTo>
                      <a:pt x="152" y="4247"/>
                    </a:lnTo>
                    <a:cubicBezTo>
                      <a:pt x="161" y="4077"/>
                      <a:pt x="286" y="3515"/>
                      <a:pt x="509" y="3346"/>
                    </a:cubicBezTo>
                    <a:lnTo>
                      <a:pt x="509" y="3346"/>
                    </a:lnTo>
                    <a:cubicBezTo>
                      <a:pt x="562" y="3310"/>
                      <a:pt x="607" y="3292"/>
                      <a:pt x="651" y="3301"/>
                    </a:cubicBezTo>
                    <a:lnTo>
                      <a:pt x="651" y="3301"/>
                    </a:lnTo>
                    <a:cubicBezTo>
                      <a:pt x="642" y="3783"/>
                      <a:pt x="571" y="4265"/>
                      <a:pt x="491" y="4729"/>
                    </a:cubicBezTo>
                    <a:lnTo>
                      <a:pt x="491" y="4729"/>
                    </a:lnTo>
                    <a:cubicBezTo>
                      <a:pt x="491" y="4782"/>
                      <a:pt x="482" y="4827"/>
                      <a:pt x="473" y="4880"/>
                    </a:cubicBezTo>
                    <a:lnTo>
                      <a:pt x="473" y="4880"/>
                    </a:lnTo>
                    <a:cubicBezTo>
                      <a:pt x="446" y="5050"/>
                      <a:pt x="419" y="5237"/>
                      <a:pt x="357" y="5371"/>
                    </a:cubicBezTo>
                    <a:lnTo>
                      <a:pt x="357" y="5371"/>
                    </a:lnTo>
                    <a:cubicBezTo>
                      <a:pt x="357" y="5380"/>
                      <a:pt x="357" y="5389"/>
                      <a:pt x="366" y="5389"/>
                    </a:cubicBezTo>
                    <a:lnTo>
                      <a:pt x="366" y="5389"/>
                    </a:lnTo>
                    <a:cubicBezTo>
                      <a:pt x="366" y="5398"/>
                      <a:pt x="366" y="5398"/>
                      <a:pt x="375" y="5398"/>
                    </a:cubicBezTo>
                    <a:lnTo>
                      <a:pt x="375" y="5398"/>
                    </a:lnTo>
                    <a:cubicBezTo>
                      <a:pt x="375" y="5398"/>
                      <a:pt x="384" y="5389"/>
                      <a:pt x="384" y="5389"/>
                    </a:cubicBezTo>
                    <a:lnTo>
                      <a:pt x="384" y="5389"/>
                    </a:lnTo>
                    <a:cubicBezTo>
                      <a:pt x="455" y="5246"/>
                      <a:pt x="482" y="5059"/>
                      <a:pt x="500" y="4889"/>
                    </a:cubicBezTo>
                    <a:lnTo>
                      <a:pt x="500" y="4889"/>
                    </a:lnTo>
                    <a:cubicBezTo>
                      <a:pt x="509" y="4836"/>
                      <a:pt x="517" y="4782"/>
                      <a:pt x="526" y="4738"/>
                    </a:cubicBezTo>
                    <a:lnTo>
                      <a:pt x="526" y="4738"/>
                    </a:lnTo>
                    <a:cubicBezTo>
                      <a:pt x="669" y="3881"/>
                      <a:pt x="794" y="2971"/>
                      <a:pt x="544" y="2097"/>
                    </a:cubicBezTo>
                    <a:lnTo>
                      <a:pt x="544" y="2097"/>
                    </a:lnTo>
                    <a:cubicBezTo>
                      <a:pt x="500" y="1945"/>
                      <a:pt x="410" y="1812"/>
                      <a:pt x="321" y="1669"/>
                    </a:cubicBezTo>
                    <a:lnTo>
                      <a:pt x="321" y="1669"/>
                    </a:lnTo>
                    <a:lnTo>
                      <a:pt x="312" y="1642"/>
                    </a:lnTo>
                    <a:cubicBezTo>
                      <a:pt x="205" y="1473"/>
                      <a:pt x="187" y="1348"/>
                      <a:pt x="187" y="1151"/>
                    </a:cubicBezTo>
                    <a:lnTo>
                      <a:pt x="187" y="1151"/>
                    </a:lnTo>
                    <a:cubicBezTo>
                      <a:pt x="187" y="1009"/>
                      <a:pt x="196" y="866"/>
                      <a:pt x="214" y="732"/>
                    </a:cubicBezTo>
                    <a:lnTo>
                      <a:pt x="214" y="732"/>
                    </a:lnTo>
                    <a:cubicBezTo>
                      <a:pt x="232" y="500"/>
                      <a:pt x="250" y="259"/>
                      <a:pt x="205" y="18"/>
                    </a:cubicBezTo>
                    <a:lnTo>
                      <a:pt x="205" y="18"/>
                    </a:lnTo>
                    <a:cubicBezTo>
                      <a:pt x="205" y="9"/>
                      <a:pt x="205" y="1"/>
                      <a:pt x="196" y="1"/>
                    </a:cubicBezTo>
                    <a:lnTo>
                      <a:pt x="196" y="1"/>
                    </a:lnTo>
                    <a:cubicBezTo>
                      <a:pt x="187" y="1"/>
                      <a:pt x="187" y="1"/>
                      <a:pt x="187" y="9"/>
                    </a:cubicBezTo>
                    <a:moveTo>
                      <a:pt x="36" y="4372"/>
                    </a:moveTo>
                    <a:cubicBezTo>
                      <a:pt x="36" y="4318"/>
                      <a:pt x="80" y="4274"/>
                      <a:pt x="134" y="4274"/>
                    </a:cubicBezTo>
                    <a:lnTo>
                      <a:pt x="134" y="4274"/>
                    </a:lnTo>
                    <a:cubicBezTo>
                      <a:pt x="187" y="4274"/>
                      <a:pt x="232" y="4318"/>
                      <a:pt x="232" y="4372"/>
                    </a:cubicBezTo>
                    <a:lnTo>
                      <a:pt x="232" y="4372"/>
                    </a:lnTo>
                    <a:cubicBezTo>
                      <a:pt x="232" y="4425"/>
                      <a:pt x="187" y="4470"/>
                      <a:pt x="134" y="4470"/>
                    </a:cubicBezTo>
                    <a:lnTo>
                      <a:pt x="134" y="4470"/>
                    </a:lnTo>
                    <a:cubicBezTo>
                      <a:pt x="80" y="4470"/>
                      <a:pt x="36" y="4425"/>
                      <a:pt x="36" y="4372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100000">
                    <a:schemeClr val="dk2"/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4" name="Google Shape;584;p32"/>
              <p:cNvSpPr/>
              <p:nvPr/>
            </p:nvSpPr>
            <p:spPr>
              <a:xfrm>
                <a:off x="6416600" y="3002948"/>
                <a:ext cx="113068" cy="118877"/>
              </a:xfrm>
              <a:custGeom>
                <a:rect b="b" l="l" r="r" t="t"/>
                <a:pathLst>
                  <a:path extrusionOk="0" h="2722" w="2589">
                    <a:moveTo>
                      <a:pt x="1107" y="892"/>
                    </a:moveTo>
                    <a:cubicBezTo>
                      <a:pt x="929" y="821"/>
                      <a:pt x="697" y="866"/>
                      <a:pt x="483" y="1008"/>
                    </a:cubicBezTo>
                    <a:lnTo>
                      <a:pt x="483" y="1008"/>
                    </a:lnTo>
                    <a:cubicBezTo>
                      <a:pt x="251" y="1160"/>
                      <a:pt x="117" y="1383"/>
                      <a:pt x="117" y="1588"/>
                    </a:cubicBezTo>
                    <a:lnTo>
                      <a:pt x="117" y="1588"/>
                    </a:lnTo>
                    <a:cubicBezTo>
                      <a:pt x="54" y="1597"/>
                      <a:pt x="1" y="1660"/>
                      <a:pt x="1" y="1722"/>
                    </a:cubicBezTo>
                    <a:lnTo>
                      <a:pt x="1" y="1722"/>
                    </a:lnTo>
                    <a:cubicBezTo>
                      <a:pt x="1" y="1793"/>
                      <a:pt x="63" y="1856"/>
                      <a:pt x="135" y="1856"/>
                    </a:cubicBezTo>
                    <a:lnTo>
                      <a:pt x="135" y="1856"/>
                    </a:lnTo>
                    <a:cubicBezTo>
                      <a:pt x="206" y="1856"/>
                      <a:pt x="269" y="1793"/>
                      <a:pt x="269" y="1722"/>
                    </a:cubicBezTo>
                    <a:lnTo>
                      <a:pt x="269" y="1722"/>
                    </a:lnTo>
                    <a:cubicBezTo>
                      <a:pt x="269" y="1660"/>
                      <a:pt x="215" y="1597"/>
                      <a:pt x="153" y="1588"/>
                    </a:cubicBezTo>
                    <a:lnTo>
                      <a:pt x="153" y="1588"/>
                    </a:lnTo>
                    <a:cubicBezTo>
                      <a:pt x="153" y="1401"/>
                      <a:pt x="286" y="1178"/>
                      <a:pt x="501" y="1035"/>
                    </a:cubicBezTo>
                    <a:lnTo>
                      <a:pt x="501" y="1035"/>
                    </a:lnTo>
                    <a:cubicBezTo>
                      <a:pt x="697" y="892"/>
                      <a:pt x="929" y="857"/>
                      <a:pt x="1089" y="919"/>
                    </a:cubicBezTo>
                    <a:lnTo>
                      <a:pt x="1089" y="919"/>
                    </a:lnTo>
                    <a:cubicBezTo>
                      <a:pt x="1054" y="999"/>
                      <a:pt x="1018" y="1089"/>
                      <a:pt x="1000" y="1178"/>
                    </a:cubicBezTo>
                    <a:lnTo>
                      <a:pt x="1000" y="1178"/>
                    </a:lnTo>
                    <a:cubicBezTo>
                      <a:pt x="902" y="1553"/>
                      <a:pt x="911" y="1963"/>
                      <a:pt x="920" y="2364"/>
                    </a:cubicBezTo>
                    <a:lnTo>
                      <a:pt x="920" y="2364"/>
                    </a:lnTo>
                    <a:cubicBezTo>
                      <a:pt x="920" y="2480"/>
                      <a:pt x="920" y="2596"/>
                      <a:pt x="920" y="2712"/>
                    </a:cubicBezTo>
                    <a:lnTo>
                      <a:pt x="920" y="2712"/>
                    </a:lnTo>
                    <a:cubicBezTo>
                      <a:pt x="920" y="2721"/>
                      <a:pt x="929" y="2721"/>
                      <a:pt x="938" y="2721"/>
                    </a:cubicBezTo>
                    <a:lnTo>
                      <a:pt x="938" y="2721"/>
                    </a:lnTo>
                    <a:cubicBezTo>
                      <a:pt x="947" y="2721"/>
                      <a:pt x="955" y="2721"/>
                      <a:pt x="955" y="2712"/>
                    </a:cubicBezTo>
                    <a:lnTo>
                      <a:pt x="955" y="2712"/>
                    </a:lnTo>
                    <a:cubicBezTo>
                      <a:pt x="955" y="2596"/>
                      <a:pt x="955" y="2480"/>
                      <a:pt x="947" y="2364"/>
                    </a:cubicBezTo>
                    <a:lnTo>
                      <a:pt x="947" y="2364"/>
                    </a:lnTo>
                    <a:cubicBezTo>
                      <a:pt x="938" y="1963"/>
                      <a:pt x="929" y="1553"/>
                      <a:pt x="1027" y="1187"/>
                    </a:cubicBezTo>
                    <a:lnTo>
                      <a:pt x="1027" y="1187"/>
                    </a:lnTo>
                    <a:cubicBezTo>
                      <a:pt x="1054" y="1089"/>
                      <a:pt x="1089" y="999"/>
                      <a:pt x="1125" y="919"/>
                    </a:cubicBezTo>
                    <a:lnTo>
                      <a:pt x="1125" y="919"/>
                    </a:lnTo>
                    <a:cubicBezTo>
                      <a:pt x="1134" y="919"/>
                      <a:pt x="1134" y="919"/>
                      <a:pt x="1134" y="910"/>
                    </a:cubicBezTo>
                    <a:lnTo>
                      <a:pt x="1134" y="910"/>
                    </a:lnTo>
                    <a:cubicBezTo>
                      <a:pt x="1134" y="910"/>
                      <a:pt x="1134" y="910"/>
                      <a:pt x="1134" y="910"/>
                    </a:cubicBezTo>
                    <a:lnTo>
                      <a:pt x="1134" y="910"/>
                    </a:lnTo>
                    <a:cubicBezTo>
                      <a:pt x="1393" y="402"/>
                      <a:pt x="1972" y="36"/>
                      <a:pt x="2579" y="36"/>
                    </a:cubicBezTo>
                    <a:lnTo>
                      <a:pt x="2579" y="36"/>
                    </a:lnTo>
                    <a:cubicBezTo>
                      <a:pt x="2588" y="36"/>
                      <a:pt x="2588" y="27"/>
                      <a:pt x="2588" y="18"/>
                    </a:cubicBezTo>
                    <a:lnTo>
                      <a:pt x="2588" y="18"/>
                    </a:lnTo>
                    <a:cubicBezTo>
                      <a:pt x="2588" y="9"/>
                      <a:pt x="2588" y="0"/>
                      <a:pt x="2579" y="0"/>
                    </a:cubicBezTo>
                    <a:lnTo>
                      <a:pt x="2579" y="0"/>
                    </a:lnTo>
                    <a:cubicBezTo>
                      <a:pt x="1964" y="0"/>
                      <a:pt x="1375" y="375"/>
                      <a:pt x="1107" y="892"/>
                    </a:cubicBezTo>
                    <a:close/>
                    <a:moveTo>
                      <a:pt x="37" y="1722"/>
                    </a:moveTo>
                    <a:cubicBezTo>
                      <a:pt x="37" y="1669"/>
                      <a:pt x="81" y="1624"/>
                      <a:pt x="135" y="1624"/>
                    </a:cubicBezTo>
                    <a:lnTo>
                      <a:pt x="135" y="1624"/>
                    </a:lnTo>
                    <a:cubicBezTo>
                      <a:pt x="188" y="1624"/>
                      <a:pt x="233" y="1669"/>
                      <a:pt x="233" y="1722"/>
                    </a:cubicBezTo>
                    <a:lnTo>
                      <a:pt x="233" y="1722"/>
                    </a:lnTo>
                    <a:cubicBezTo>
                      <a:pt x="233" y="1776"/>
                      <a:pt x="188" y="1829"/>
                      <a:pt x="135" y="1829"/>
                    </a:cubicBezTo>
                    <a:lnTo>
                      <a:pt x="135" y="1829"/>
                    </a:lnTo>
                    <a:cubicBezTo>
                      <a:pt x="81" y="1829"/>
                      <a:pt x="37" y="1776"/>
                      <a:pt x="37" y="1722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100000">
                    <a:schemeClr val="dk2"/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5" name="Google Shape;585;p32"/>
              <p:cNvSpPr/>
              <p:nvPr/>
            </p:nvSpPr>
            <p:spPr>
              <a:xfrm>
                <a:off x="6431405" y="3217995"/>
                <a:ext cx="11748" cy="67081"/>
              </a:xfrm>
              <a:custGeom>
                <a:rect b="b" l="l" r="r" t="t"/>
                <a:pathLst>
                  <a:path extrusionOk="0" h="1536" w="269">
                    <a:moveTo>
                      <a:pt x="206" y="10"/>
                    </a:moveTo>
                    <a:cubicBezTo>
                      <a:pt x="206" y="108"/>
                      <a:pt x="206" y="197"/>
                      <a:pt x="215" y="295"/>
                    </a:cubicBezTo>
                    <a:lnTo>
                      <a:pt x="215" y="295"/>
                    </a:lnTo>
                    <a:cubicBezTo>
                      <a:pt x="224" y="723"/>
                      <a:pt x="242" y="1169"/>
                      <a:pt x="10" y="1508"/>
                    </a:cubicBezTo>
                    <a:lnTo>
                      <a:pt x="10" y="1508"/>
                    </a:lnTo>
                    <a:cubicBezTo>
                      <a:pt x="1" y="1517"/>
                      <a:pt x="1" y="1526"/>
                      <a:pt x="10" y="1535"/>
                    </a:cubicBezTo>
                    <a:lnTo>
                      <a:pt x="10" y="1535"/>
                    </a:lnTo>
                    <a:cubicBezTo>
                      <a:pt x="10" y="1535"/>
                      <a:pt x="19" y="1535"/>
                      <a:pt x="19" y="1535"/>
                    </a:cubicBezTo>
                    <a:lnTo>
                      <a:pt x="19" y="1535"/>
                    </a:lnTo>
                    <a:cubicBezTo>
                      <a:pt x="28" y="1535"/>
                      <a:pt x="28" y="1535"/>
                      <a:pt x="37" y="1526"/>
                    </a:cubicBezTo>
                    <a:lnTo>
                      <a:pt x="37" y="1526"/>
                    </a:lnTo>
                    <a:cubicBezTo>
                      <a:pt x="269" y="1178"/>
                      <a:pt x="260" y="732"/>
                      <a:pt x="242" y="295"/>
                    </a:cubicBezTo>
                    <a:lnTo>
                      <a:pt x="242" y="295"/>
                    </a:lnTo>
                    <a:cubicBezTo>
                      <a:pt x="242" y="197"/>
                      <a:pt x="233" y="108"/>
                      <a:pt x="233" y="10"/>
                    </a:cubicBezTo>
                    <a:lnTo>
                      <a:pt x="233" y="10"/>
                    </a:lnTo>
                    <a:cubicBezTo>
                      <a:pt x="233" y="1"/>
                      <a:pt x="233" y="1"/>
                      <a:pt x="224" y="1"/>
                    </a:cubicBezTo>
                    <a:lnTo>
                      <a:pt x="224" y="1"/>
                    </a:lnTo>
                    <a:cubicBezTo>
                      <a:pt x="215" y="1"/>
                      <a:pt x="206" y="1"/>
                      <a:pt x="206" y="10"/>
                    </a:cubicBezTo>
                  </a:path>
                </a:pathLst>
              </a:custGeom>
              <a:gradFill>
                <a:gsLst>
                  <a:gs pos="0">
                    <a:schemeClr val="dk1"/>
                  </a:gs>
                  <a:gs pos="100000">
                    <a:schemeClr val="dk2"/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6" name="Google Shape;586;p32"/>
              <p:cNvSpPr/>
              <p:nvPr/>
            </p:nvSpPr>
            <p:spPr>
              <a:xfrm>
                <a:off x="6893512" y="3025527"/>
                <a:ext cx="74069" cy="90839"/>
              </a:xfrm>
              <a:custGeom>
                <a:rect b="b" l="l" r="r" t="t"/>
                <a:pathLst>
                  <a:path extrusionOk="0" h="2080" w="1696">
                    <a:moveTo>
                      <a:pt x="785" y="27"/>
                    </a:moveTo>
                    <a:cubicBezTo>
                      <a:pt x="750" y="63"/>
                      <a:pt x="750" y="126"/>
                      <a:pt x="785" y="161"/>
                    </a:cubicBezTo>
                    <a:lnTo>
                      <a:pt x="785" y="161"/>
                    </a:lnTo>
                    <a:cubicBezTo>
                      <a:pt x="803" y="179"/>
                      <a:pt x="821" y="188"/>
                      <a:pt x="848" y="188"/>
                    </a:cubicBezTo>
                    <a:lnTo>
                      <a:pt x="848" y="188"/>
                    </a:lnTo>
                    <a:cubicBezTo>
                      <a:pt x="857" y="188"/>
                      <a:pt x="866" y="188"/>
                      <a:pt x="875" y="188"/>
                    </a:cubicBezTo>
                    <a:lnTo>
                      <a:pt x="875" y="188"/>
                    </a:lnTo>
                    <a:cubicBezTo>
                      <a:pt x="883" y="215"/>
                      <a:pt x="892" y="233"/>
                      <a:pt x="910" y="259"/>
                    </a:cubicBezTo>
                    <a:lnTo>
                      <a:pt x="910" y="259"/>
                    </a:lnTo>
                    <a:cubicBezTo>
                      <a:pt x="955" y="358"/>
                      <a:pt x="999" y="447"/>
                      <a:pt x="982" y="572"/>
                    </a:cubicBezTo>
                    <a:lnTo>
                      <a:pt x="982" y="572"/>
                    </a:lnTo>
                    <a:cubicBezTo>
                      <a:pt x="973" y="688"/>
                      <a:pt x="919" y="732"/>
                      <a:pt x="839" y="804"/>
                    </a:cubicBezTo>
                    <a:lnTo>
                      <a:pt x="839" y="804"/>
                    </a:lnTo>
                    <a:lnTo>
                      <a:pt x="812" y="821"/>
                    </a:lnTo>
                    <a:cubicBezTo>
                      <a:pt x="812" y="821"/>
                      <a:pt x="812" y="830"/>
                      <a:pt x="812" y="830"/>
                    </a:cubicBezTo>
                    <a:lnTo>
                      <a:pt x="812" y="830"/>
                    </a:lnTo>
                    <a:cubicBezTo>
                      <a:pt x="607" y="643"/>
                      <a:pt x="339" y="429"/>
                      <a:pt x="241" y="366"/>
                    </a:cubicBezTo>
                    <a:lnTo>
                      <a:pt x="241" y="366"/>
                    </a:lnTo>
                    <a:cubicBezTo>
                      <a:pt x="277" y="313"/>
                      <a:pt x="268" y="250"/>
                      <a:pt x="223" y="206"/>
                    </a:cubicBezTo>
                    <a:lnTo>
                      <a:pt x="223" y="206"/>
                    </a:lnTo>
                    <a:cubicBezTo>
                      <a:pt x="197" y="179"/>
                      <a:pt x="170" y="161"/>
                      <a:pt x="134" y="161"/>
                    </a:cubicBezTo>
                    <a:lnTo>
                      <a:pt x="134" y="161"/>
                    </a:lnTo>
                    <a:lnTo>
                      <a:pt x="134" y="161"/>
                    </a:lnTo>
                    <a:cubicBezTo>
                      <a:pt x="98" y="161"/>
                      <a:pt x="63" y="179"/>
                      <a:pt x="36" y="206"/>
                    </a:cubicBezTo>
                    <a:lnTo>
                      <a:pt x="36" y="206"/>
                    </a:lnTo>
                    <a:cubicBezTo>
                      <a:pt x="9" y="233"/>
                      <a:pt x="0" y="259"/>
                      <a:pt x="0" y="295"/>
                    </a:cubicBezTo>
                    <a:lnTo>
                      <a:pt x="0" y="295"/>
                    </a:lnTo>
                    <a:cubicBezTo>
                      <a:pt x="0" y="331"/>
                      <a:pt x="9" y="366"/>
                      <a:pt x="36" y="393"/>
                    </a:cubicBezTo>
                    <a:lnTo>
                      <a:pt x="36" y="393"/>
                    </a:lnTo>
                    <a:cubicBezTo>
                      <a:pt x="63" y="420"/>
                      <a:pt x="98" y="429"/>
                      <a:pt x="134" y="429"/>
                    </a:cubicBezTo>
                    <a:lnTo>
                      <a:pt x="134" y="429"/>
                    </a:lnTo>
                    <a:cubicBezTo>
                      <a:pt x="170" y="429"/>
                      <a:pt x="197" y="420"/>
                      <a:pt x="223" y="393"/>
                    </a:cubicBezTo>
                    <a:lnTo>
                      <a:pt x="223" y="393"/>
                    </a:lnTo>
                    <a:cubicBezTo>
                      <a:pt x="357" y="474"/>
                      <a:pt x="892" y="937"/>
                      <a:pt x="1017" y="1071"/>
                    </a:cubicBezTo>
                    <a:lnTo>
                      <a:pt x="1017" y="1071"/>
                    </a:lnTo>
                    <a:cubicBezTo>
                      <a:pt x="1196" y="1267"/>
                      <a:pt x="1338" y="1508"/>
                      <a:pt x="1472" y="1740"/>
                    </a:cubicBezTo>
                    <a:lnTo>
                      <a:pt x="1472" y="1740"/>
                    </a:lnTo>
                    <a:cubicBezTo>
                      <a:pt x="1535" y="1856"/>
                      <a:pt x="1597" y="1963"/>
                      <a:pt x="1669" y="2079"/>
                    </a:cubicBezTo>
                    <a:lnTo>
                      <a:pt x="1669" y="2079"/>
                    </a:lnTo>
                    <a:cubicBezTo>
                      <a:pt x="1669" y="2079"/>
                      <a:pt x="1677" y="2079"/>
                      <a:pt x="1677" y="2079"/>
                    </a:cubicBezTo>
                    <a:lnTo>
                      <a:pt x="1677" y="2079"/>
                    </a:lnTo>
                    <a:cubicBezTo>
                      <a:pt x="1686" y="2079"/>
                      <a:pt x="1686" y="2079"/>
                      <a:pt x="1686" y="2079"/>
                    </a:cubicBezTo>
                    <a:lnTo>
                      <a:pt x="1686" y="2079"/>
                    </a:lnTo>
                    <a:cubicBezTo>
                      <a:pt x="1695" y="2079"/>
                      <a:pt x="1695" y="2061"/>
                      <a:pt x="1695" y="2061"/>
                    </a:cubicBezTo>
                    <a:lnTo>
                      <a:pt x="1695" y="2061"/>
                    </a:lnTo>
                    <a:cubicBezTo>
                      <a:pt x="1624" y="1954"/>
                      <a:pt x="1561" y="1838"/>
                      <a:pt x="1499" y="1722"/>
                    </a:cubicBezTo>
                    <a:lnTo>
                      <a:pt x="1499" y="1722"/>
                    </a:lnTo>
                    <a:cubicBezTo>
                      <a:pt x="1365" y="1491"/>
                      <a:pt x="1222" y="1250"/>
                      <a:pt x="1035" y="1044"/>
                    </a:cubicBezTo>
                    <a:lnTo>
                      <a:pt x="1035" y="1044"/>
                    </a:lnTo>
                    <a:cubicBezTo>
                      <a:pt x="999" y="1000"/>
                      <a:pt x="919" y="928"/>
                      <a:pt x="830" y="848"/>
                    </a:cubicBezTo>
                    <a:lnTo>
                      <a:pt x="830" y="848"/>
                    </a:lnTo>
                    <a:cubicBezTo>
                      <a:pt x="830" y="848"/>
                      <a:pt x="830" y="848"/>
                      <a:pt x="830" y="848"/>
                    </a:cubicBezTo>
                    <a:lnTo>
                      <a:pt x="830" y="848"/>
                    </a:lnTo>
                    <a:lnTo>
                      <a:pt x="857" y="821"/>
                    </a:lnTo>
                    <a:cubicBezTo>
                      <a:pt x="946" y="750"/>
                      <a:pt x="1008" y="705"/>
                      <a:pt x="1017" y="572"/>
                    </a:cubicBezTo>
                    <a:lnTo>
                      <a:pt x="1017" y="572"/>
                    </a:lnTo>
                    <a:cubicBezTo>
                      <a:pt x="1026" y="438"/>
                      <a:pt x="982" y="349"/>
                      <a:pt x="937" y="250"/>
                    </a:cubicBezTo>
                    <a:lnTo>
                      <a:pt x="937" y="250"/>
                    </a:lnTo>
                    <a:cubicBezTo>
                      <a:pt x="928" y="224"/>
                      <a:pt x="910" y="197"/>
                      <a:pt x="901" y="170"/>
                    </a:cubicBezTo>
                    <a:lnTo>
                      <a:pt x="901" y="170"/>
                    </a:lnTo>
                    <a:cubicBezTo>
                      <a:pt x="910" y="170"/>
                      <a:pt x="910" y="161"/>
                      <a:pt x="919" y="161"/>
                    </a:cubicBezTo>
                    <a:lnTo>
                      <a:pt x="919" y="161"/>
                    </a:lnTo>
                    <a:cubicBezTo>
                      <a:pt x="937" y="143"/>
                      <a:pt x="946" y="117"/>
                      <a:pt x="946" y="90"/>
                    </a:cubicBezTo>
                    <a:lnTo>
                      <a:pt x="946" y="90"/>
                    </a:lnTo>
                    <a:cubicBezTo>
                      <a:pt x="946" y="63"/>
                      <a:pt x="937" y="45"/>
                      <a:pt x="919" y="27"/>
                    </a:cubicBezTo>
                    <a:lnTo>
                      <a:pt x="919" y="27"/>
                    </a:lnTo>
                    <a:cubicBezTo>
                      <a:pt x="901" y="10"/>
                      <a:pt x="875" y="1"/>
                      <a:pt x="848" y="1"/>
                    </a:cubicBezTo>
                    <a:lnTo>
                      <a:pt x="848" y="1"/>
                    </a:lnTo>
                    <a:cubicBezTo>
                      <a:pt x="830" y="1"/>
                      <a:pt x="803" y="10"/>
                      <a:pt x="785" y="27"/>
                    </a:cubicBezTo>
                    <a:moveTo>
                      <a:pt x="803" y="135"/>
                    </a:moveTo>
                    <a:cubicBezTo>
                      <a:pt x="785" y="108"/>
                      <a:pt x="785" y="72"/>
                      <a:pt x="803" y="45"/>
                    </a:cubicBezTo>
                    <a:lnTo>
                      <a:pt x="803" y="45"/>
                    </a:lnTo>
                    <a:cubicBezTo>
                      <a:pt x="821" y="36"/>
                      <a:pt x="830" y="27"/>
                      <a:pt x="848" y="27"/>
                    </a:cubicBezTo>
                    <a:lnTo>
                      <a:pt x="848" y="27"/>
                    </a:lnTo>
                    <a:cubicBezTo>
                      <a:pt x="866" y="27"/>
                      <a:pt x="883" y="36"/>
                      <a:pt x="892" y="45"/>
                    </a:cubicBezTo>
                    <a:lnTo>
                      <a:pt x="892" y="45"/>
                    </a:lnTo>
                    <a:cubicBezTo>
                      <a:pt x="910" y="63"/>
                      <a:pt x="910" y="72"/>
                      <a:pt x="910" y="90"/>
                    </a:cubicBezTo>
                    <a:lnTo>
                      <a:pt x="910" y="90"/>
                    </a:lnTo>
                    <a:cubicBezTo>
                      <a:pt x="910" y="108"/>
                      <a:pt x="910" y="126"/>
                      <a:pt x="892" y="135"/>
                    </a:cubicBezTo>
                    <a:lnTo>
                      <a:pt x="892" y="135"/>
                    </a:lnTo>
                    <a:cubicBezTo>
                      <a:pt x="883" y="152"/>
                      <a:pt x="866" y="152"/>
                      <a:pt x="848" y="152"/>
                    </a:cubicBezTo>
                    <a:lnTo>
                      <a:pt x="848" y="152"/>
                    </a:lnTo>
                    <a:cubicBezTo>
                      <a:pt x="839" y="152"/>
                      <a:pt x="821" y="152"/>
                      <a:pt x="803" y="135"/>
                    </a:cubicBezTo>
                    <a:close/>
                    <a:moveTo>
                      <a:pt x="63" y="366"/>
                    </a:moveTo>
                    <a:cubicBezTo>
                      <a:pt x="45" y="349"/>
                      <a:pt x="27" y="322"/>
                      <a:pt x="27" y="295"/>
                    </a:cubicBezTo>
                    <a:lnTo>
                      <a:pt x="27" y="295"/>
                    </a:lnTo>
                    <a:cubicBezTo>
                      <a:pt x="27" y="268"/>
                      <a:pt x="45" y="242"/>
                      <a:pt x="63" y="224"/>
                    </a:cubicBezTo>
                    <a:lnTo>
                      <a:pt x="63" y="224"/>
                    </a:lnTo>
                    <a:cubicBezTo>
                      <a:pt x="81" y="206"/>
                      <a:pt x="107" y="197"/>
                      <a:pt x="134" y="197"/>
                    </a:cubicBezTo>
                    <a:lnTo>
                      <a:pt x="134" y="197"/>
                    </a:lnTo>
                    <a:cubicBezTo>
                      <a:pt x="161" y="197"/>
                      <a:pt x="188" y="206"/>
                      <a:pt x="205" y="224"/>
                    </a:cubicBezTo>
                    <a:lnTo>
                      <a:pt x="205" y="224"/>
                    </a:lnTo>
                    <a:cubicBezTo>
                      <a:pt x="241" y="268"/>
                      <a:pt x="241" y="331"/>
                      <a:pt x="205" y="366"/>
                    </a:cubicBezTo>
                    <a:lnTo>
                      <a:pt x="205" y="366"/>
                    </a:lnTo>
                    <a:cubicBezTo>
                      <a:pt x="188" y="393"/>
                      <a:pt x="161" y="402"/>
                      <a:pt x="134" y="402"/>
                    </a:cubicBezTo>
                    <a:lnTo>
                      <a:pt x="134" y="402"/>
                    </a:lnTo>
                    <a:cubicBezTo>
                      <a:pt x="107" y="402"/>
                      <a:pt x="81" y="393"/>
                      <a:pt x="63" y="366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100000">
                    <a:schemeClr val="dk2"/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87" name="Google Shape;587;p32"/>
            <p:cNvGrpSpPr/>
            <p:nvPr/>
          </p:nvGrpSpPr>
          <p:grpSpPr>
            <a:xfrm>
              <a:off x="3499776" y="2414214"/>
              <a:ext cx="2144458" cy="2190009"/>
              <a:chOff x="5192088" y="2349162"/>
              <a:chExt cx="972499" cy="993156"/>
            </a:xfrm>
          </p:grpSpPr>
          <p:sp>
            <p:nvSpPr>
              <p:cNvPr id="588" name="Google Shape;588;p32"/>
              <p:cNvSpPr/>
              <p:nvPr/>
            </p:nvSpPr>
            <p:spPr>
              <a:xfrm>
                <a:off x="5192088" y="2349162"/>
                <a:ext cx="972499" cy="993156"/>
              </a:xfrm>
              <a:custGeom>
                <a:rect b="b" l="l" r="r" t="t"/>
                <a:pathLst>
                  <a:path extrusionOk="0" h="22741" w="22268">
                    <a:moveTo>
                      <a:pt x="22267" y="4747"/>
                    </a:moveTo>
                    <a:lnTo>
                      <a:pt x="18850" y="18646"/>
                    </a:lnTo>
                    <a:cubicBezTo>
                      <a:pt x="18850" y="18762"/>
                      <a:pt x="18770" y="18878"/>
                      <a:pt x="18600" y="18967"/>
                    </a:cubicBezTo>
                    <a:lnTo>
                      <a:pt x="11749" y="22562"/>
                    </a:lnTo>
                    <a:cubicBezTo>
                      <a:pt x="11410" y="22740"/>
                      <a:pt x="10857" y="22740"/>
                      <a:pt x="10518" y="22562"/>
                    </a:cubicBezTo>
                    <a:lnTo>
                      <a:pt x="3667" y="18967"/>
                    </a:lnTo>
                    <a:cubicBezTo>
                      <a:pt x="3497" y="18878"/>
                      <a:pt x="3417" y="18762"/>
                      <a:pt x="3417" y="18646"/>
                    </a:cubicBezTo>
                    <a:lnTo>
                      <a:pt x="0" y="4747"/>
                    </a:lnTo>
                    <a:cubicBezTo>
                      <a:pt x="0" y="4622"/>
                      <a:pt x="89" y="4506"/>
                      <a:pt x="259" y="4417"/>
                    </a:cubicBezTo>
                    <a:lnTo>
                      <a:pt x="7110" y="822"/>
                    </a:lnTo>
                    <a:cubicBezTo>
                      <a:pt x="8654" y="1"/>
                      <a:pt x="13560" y="1"/>
                      <a:pt x="15157" y="822"/>
                    </a:cubicBezTo>
                    <a:lnTo>
                      <a:pt x="22008" y="4417"/>
                    </a:lnTo>
                    <a:cubicBezTo>
                      <a:pt x="22178" y="4506"/>
                      <a:pt x="22267" y="4622"/>
                      <a:pt x="22267" y="4747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83000">
                    <a:srgbClr val="FFFFFF">
                      <a:alpha val="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6200038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9" name="Google Shape;589;p32"/>
              <p:cNvSpPr/>
              <p:nvPr/>
            </p:nvSpPr>
            <p:spPr>
              <a:xfrm>
                <a:off x="5869199" y="2504638"/>
                <a:ext cx="110317" cy="373662"/>
              </a:xfrm>
              <a:custGeom>
                <a:rect b="b" l="l" r="r" t="t"/>
                <a:pathLst>
                  <a:path extrusionOk="0" h="8556" w="2526">
                    <a:moveTo>
                      <a:pt x="2526" y="8556"/>
                    </a:moveTo>
                    <a:lnTo>
                      <a:pt x="2526" y="2516"/>
                    </a:lnTo>
                    <a:lnTo>
                      <a:pt x="1" y="0"/>
                    </a:lnTo>
                    <a:lnTo>
                      <a:pt x="1" y="6031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chemeClr val="lt2"/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0" name="Google Shape;590;p32"/>
              <p:cNvSpPr/>
              <p:nvPr/>
            </p:nvSpPr>
            <p:spPr>
              <a:xfrm>
                <a:off x="5878195" y="2535427"/>
                <a:ext cx="91974" cy="107172"/>
              </a:xfrm>
              <a:custGeom>
                <a:rect b="b" l="l" r="r" t="t"/>
                <a:pathLst>
                  <a:path extrusionOk="0" h="2454" w="2106">
                    <a:moveTo>
                      <a:pt x="2105" y="2453"/>
                    </a:moveTo>
                    <a:lnTo>
                      <a:pt x="2105" y="2105"/>
                    </a:lnTo>
                    <a:lnTo>
                      <a:pt x="0" y="0"/>
                    </a:lnTo>
                    <a:lnTo>
                      <a:pt x="0" y="348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chemeClr val="lt2"/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1" name="Google Shape;591;p32"/>
              <p:cNvSpPr/>
              <p:nvPr/>
            </p:nvSpPr>
            <p:spPr>
              <a:xfrm>
                <a:off x="5878195" y="2572812"/>
                <a:ext cx="91974" cy="106779"/>
              </a:xfrm>
              <a:custGeom>
                <a:rect b="b" l="l" r="r" t="t"/>
                <a:pathLst>
                  <a:path extrusionOk="0" h="2445" w="2106">
                    <a:moveTo>
                      <a:pt x="2105" y="2445"/>
                    </a:moveTo>
                    <a:lnTo>
                      <a:pt x="2105" y="2106"/>
                    </a:lnTo>
                    <a:lnTo>
                      <a:pt x="0" y="1"/>
                    </a:lnTo>
                    <a:lnTo>
                      <a:pt x="0" y="340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chemeClr val="lt2"/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2" name="Google Shape;592;p32"/>
              <p:cNvSpPr/>
              <p:nvPr/>
            </p:nvSpPr>
            <p:spPr>
              <a:xfrm>
                <a:off x="5878195" y="2609846"/>
                <a:ext cx="91974" cy="107172"/>
              </a:xfrm>
              <a:custGeom>
                <a:rect b="b" l="l" r="r" t="t"/>
                <a:pathLst>
                  <a:path extrusionOk="0" h="2454" w="2106">
                    <a:moveTo>
                      <a:pt x="2105" y="2453"/>
                    </a:moveTo>
                    <a:lnTo>
                      <a:pt x="2105" y="2105"/>
                    </a:lnTo>
                    <a:lnTo>
                      <a:pt x="0" y="0"/>
                    </a:lnTo>
                    <a:lnTo>
                      <a:pt x="0" y="348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chemeClr val="lt2"/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3" name="Google Shape;593;p32"/>
              <p:cNvSpPr/>
              <p:nvPr/>
            </p:nvSpPr>
            <p:spPr>
              <a:xfrm>
                <a:off x="5878195" y="2647231"/>
                <a:ext cx="91974" cy="107172"/>
              </a:xfrm>
              <a:custGeom>
                <a:rect b="b" l="l" r="r" t="t"/>
                <a:pathLst>
                  <a:path extrusionOk="0" h="2454" w="2106">
                    <a:moveTo>
                      <a:pt x="2105" y="2454"/>
                    </a:moveTo>
                    <a:lnTo>
                      <a:pt x="2105" y="2106"/>
                    </a:lnTo>
                    <a:lnTo>
                      <a:pt x="0" y="0"/>
                    </a:lnTo>
                    <a:lnTo>
                      <a:pt x="0" y="348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chemeClr val="lt2"/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4" name="Google Shape;594;p32"/>
              <p:cNvSpPr/>
              <p:nvPr/>
            </p:nvSpPr>
            <p:spPr>
              <a:xfrm>
                <a:off x="5878195" y="2684615"/>
                <a:ext cx="91974" cy="107216"/>
              </a:xfrm>
              <a:custGeom>
                <a:rect b="b" l="l" r="r" t="t"/>
                <a:pathLst>
                  <a:path extrusionOk="0" h="2455" w="2106">
                    <a:moveTo>
                      <a:pt x="2105" y="2454"/>
                    </a:moveTo>
                    <a:lnTo>
                      <a:pt x="2105" y="2106"/>
                    </a:lnTo>
                    <a:lnTo>
                      <a:pt x="0" y="1"/>
                    </a:lnTo>
                    <a:lnTo>
                      <a:pt x="0" y="349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chemeClr val="lt2"/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5" name="Google Shape;595;p32"/>
              <p:cNvSpPr/>
              <p:nvPr/>
            </p:nvSpPr>
            <p:spPr>
              <a:xfrm>
                <a:off x="5878195" y="2722043"/>
                <a:ext cx="91974" cy="106779"/>
              </a:xfrm>
              <a:custGeom>
                <a:rect b="b" l="l" r="r" t="t"/>
                <a:pathLst>
                  <a:path extrusionOk="0" h="2445" w="2106">
                    <a:moveTo>
                      <a:pt x="2105" y="2445"/>
                    </a:moveTo>
                    <a:lnTo>
                      <a:pt x="2105" y="2106"/>
                    </a:lnTo>
                    <a:lnTo>
                      <a:pt x="0" y="0"/>
                    </a:lnTo>
                    <a:lnTo>
                      <a:pt x="0" y="339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chemeClr val="lt2"/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6" name="Google Shape;596;p32"/>
              <p:cNvSpPr/>
              <p:nvPr/>
            </p:nvSpPr>
            <p:spPr>
              <a:xfrm>
                <a:off x="5324942" y="2446203"/>
                <a:ext cx="74811" cy="252864"/>
              </a:xfrm>
              <a:custGeom>
                <a:rect b="b" l="l" r="r" t="t"/>
                <a:pathLst>
                  <a:path extrusionOk="0" h="5790" w="1713">
                    <a:moveTo>
                      <a:pt x="0" y="5790"/>
                    </a:moveTo>
                    <a:lnTo>
                      <a:pt x="0" y="1704"/>
                    </a:lnTo>
                    <a:lnTo>
                      <a:pt x="1713" y="0"/>
                    </a:lnTo>
                    <a:lnTo>
                      <a:pt x="1713" y="407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chemeClr val="lt2"/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7" name="Google Shape;597;p32"/>
              <p:cNvSpPr/>
              <p:nvPr/>
            </p:nvSpPr>
            <p:spPr>
              <a:xfrm>
                <a:off x="5331144" y="2466817"/>
                <a:ext cx="62408" cy="72540"/>
              </a:xfrm>
              <a:custGeom>
                <a:rect b="b" l="l" r="r" t="t"/>
                <a:pathLst>
                  <a:path extrusionOk="0" h="1661" w="1429">
                    <a:moveTo>
                      <a:pt x="1" y="1660"/>
                    </a:moveTo>
                    <a:lnTo>
                      <a:pt x="1" y="1428"/>
                    </a:lnTo>
                    <a:lnTo>
                      <a:pt x="1428" y="1"/>
                    </a:lnTo>
                    <a:lnTo>
                      <a:pt x="1428" y="233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chemeClr val="lt2"/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8" name="Google Shape;598;p32"/>
              <p:cNvSpPr/>
              <p:nvPr/>
            </p:nvSpPr>
            <p:spPr>
              <a:xfrm>
                <a:off x="5331144" y="2492147"/>
                <a:ext cx="62408" cy="72540"/>
              </a:xfrm>
              <a:custGeom>
                <a:rect b="b" l="l" r="r" t="t"/>
                <a:pathLst>
                  <a:path extrusionOk="0" h="1661" w="1429">
                    <a:moveTo>
                      <a:pt x="1" y="1660"/>
                    </a:moveTo>
                    <a:lnTo>
                      <a:pt x="1" y="1428"/>
                    </a:lnTo>
                    <a:lnTo>
                      <a:pt x="1428" y="1"/>
                    </a:lnTo>
                    <a:lnTo>
                      <a:pt x="1428" y="233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chemeClr val="lt2"/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9" name="Google Shape;599;p32"/>
              <p:cNvSpPr/>
              <p:nvPr/>
            </p:nvSpPr>
            <p:spPr>
              <a:xfrm>
                <a:off x="5331144" y="2517478"/>
                <a:ext cx="62408" cy="72540"/>
              </a:xfrm>
              <a:custGeom>
                <a:rect b="b" l="l" r="r" t="t"/>
                <a:pathLst>
                  <a:path extrusionOk="0" h="1661" w="1429">
                    <a:moveTo>
                      <a:pt x="1" y="1660"/>
                    </a:moveTo>
                    <a:lnTo>
                      <a:pt x="1" y="1419"/>
                    </a:lnTo>
                    <a:lnTo>
                      <a:pt x="1428" y="1"/>
                    </a:lnTo>
                    <a:lnTo>
                      <a:pt x="1428" y="233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chemeClr val="lt2"/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0" name="Google Shape;600;p32"/>
              <p:cNvSpPr/>
              <p:nvPr/>
            </p:nvSpPr>
            <p:spPr>
              <a:xfrm>
                <a:off x="5331144" y="2542808"/>
                <a:ext cx="62408" cy="72103"/>
              </a:xfrm>
              <a:custGeom>
                <a:rect b="b" l="l" r="r" t="t"/>
                <a:pathLst>
                  <a:path extrusionOk="0" h="1651" w="1429">
                    <a:moveTo>
                      <a:pt x="1" y="1651"/>
                    </a:moveTo>
                    <a:lnTo>
                      <a:pt x="1" y="1419"/>
                    </a:lnTo>
                    <a:lnTo>
                      <a:pt x="1428" y="1"/>
                    </a:lnTo>
                    <a:lnTo>
                      <a:pt x="1428" y="233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chemeClr val="lt2"/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1" name="Google Shape;601;p32"/>
              <p:cNvSpPr/>
              <p:nvPr/>
            </p:nvSpPr>
            <p:spPr>
              <a:xfrm>
                <a:off x="5331144" y="2567745"/>
                <a:ext cx="62408" cy="72496"/>
              </a:xfrm>
              <a:custGeom>
                <a:rect b="b" l="l" r="r" t="t"/>
                <a:pathLst>
                  <a:path extrusionOk="0" h="1660" w="1429">
                    <a:moveTo>
                      <a:pt x="1" y="1660"/>
                    </a:moveTo>
                    <a:lnTo>
                      <a:pt x="1" y="1428"/>
                    </a:lnTo>
                    <a:lnTo>
                      <a:pt x="1428" y="1"/>
                    </a:lnTo>
                    <a:lnTo>
                      <a:pt x="1428" y="241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chemeClr val="lt2"/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2" name="Google Shape;602;p32"/>
              <p:cNvSpPr/>
              <p:nvPr/>
            </p:nvSpPr>
            <p:spPr>
              <a:xfrm>
                <a:off x="5331144" y="2593076"/>
                <a:ext cx="62408" cy="72496"/>
              </a:xfrm>
              <a:custGeom>
                <a:rect b="b" l="l" r="r" t="t"/>
                <a:pathLst>
                  <a:path extrusionOk="0" h="1660" w="1429">
                    <a:moveTo>
                      <a:pt x="1" y="1660"/>
                    </a:moveTo>
                    <a:lnTo>
                      <a:pt x="1" y="1428"/>
                    </a:lnTo>
                    <a:lnTo>
                      <a:pt x="1428" y="0"/>
                    </a:lnTo>
                    <a:lnTo>
                      <a:pt x="1428" y="232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chemeClr val="lt2"/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3" name="Google Shape;603;p32"/>
              <p:cNvSpPr/>
              <p:nvPr/>
            </p:nvSpPr>
            <p:spPr>
              <a:xfrm>
                <a:off x="5254410" y="2771131"/>
                <a:ext cx="40965" cy="154295"/>
              </a:xfrm>
              <a:custGeom>
                <a:rect b="b" l="l" r="r" t="t"/>
                <a:pathLst>
                  <a:path extrusionOk="0" h="3533" w="938">
                    <a:moveTo>
                      <a:pt x="732" y="3372"/>
                    </a:moveTo>
                    <a:cubicBezTo>
                      <a:pt x="598" y="3533"/>
                      <a:pt x="455" y="3444"/>
                      <a:pt x="411" y="3167"/>
                    </a:cubicBezTo>
                    <a:lnTo>
                      <a:pt x="45" y="946"/>
                    </a:lnTo>
                    <a:cubicBezTo>
                      <a:pt x="0" y="669"/>
                      <a:pt x="72" y="321"/>
                      <a:pt x="206" y="161"/>
                    </a:cubicBezTo>
                    <a:cubicBezTo>
                      <a:pt x="339" y="0"/>
                      <a:pt x="482" y="98"/>
                      <a:pt x="527" y="366"/>
                    </a:cubicBezTo>
                    <a:lnTo>
                      <a:pt x="893" y="2596"/>
                    </a:lnTo>
                    <a:cubicBezTo>
                      <a:pt x="937" y="2864"/>
                      <a:pt x="866" y="3212"/>
                      <a:pt x="732" y="3372"/>
                    </a:cubicBezTo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chemeClr val="lt2"/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4" name="Google Shape;604;p32"/>
              <p:cNvSpPr/>
              <p:nvPr/>
            </p:nvSpPr>
            <p:spPr>
              <a:xfrm>
                <a:off x="6042975" y="2643737"/>
                <a:ext cx="32798" cy="99355"/>
              </a:xfrm>
              <a:custGeom>
                <a:rect b="b" l="l" r="r" t="t"/>
                <a:pathLst>
                  <a:path extrusionOk="0" h="2275" w="751">
                    <a:moveTo>
                      <a:pt x="206" y="2114"/>
                    </a:moveTo>
                    <a:cubicBezTo>
                      <a:pt x="340" y="2275"/>
                      <a:pt x="482" y="2186"/>
                      <a:pt x="527" y="1918"/>
                    </a:cubicBezTo>
                    <a:lnTo>
                      <a:pt x="705" y="937"/>
                    </a:lnTo>
                    <a:cubicBezTo>
                      <a:pt x="750" y="669"/>
                      <a:pt x="679" y="321"/>
                      <a:pt x="545" y="161"/>
                    </a:cubicBezTo>
                    <a:cubicBezTo>
                      <a:pt x="411" y="0"/>
                      <a:pt x="268" y="89"/>
                      <a:pt x="224" y="357"/>
                    </a:cubicBezTo>
                    <a:lnTo>
                      <a:pt x="45" y="1338"/>
                    </a:lnTo>
                    <a:cubicBezTo>
                      <a:pt x="1" y="1606"/>
                      <a:pt x="72" y="1954"/>
                      <a:pt x="206" y="211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chemeClr val="lt2"/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5" name="Google Shape;605;p32"/>
              <p:cNvSpPr/>
              <p:nvPr/>
            </p:nvSpPr>
            <p:spPr>
              <a:xfrm>
                <a:off x="5993493" y="2865028"/>
                <a:ext cx="15635" cy="63937"/>
              </a:xfrm>
              <a:custGeom>
                <a:rect b="b" l="l" r="r" t="t"/>
                <a:pathLst>
                  <a:path extrusionOk="0" h="1464" w="358">
                    <a:moveTo>
                      <a:pt x="63" y="1410"/>
                    </a:moveTo>
                    <a:cubicBezTo>
                      <a:pt x="108" y="1463"/>
                      <a:pt x="152" y="1428"/>
                      <a:pt x="170" y="1347"/>
                    </a:cubicBezTo>
                    <a:lnTo>
                      <a:pt x="340" y="304"/>
                    </a:lnTo>
                    <a:cubicBezTo>
                      <a:pt x="358" y="214"/>
                      <a:pt x="331" y="107"/>
                      <a:pt x="295" y="54"/>
                    </a:cubicBezTo>
                    <a:cubicBezTo>
                      <a:pt x="250" y="0"/>
                      <a:pt x="206" y="27"/>
                      <a:pt x="188" y="116"/>
                    </a:cubicBezTo>
                    <a:lnTo>
                      <a:pt x="19" y="1160"/>
                    </a:lnTo>
                    <a:cubicBezTo>
                      <a:pt x="1" y="1240"/>
                      <a:pt x="27" y="1356"/>
                      <a:pt x="63" y="141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chemeClr val="lt2"/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6" name="Google Shape;606;p32"/>
              <p:cNvSpPr/>
              <p:nvPr/>
            </p:nvSpPr>
            <p:spPr>
              <a:xfrm>
                <a:off x="5817009" y="2806987"/>
                <a:ext cx="15635" cy="63937"/>
              </a:xfrm>
              <a:custGeom>
                <a:rect b="b" l="l" r="r" t="t"/>
                <a:pathLst>
                  <a:path extrusionOk="0" h="1464" w="358">
                    <a:moveTo>
                      <a:pt x="63" y="1410"/>
                    </a:moveTo>
                    <a:cubicBezTo>
                      <a:pt x="107" y="1463"/>
                      <a:pt x="152" y="1436"/>
                      <a:pt x="170" y="1347"/>
                    </a:cubicBezTo>
                    <a:lnTo>
                      <a:pt x="339" y="303"/>
                    </a:lnTo>
                    <a:cubicBezTo>
                      <a:pt x="357" y="214"/>
                      <a:pt x="331" y="107"/>
                      <a:pt x="286" y="54"/>
                    </a:cubicBezTo>
                    <a:cubicBezTo>
                      <a:pt x="250" y="0"/>
                      <a:pt x="197" y="36"/>
                      <a:pt x="188" y="116"/>
                    </a:cubicBezTo>
                    <a:lnTo>
                      <a:pt x="9" y="1160"/>
                    </a:lnTo>
                    <a:cubicBezTo>
                      <a:pt x="0" y="1249"/>
                      <a:pt x="18" y="1356"/>
                      <a:pt x="63" y="1410"/>
                    </a:cubicBezTo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chemeClr val="lt2"/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7" name="Google Shape;607;p32"/>
              <p:cNvSpPr/>
              <p:nvPr/>
            </p:nvSpPr>
            <p:spPr>
              <a:xfrm>
                <a:off x="5728964" y="2408775"/>
                <a:ext cx="15635" cy="63543"/>
              </a:xfrm>
              <a:custGeom>
                <a:rect b="b" l="l" r="r" t="t"/>
                <a:pathLst>
                  <a:path extrusionOk="0" h="1455" w="358">
                    <a:moveTo>
                      <a:pt x="63" y="1401"/>
                    </a:moveTo>
                    <a:cubicBezTo>
                      <a:pt x="107" y="1455"/>
                      <a:pt x="152" y="1428"/>
                      <a:pt x="170" y="1339"/>
                    </a:cubicBezTo>
                    <a:lnTo>
                      <a:pt x="339" y="295"/>
                    </a:lnTo>
                    <a:cubicBezTo>
                      <a:pt x="357" y="215"/>
                      <a:pt x="330" y="99"/>
                      <a:pt x="286" y="45"/>
                    </a:cubicBezTo>
                    <a:cubicBezTo>
                      <a:pt x="250" y="1"/>
                      <a:pt x="197" y="28"/>
                      <a:pt x="188" y="117"/>
                    </a:cubicBezTo>
                    <a:lnTo>
                      <a:pt x="9" y="1152"/>
                    </a:lnTo>
                    <a:cubicBezTo>
                      <a:pt x="0" y="1241"/>
                      <a:pt x="18" y="1357"/>
                      <a:pt x="63" y="140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chemeClr val="lt2"/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8" name="Google Shape;608;p32"/>
              <p:cNvSpPr/>
              <p:nvPr/>
            </p:nvSpPr>
            <p:spPr>
              <a:xfrm>
                <a:off x="5830635" y="2982684"/>
                <a:ext cx="54984" cy="224433"/>
              </a:xfrm>
              <a:custGeom>
                <a:rect b="b" l="l" r="r" t="t"/>
                <a:pathLst>
                  <a:path extrusionOk="0" h="5139" w="1259">
                    <a:moveTo>
                      <a:pt x="224" y="4960"/>
                    </a:moveTo>
                    <a:cubicBezTo>
                      <a:pt x="375" y="5139"/>
                      <a:pt x="545" y="5041"/>
                      <a:pt x="589" y="4729"/>
                    </a:cubicBezTo>
                    <a:lnTo>
                      <a:pt x="1205" y="1071"/>
                    </a:lnTo>
                    <a:cubicBezTo>
                      <a:pt x="1259" y="759"/>
                      <a:pt x="1178" y="366"/>
                      <a:pt x="1027" y="179"/>
                    </a:cubicBezTo>
                    <a:cubicBezTo>
                      <a:pt x="875" y="0"/>
                      <a:pt x="714" y="107"/>
                      <a:pt x="661" y="411"/>
                    </a:cubicBezTo>
                    <a:lnTo>
                      <a:pt x="45" y="4077"/>
                    </a:lnTo>
                    <a:cubicBezTo>
                      <a:pt x="1" y="4381"/>
                      <a:pt x="81" y="4782"/>
                      <a:pt x="224" y="496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chemeClr val="lt2"/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9" name="Google Shape;609;p32"/>
              <p:cNvSpPr/>
              <p:nvPr/>
            </p:nvSpPr>
            <p:spPr>
              <a:xfrm>
                <a:off x="5428579" y="2877475"/>
                <a:ext cx="69789" cy="245876"/>
              </a:xfrm>
              <a:custGeom>
                <a:rect b="b" l="l" r="r" t="t"/>
                <a:pathLst>
                  <a:path extrusionOk="0" h="5630" w="1598">
                    <a:moveTo>
                      <a:pt x="1276" y="5371"/>
                    </a:moveTo>
                    <a:cubicBezTo>
                      <a:pt x="1062" y="5630"/>
                      <a:pt x="839" y="5478"/>
                      <a:pt x="767" y="5050"/>
                    </a:cubicBezTo>
                    <a:lnTo>
                      <a:pt x="72" y="1499"/>
                    </a:lnTo>
                    <a:cubicBezTo>
                      <a:pt x="0" y="1062"/>
                      <a:pt x="116" y="509"/>
                      <a:pt x="321" y="251"/>
                    </a:cubicBezTo>
                    <a:cubicBezTo>
                      <a:pt x="535" y="1"/>
                      <a:pt x="758" y="143"/>
                      <a:pt x="830" y="572"/>
                    </a:cubicBezTo>
                    <a:lnTo>
                      <a:pt x="1526" y="4131"/>
                    </a:lnTo>
                    <a:cubicBezTo>
                      <a:pt x="1597" y="4559"/>
                      <a:pt x="1490" y="5121"/>
                      <a:pt x="1276" y="537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chemeClr val="lt2"/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610" name="Google Shape;610;p32"/>
          <p:cNvGrpSpPr/>
          <p:nvPr/>
        </p:nvGrpSpPr>
        <p:grpSpPr>
          <a:xfrm>
            <a:off x="6288597" y="2405443"/>
            <a:ext cx="1448308" cy="2207554"/>
            <a:chOff x="6186357" y="2300583"/>
            <a:chExt cx="1525980" cy="2325945"/>
          </a:xfrm>
        </p:grpSpPr>
        <p:sp>
          <p:nvSpPr>
            <p:cNvPr id="611" name="Google Shape;611;p32"/>
            <p:cNvSpPr/>
            <p:nvPr/>
          </p:nvSpPr>
          <p:spPr>
            <a:xfrm>
              <a:off x="6489746" y="2900249"/>
              <a:ext cx="1222592" cy="1726279"/>
            </a:xfrm>
            <a:custGeom>
              <a:rect b="b" l="l" r="r" t="t"/>
              <a:pathLst>
                <a:path extrusionOk="0" h="32285" w="22865">
                  <a:moveTo>
                    <a:pt x="14945" y="1"/>
                  </a:moveTo>
                  <a:cubicBezTo>
                    <a:pt x="14723" y="1"/>
                    <a:pt x="14542" y="97"/>
                    <a:pt x="14542" y="97"/>
                  </a:cubicBezTo>
                  <a:cubicBezTo>
                    <a:pt x="12811" y="651"/>
                    <a:pt x="12258" y="3032"/>
                    <a:pt x="12258" y="3032"/>
                  </a:cubicBezTo>
                  <a:lnTo>
                    <a:pt x="0" y="16191"/>
                  </a:lnTo>
                  <a:cubicBezTo>
                    <a:pt x="0" y="16191"/>
                    <a:pt x="661" y="19679"/>
                    <a:pt x="5460" y="22882"/>
                  </a:cubicBezTo>
                  <a:lnTo>
                    <a:pt x="9020" y="32284"/>
                  </a:lnTo>
                  <a:lnTo>
                    <a:pt x="22865" y="32284"/>
                  </a:lnTo>
                  <a:lnTo>
                    <a:pt x="15648" y="20571"/>
                  </a:lnTo>
                  <a:lnTo>
                    <a:pt x="17200" y="15665"/>
                  </a:lnTo>
                  <a:cubicBezTo>
                    <a:pt x="18030" y="12765"/>
                    <a:pt x="16335" y="8421"/>
                    <a:pt x="16335" y="8421"/>
                  </a:cubicBezTo>
                  <a:cubicBezTo>
                    <a:pt x="15300" y="5619"/>
                    <a:pt x="15648" y="2684"/>
                    <a:pt x="15648" y="2684"/>
                  </a:cubicBezTo>
                  <a:cubicBezTo>
                    <a:pt x="15993" y="385"/>
                    <a:pt x="15387" y="1"/>
                    <a:pt x="14945" y="1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dk2"/>
                </a:gs>
              </a:gsLst>
              <a:lin ang="1619866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2" name="Google Shape;612;p32"/>
            <p:cNvSpPr/>
            <p:nvPr/>
          </p:nvSpPr>
          <p:spPr>
            <a:xfrm>
              <a:off x="6186357" y="2690219"/>
              <a:ext cx="358784" cy="312586"/>
            </a:xfrm>
            <a:custGeom>
              <a:rect b="b" l="l" r="r" t="t"/>
              <a:pathLst>
                <a:path extrusionOk="0" h="5846" w="6710">
                  <a:moveTo>
                    <a:pt x="1969" y="1"/>
                  </a:moveTo>
                  <a:cubicBezTo>
                    <a:pt x="1470" y="1"/>
                    <a:pt x="973" y="214"/>
                    <a:pt x="625" y="627"/>
                  </a:cubicBezTo>
                  <a:cubicBezTo>
                    <a:pt x="1" y="1367"/>
                    <a:pt x="99" y="2464"/>
                    <a:pt x="839" y="3089"/>
                  </a:cubicBezTo>
                  <a:lnTo>
                    <a:pt x="3614" y="5435"/>
                  </a:lnTo>
                  <a:cubicBezTo>
                    <a:pt x="3944" y="5711"/>
                    <a:pt x="4345" y="5845"/>
                    <a:pt x="4747" y="5845"/>
                  </a:cubicBezTo>
                  <a:cubicBezTo>
                    <a:pt x="5246" y="5845"/>
                    <a:pt x="5737" y="5631"/>
                    <a:pt x="6085" y="5221"/>
                  </a:cubicBezTo>
                  <a:cubicBezTo>
                    <a:pt x="6709" y="4480"/>
                    <a:pt x="6611" y="3374"/>
                    <a:pt x="5871" y="2759"/>
                  </a:cubicBezTo>
                  <a:lnTo>
                    <a:pt x="3087" y="412"/>
                  </a:lnTo>
                  <a:cubicBezTo>
                    <a:pt x="2763" y="136"/>
                    <a:pt x="2366" y="1"/>
                    <a:pt x="1969" y="1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dk2"/>
                </a:gs>
              </a:gsLst>
              <a:lin ang="1619866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3" name="Google Shape;613;p32"/>
            <p:cNvSpPr/>
            <p:nvPr/>
          </p:nvSpPr>
          <p:spPr>
            <a:xfrm>
              <a:off x="6409113" y="2311545"/>
              <a:ext cx="783335" cy="1491653"/>
            </a:xfrm>
            <a:custGeom>
              <a:rect b="b" l="l" r="r" t="t"/>
              <a:pathLst>
                <a:path extrusionOk="0" h="27897" w="14650">
                  <a:moveTo>
                    <a:pt x="1830" y="1"/>
                  </a:moveTo>
                  <a:cubicBezTo>
                    <a:pt x="821" y="1"/>
                    <a:pt x="1" y="821"/>
                    <a:pt x="1" y="1830"/>
                  </a:cubicBezTo>
                  <a:lnTo>
                    <a:pt x="1" y="26068"/>
                  </a:lnTo>
                  <a:cubicBezTo>
                    <a:pt x="1" y="27076"/>
                    <a:pt x="821" y="27897"/>
                    <a:pt x="1830" y="27897"/>
                  </a:cubicBezTo>
                  <a:lnTo>
                    <a:pt x="12820" y="27897"/>
                  </a:lnTo>
                  <a:cubicBezTo>
                    <a:pt x="13828" y="27897"/>
                    <a:pt x="14649" y="27076"/>
                    <a:pt x="14649" y="26068"/>
                  </a:cubicBezTo>
                  <a:lnTo>
                    <a:pt x="14649" y="1830"/>
                  </a:lnTo>
                  <a:cubicBezTo>
                    <a:pt x="14649" y="821"/>
                    <a:pt x="13828" y="1"/>
                    <a:pt x="1282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4" name="Google Shape;614;p32"/>
            <p:cNvSpPr/>
            <p:nvPr/>
          </p:nvSpPr>
          <p:spPr>
            <a:xfrm>
              <a:off x="6398152" y="2300583"/>
              <a:ext cx="804777" cy="1513094"/>
            </a:xfrm>
            <a:custGeom>
              <a:rect b="b" l="l" r="r" t="t"/>
              <a:pathLst>
                <a:path extrusionOk="0" h="28298" w="15051">
                  <a:moveTo>
                    <a:pt x="13025" y="411"/>
                  </a:moveTo>
                  <a:cubicBezTo>
                    <a:pt x="13917" y="411"/>
                    <a:pt x="14649" y="1134"/>
                    <a:pt x="14649" y="2035"/>
                  </a:cubicBezTo>
                  <a:lnTo>
                    <a:pt x="14649" y="26273"/>
                  </a:lnTo>
                  <a:cubicBezTo>
                    <a:pt x="14649" y="27165"/>
                    <a:pt x="13917" y="27897"/>
                    <a:pt x="13025" y="27897"/>
                  </a:cubicBezTo>
                  <a:lnTo>
                    <a:pt x="2035" y="27897"/>
                  </a:lnTo>
                  <a:cubicBezTo>
                    <a:pt x="1142" y="27897"/>
                    <a:pt x="411" y="27165"/>
                    <a:pt x="411" y="26273"/>
                  </a:cubicBezTo>
                  <a:lnTo>
                    <a:pt x="411" y="2035"/>
                  </a:lnTo>
                  <a:cubicBezTo>
                    <a:pt x="411" y="1134"/>
                    <a:pt x="1142" y="411"/>
                    <a:pt x="2035" y="411"/>
                  </a:cubicBezTo>
                  <a:close/>
                  <a:moveTo>
                    <a:pt x="2035" y="1"/>
                  </a:moveTo>
                  <a:cubicBezTo>
                    <a:pt x="910" y="1"/>
                    <a:pt x="1" y="911"/>
                    <a:pt x="1" y="2035"/>
                  </a:cubicBezTo>
                  <a:lnTo>
                    <a:pt x="1" y="26273"/>
                  </a:lnTo>
                  <a:cubicBezTo>
                    <a:pt x="1" y="27388"/>
                    <a:pt x="910" y="28298"/>
                    <a:pt x="2035" y="28298"/>
                  </a:cubicBezTo>
                  <a:lnTo>
                    <a:pt x="13025" y="28298"/>
                  </a:lnTo>
                  <a:cubicBezTo>
                    <a:pt x="14140" y="28298"/>
                    <a:pt x="15050" y="27388"/>
                    <a:pt x="15050" y="26273"/>
                  </a:cubicBezTo>
                  <a:lnTo>
                    <a:pt x="15050" y="2035"/>
                  </a:lnTo>
                  <a:cubicBezTo>
                    <a:pt x="15050" y="911"/>
                    <a:pt x="14140" y="1"/>
                    <a:pt x="13025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3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5" name="Google Shape;615;p32"/>
            <p:cNvSpPr/>
            <p:nvPr/>
          </p:nvSpPr>
          <p:spPr>
            <a:xfrm>
              <a:off x="6449643" y="2460405"/>
              <a:ext cx="702222" cy="1180136"/>
            </a:xfrm>
            <a:custGeom>
              <a:rect b="b" l="l" r="r" t="t"/>
              <a:pathLst>
                <a:path extrusionOk="0" h="22071" w="13133">
                  <a:moveTo>
                    <a:pt x="10938" y="0"/>
                  </a:moveTo>
                  <a:lnTo>
                    <a:pt x="2196" y="0"/>
                  </a:lnTo>
                  <a:lnTo>
                    <a:pt x="786" y="0"/>
                  </a:lnTo>
                  <a:cubicBezTo>
                    <a:pt x="349" y="0"/>
                    <a:pt x="1" y="357"/>
                    <a:pt x="1" y="794"/>
                  </a:cubicBezTo>
                  <a:lnTo>
                    <a:pt x="1" y="794"/>
                  </a:lnTo>
                  <a:lnTo>
                    <a:pt x="1" y="21277"/>
                  </a:lnTo>
                  <a:cubicBezTo>
                    <a:pt x="1" y="21714"/>
                    <a:pt x="349" y="22071"/>
                    <a:pt x="786" y="22071"/>
                  </a:cubicBezTo>
                  <a:lnTo>
                    <a:pt x="786" y="22071"/>
                  </a:lnTo>
                  <a:lnTo>
                    <a:pt x="2196" y="22071"/>
                  </a:lnTo>
                  <a:lnTo>
                    <a:pt x="10938" y="22071"/>
                  </a:lnTo>
                  <a:lnTo>
                    <a:pt x="12339" y="22071"/>
                  </a:lnTo>
                  <a:cubicBezTo>
                    <a:pt x="12776" y="22071"/>
                    <a:pt x="13133" y="21714"/>
                    <a:pt x="13133" y="21277"/>
                  </a:cubicBezTo>
                  <a:lnTo>
                    <a:pt x="13133" y="21277"/>
                  </a:lnTo>
                  <a:lnTo>
                    <a:pt x="13133" y="794"/>
                  </a:lnTo>
                  <a:cubicBezTo>
                    <a:pt x="13133" y="357"/>
                    <a:pt x="12776" y="0"/>
                    <a:pt x="12339" y="0"/>
                  </a:cubicBezTo>
                  <a:lnTo>
                    <a:pt x="12339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accent1"/>
                </a:gs>
              </a:gsLst>
              <a:lin ang="1619866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6" name="Google Shape;616;p32"/>
            <p:cNvSpPr/>
            <p:nvPr/>
          </p:nvSpPr>
          <p:spPr>
            <a:xfrm>
              <a:off x="6492580" y="3700107"/>
              <a:ext cx="202330" cy="26788"/>
            </a:xfrm>
            <a:custGeom>
              <a:rect b="b" l="l" r="r" t="t"/>
              <a:pathLst>
                <a:path extrusionOk="0" h="501" w="3784">
                  <a:moveTo>
                    <a:pt x="251" y="1"/>
                  </a:moveTo>
                  <a:cubicBezTo>
                    <a:pt x="117" y="1"/>
                    <a:pt x="1" y="108"/>
                    <a:pt x="1" y="251"/>
                  </a:cubicBezTo>
                  <a:cubicBezTo>
                    <a:pt x="1" y="393"/>
                    <a:pt x="117" y="500"/>
                    <a:pt x="251" y="500"/>
                  </a:cubicBezTo>
                  <a:lnTo>
                    <a:pt x="3534" y="500"/>
                  </a:lnTo>
                  <a:cubicBezTo>
                    <a:pt x="3676" y="500"/>
                    <a:pt x="3783" y="393"/>
                    <a:pt x="3783" y="251"/>
                  </a:cubicBezTo>
                  <a:cubicBezTo>
                    <a:pt x="3783" y="108"/>
                    <a:pt x="3676" y="1"/>
                    <a:pt x="353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7" name="Google Shape;617;p32"/>
            <p:cNvSpPr/>
            <p:nvPr/>
          </p:nvSpPr>
          <p:spPr>
            <a:xfrm>
              <a:off x="6906170" y="3700107"/>
              <a:ext cx="202758" cy="26788"/>
            </a:xfrm>
            <a:custGeom>
              <a:rect b="b" l="l" r="r" t="t"/>
              <a:pathLst>
                <a:path extrusionOk="0" h="501" w="3792">
                  <a:moveTo>
                    <a:pt x="259" y="1"/>
                  </a:moveTo>
                  <a:cubicBezTo>
                    <a:pt x="116" y="1"/>
                    <a:pt x="0" y="108"/>
                    <a:pt x="0" y="251"/>
                  </a:cubicBezTo>
                  <a:cubicBezTo>
                    <a:pt x="0" y="393"/>
                    <a:pt x="116" y="500"/>
                    <a:pt x="259" y="500"/>
                  </a:cubicBezTo>
                  <a:lnTo>
                    <a:pt x="3533" y="500"/>
                  </a:lnTo>
                  <a:cubicBezTo>
                    <a:pt x="3676" y="500"/>
                    <a:pt x="3792" y="393"/>
                    <a:pt x="3792" y="251"/>
                  </a:cubicBezTo>
                  <a:cubicBezTo>
                    <a:pt x="3792" y="108"/>
                    <a:pt x="3676" y="1"/>
                    <a:pt x="353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8" name="Google Shape;618;p32"/>
            <p:cNvSpPr/>
            <p:nvPr/>
          </p:nvSpPr>
          <p:spPr>
            <a:xfrm>
              <a:off x="6780730" y="3693423"/>
              <a:ext cx="39621" cy="39675"/>
            </a:xfrm>
            <a:custGeom>
              <a:rect b="b" l="l" r="r" t="t"/>
              <a:pathLst>
                <a:path extrusionOk="0" h="742" w="741">
                  <a:moveTo>
                    <a:pt x="375" y="1"/>
                  </a:moveTo>
                  <a:cubicBezTo>
                    <a:pt x="170" y="1"/>
                    <a:pt x="0" y="170"/>
                    <a:pt x="0" y="376"/>
                  </a:cubicBezTo>
                  <a:cubicBezTo>
                    <a:pt x="0" y="581"/>
                    <a:pt x="170" y="741"/>
                    <a:pt x="375" y="741"/>
                  </a:cubicBezTo>
                  <a:cubicBezTo>
                    <a:pt x="580" y="741"/>
                    <a:pt x="741" y="581"/>
                    <a:pt x="741" y="376"/>
                  </a:cubicBezTo>
                  <a:cubicBezTo>
                    <a:pt x="741" y="170"/>
                    <a:pt x="580" y="1"/>
                    <a:pt x="37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9" name="Google Shape;619;p32"/>
            <p:cNvSpPr/>
            <p:nvPr/>
          </p:nvSpPr>
          <p:spPr>
            <a:xfrm>
              <a:off x="6665769" y="2361165"/>
              <a:ext cx="269542" cy="36306"/>
            </a:xfrm>
            <a:custGeom>
              <a:rect b="b" l="l" r="r" t="t"/>
              <a:pathLst>
                <a:path extrusionOk="0" h="679" w="5041">
                  <a:moveTo>
                    <a:pt x="339" y="1"/>
                  </a:moveTo>
                  <a:cubicBezTo>
                    <a:pt x="152" y="1"/>
                    <a:pt x="0" y="152"/>
                    <a:pt x="0" y="340"/>
                  </a:cubicBezTo>
                  <a:cubicBezTo>
                    <a:pt x="0" y="527"/>
                    <a:pt x="152" y="679"/>
                    <a:pt x="339" y="679"/>
                  </a:cubicBezTo>
                  <a:lnTo>
                    <a:pt x="4711" y="679"/>
                  </a:lnTo>
                  <a:cubicBezTo>
                    <a:pt x="4898" y="679"/>
                    <a:pt x="5041" y="527"/>
                    <a:pt x="5041" y="340"/>
                  </a:cubicBezTo>
                  <a:cubicBezTo>
                    <a:pt x="5041" y="152"/>
                    <a:pt x="4898" y="1"/>
                    <a:pt x="471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0" name="Google Shape;620;p32"/>
            <p:cNvSpPr/>
            <p:nvPr/>
          </p:nvSpPr>
          <p:spPr>
            <a:xfrm>
              <a:off x="7035888" y="2359240"/>
              <a:ext cx="39194" cy="39675"/>
            </a:xfrm>
            <a:custGeom>
              <a:rect b="b" l="l" r="r" t="t"/>
              <a:pathLst>
                <a:path extrusionOk="0" h="742" w="733">
                  <a:moveTo>
                    <a:pt x="367" y="1"/>
                  </a:moveTo>
                  <a:cubicBezTo>
                    <a:pt x="162" y="1"/>
                    <a:pt x="1" y="170"/>
                    <a:pt x="1" y="376"/>
                  </a:cubicBezTo>
                  <a:cubicBezTo>
                    <a:pt x="1" y="581"/>
                    <a:pt x="162" y="741"/>
                    <a:pt x="367" y="741"/>
                  </a:cubicBezTo>
                  <a:cubicBezTo>
                    <a:pt x="572" y="741"/>
                    <a:pt x="732" y="581"/>
                    <a:pt x="732" y="376"/>
                  </a:cubicBezTo>
                  <a:cubicBezTo>
                    <a:pt x="732" y="170"/>
                    <a:pt x="572" y="1"/>
                    <a:pt x="36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1" name="Google Shape;621;p32"/>
            <p:cNvSpPr/>
            <p:nvPr/>
          </p:nvSpPr>
          <p:spPr>
            <a:xfrm>
              <a:off x="6257151" y="3409658"/>
              <a:ext cx="193027" cy="176023"/>
            </a:xfrm>
            <a:custGeom>
              <a:rect b="b" l="l" r="r" t="t"/>
              <a:pathLst>
                <a:path extrusionOk="0" h="3292" w="3610">
                  <a:moveTo>
                    <a:pt x="1493" y="1"/>
                  </a:moveTo>
                  <a:cubicBezTo>
                    <a:pt x="869" y="1"/>
                    <a:pt x="0" y="1264"/>
                    <a:pt x="470" y="1882"/>
                  </a:cubicBezTo>
                  <a:lnTo>
                    <a:pt x="1478" y="3015"/>
                  </a:lnTo>
                  <a:cubicBezTo>
                    <a:pt x="1701" y="3203"/>
                    <a:pt x="1977" y="3292"/>
                    <a:pt x="2254" y="3292"/>
                  </a:cubicBezTo>
                  <a:cubicBezTo>
                    <a:pt x="2602" y="3292"/>
                    <a:pt x="2941" y="3149"/>
                    <a:pt x="3182" y="2864"/>
                  </a:cubicBezTo>
                  <a:cubicBezTo>
                    <a:pt x="3610" y="2355"/>
                    <a:pt x="3547" y="1588"/>
                    <a:pt x="3039" y="1160"/>
                  </a:cubicBezTo>
                  <a:lnTo>
                    <a:pt x="1736" y="80"/>
                  </a:lnTo>
                  <a:cubicBezTo>
                    <a:pt x="1663" y="25"/>
                    <a:pt x="1581" y="1"/>
                    <a:pt x="1493" y="1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dk2"/>
                </a:gs>
              </a:gsLst>
              <a:lin ang="1619866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2" name="Google Shape;622;p32"/>
            <p:cNvSpPr/>
            <p:nvPr/>
          </p:nvSpPr>
          <p:spPr>
            <a:xfrm>
              <a:off x="6333293" y="3480238"/>
              <a:ext cx="90685" cy="84001"/>
            </a:xfrm>
            <a:custGeom>
              <a:rect b="b" l="l" r="r" t="t"/>
              <a:pathLst>
                <a:path extrusionOk="0" h="1571" w="1696">
                  <a:moveTo>
                    <a:pt x="866" y="0"/>
                  </a:moveTo>
                  <a:cubicBezTo>
                    <a:pt x="625" y="0"/>
                    <a:pt x="402" y="98"/>
                    <a:pt x="250" y="286"/>
                  </a:cubicBezTo>
                  <a:cubicBezTo>
                    <a:pt x="18" y="553"/>
                    <a:pt x="0" y="937"/>
                    <a:pt x="179" y="1222"/>
                  </a:cubicBezTo>
                  <a:lnTo>
                    <a:pt x="339" y="1401"/>
                  </a:lnTo>
                  <a:cubicBezTo>
                    <a:pt x="473" y="1508"/>
                    <a:pt x="651" y="1570"/>
                    <a:pt x="830" y="1570"/>
                  </a:cubicBezTo>
                  <a:cubicBezTo>
                    <a:pt x="1071" y="1570"/>
                    <a:pt x="1294" y="1463"/>
                    <a:pt x="1445" y="1285"/>
                  </a:cubicBezTo>
                  <a:cubicBezTo>
                    <a:pt x="1677" y="1008"/>
                    <a:pt x="1695" y="634"/>
                    <a:pt x="1517" y="348"/>
                  </a:cubicBezTo>
                  <a:lnTo>
                    <a:pt x="1356" y="170"/>
                  </a:lnTo>
                  <a:cubicBezTo>
                    <a:pt x="1214" y="54"/>
                    <a:pt x="1044" y="0"/>
                    <a:pt x="866" y="0"/>
                  </a:cubicBezTo>
                  <a:close/>
                </a:path>
              </a:pathLst>
            </a:custGeom>
            <a:gradFill>
              <a:gsLst>
                <a:gs pos="0">
                  <a:schemeClr val="dk1"/>
                </a:gs>
                <a:gs pos="100000">
                  <a:schemeClr val="dk2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3" name="Google Shape;623;p32"/>
            <p:cNvSpPr/>
            <p:nvPr/>
          </p:nvSpPr>
          <p:spPr>
            <a:xfrm>
              <a:off x="6233250" y="3246414"/>
              <a:ext cx="245588" cy="204309"/>
            </a:xfrm>
            <a:custGeom>
              <a:rect b="b" l="l" r="r" t="t"/>
              <a:pathLst>
                <a:path extrusionOk="0" h="3821" w="4593">
                  <a:moveTo>
                    <a:pt x="2063" y="0"/>
                  </a:moveTo>
                  <a:cubicBezTo>
                    <a:pt x="1149" y="0"/>
                    <a:pt x="1" y="1824"/>
                    <a:pt x="694" y="2330"/>
                  </a:cubicBezTo>
                  <a:lnTo>
                    <a:pt x="2139" y="3490"/>
                  </a:lnTo>
                  <a:cubicBezTo>
                    <a:pt x="2398" y="3713"/>
                    <a:pt x="2719" y="3820"/>
                    <a:pt x="3031" y="3820"/>
                  </a:cubicBezTo>
                  <a:cubicBezTo>
                    <a:pt x="3432" y="3820"/>
                    <a:pt x="3825" y="3651"/>
                    <a:pt x="4102" y="3321"/>
                  </a:cubicBezTo>
                  <a:cubicBezTo>
                    <a:pt x="4592" y="2741"/>
                    <a:pt x="4521" y="1857"/>
                    <a:pt x="3932" y="1367"/>
                  </a:cubicBezTo>
                  <a:lnTo>
                    <a:pt x="2442" y="127"/>
                  </a:lnTo>
                  <a:cubicBezTo>
                    <a:pt x="2325" y="39"/>
                    <a:pt x="2197" y="0"/>
                    <a:pt x="2063" y="0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dk2"/>
                </a:gs>
              </a:gsLst>
              <a:lin ang="1619866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4" name="Google Shape;624;p32"/>
            <p:cNvSpPr/>
            <p:nvPr/>
          </p:nvSpPr>
          <p:spPr>
            <a:xfrm>
              <a:off x="6330405" y="3318492"/>
              <a:ext cx="124104" cy="110255"/>
            </a:xfrm>
            <a:custGeom>
              <a:rect b="b" l="l" r="r" t="t"/>
              <a:pathLst>
                <a:path extrusionOk="0" h="2062" w="2321">
                  <a:moveTo>
                    <a:pt x="1107" y="1"/>
                  </a:moveTo>
                  <a:cubicBezTo>
                    <a:pt x="813" y="1"/>
                    <a:pt x="536" y="126"/>
                    <a:pt x="349" y="349"/>
                  </a:cubicBezTo>
                  <a:cubicBezTo>
                    <a:pt x="1" y="768"/>
                    <a:pt x="54" y="1393"/>
                    <a:pt x="465" y="1741"/>
                  </a:cubicBezTo>
                  <a:lnTo>
                    <a:pt x="518" y="1776"/>
                  </a:lnTo>
                  <a:lnTo>
                    <a:pt x="581" y="1830"/>
                  </a:lnTo>
                  <a:cubicBezTo>
                    <a:pt x="759" y="1981"/>
                    <a:pt x="991" y="2062"/>
                    <a:pt x="1214" y="2062"/>
                  </a:cubicBezTo>
                  <a:cubicBezTo>
                    <a:pt x="1508" y="2062"/>
                    <a:pt x="1785" y="1937"/>
                    <a:pt x="1972" y="1714"/>
                  </a:cubicBezTo>
                  <a:cubicBezTo>
                    <a:pt x="2320" y="1303"/>
                    <a:pt x="2267" y="679"/>
                    <a:pt x="1856" y="331"/>
                  </a:cubicBezTo>
                  <a:lnTo>
                    <a:pt x="1803" y="286"/>
                  </a:lnTo>
                  <a:lnTo>
                    <a:pt x="1740" y="242"/>
                  </a:lnTo>
                  <a:cubicBezTo>
                    <a:pt x="1562" y="81"/>
                    <a:pt x="1330" y="1"/>
                    <a:pt x="1107" y="1"/>
                  </a:cubicBezTo>
                  <a:close/>
                </a:path>
              </a:pathLst>
            </a:custGeom>
            <a:gradFill>
              <a:gsLst>
                <a:gs pos="0">
                  <a:schemeClr val="dk1"/>
                </a:gs>
                <a:gs pos="100000">
                  <a:schemeClr val="dk2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5" name="Google Shape;625;p32"/>
            <p:cNvSpPr/>
            <p:nvPr/>
          </p:nvSpPr>
          <p:spPr>
            <a:xfrm>
              <a:off x="6209296" y="3027241"/>
              <a:ext cx="324830" cy="262217"/>
            </a:xfrm>
            <a:custGeom>
              <a:rect b="b" l="l" r="r" t="t"/>
              <a:pathLst>
                <a:path extrusionOk="0" h="4904" w="6075">
                  <a:moveTo>
                    <a:pt x="2740" y="1"/>
                  </a:moveTo>
                  <a:cubicBezTo>
                    <a:pt x="1563" y="1"/>
                    <a:pt x="0" y="2056"/>
                    <a:pt x="856" y="2665"/>
                  </a:cubicBezTo>
                  <a:lnTo>
                    <a:pt x="3024" y="4493"/>
                  </a:lnTo>
                  <a:cubicBezTo>
                    <a:pt x="3354" y="4770"/>
                    <a:pt x="3747" y="4904"/>
                    <a:pt x="4139" y="4904"/>
                  </a:cubicBezTo>
                  <a:cubicBezTo>
                    <a:pt x="4630" y="4904"/>
                    <a:pt x="5120" y="4690"/>
                    <a:pt x="5459" y="4288"/>
                  </a:cubicBezTo>
                  <a:cubicBezTo>
                    <a:pt x="6075" y="3557"/>
                    <a:pt x="5986" y="2468"/>
                    <a:pt x="5254" y="1853"/>
                  </a:cubicBezTo>
                  <a:lnTo>
                    <a:pt x="3256" y="167"/>
                  </a:lnTo>
                  <a:cubicBezTo>
                    <a:pt x="3101" y="52"/>
                    <a:pt x="2925" y="1"/>
                    <a:pt x="2740" y="1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dk2"/>
                </a:gs>
              </a:gsLst>
              <a:lin ang="1619866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6" name="Google Shape;626;p32"/>
            <p:cNvSpPr/>
            <p:nvPr/>
          </p:nvSpPr>
          <p:spPr>
            <a:xfrm>
              <a:off x="6341848" y="3117712"/>
              <a:ext cx="167040" cy="149823"/>
            </a:xfrm>
            <a:custGeom>
              <a:rect b="b" l="l" r="r" t="t"/>
              <a:pathLst>
                <a:path extrusionOk="0" h="2802" w="3124">
                  <a:moveTo>
                    <a:pt x="1464" y="0"/>
                  </a:moveTo>
                  <a:cubicBezTo>
                    <a:pt x="1071" y="0"/>
                    <a:pt x="706" y="170"/>
                    <a:pt x="447" y="473"/>
                  </a:cubicBezTo>
                  <a:cubicBezTo>
                    <a:pt x="1" y="999"/>
                    <a:pt x="45" y="1793"/>
                    <a:pt x="545" y="2266"/>
                  </a:cubicBezTo>
                  <a:lnTo>
                    <a:pt x="813" y="2489"/>
                  </a:lnTo>
                  <a:cubicBezTo>
                    <a:pt x="1045" y="2694"/>
                    <a:pt x="1348" y="2801"/>
                    <a:pt x="1660" y="2801"/>
                  </a:cubicBezTo>
                  <a:cubicBezTo>
                    <a:pt x="2053" y="2801"/>
                    <a:pt x="2418" y="2632"/>
                    <a:pt x="2668" y="2338"/>
                  </a:cubicBezTo>
                  <a:cubicBezTo>
                    <a:pt x="3123" y="1802"/>
                    <a:pt x="3070" y="1008"/>
                    <a:pt x="2579" y="536"/>
                  </a:cubicBezTo>
                  <a:lnTo>
                    <a:pt x="2311" y="312"/>
                  </a:lnTo>
                  <a:cubicBezTo>
                    <a:pt x="2071" y="107"/>
                    <a:pt x="1776" y="0"/>
                    <a:pt x="1464" y="0"/>
                  </a:cubicBezTo>
                  <a:close/>
                </a:path>
              </a:pathLst>
            </a:custGeom>
            <a:gradFill>
              <a:gsLst>
                <a:gs pos="0">
                  <a:schemeClr val="dk1"/>
                </a:gs>
                <a:gs pos="100000">
                  <a:schemeClr val="dk2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27" name="Google Shape;627;p32"/>
          <p:cNvGrpSpPr/>
          <p:nvPr/>
        </p:nvGrpSpPr>
        <p:grpSpPr>
          <a:xfrm>
            <a:off x="1407103" y="2300572"/>
            <a:ext cx="1614121" cy="2207639"/>
            <a:chOff x="1343528" y="2359747"/>
            <a:chExt cx="1614121" cy="2207639"/>
          </a:xfrm>
        </p:grpSpPr>
        <p:sp>
          <p:nvSpPr>
            <p:cNvPr id="628" name="Google Shape;628;p32"/>
            <p:cNvSpPr/>
            <p:nvPr/>
          </p:nvSpPr>
          <p:spPr>
            <a:xfrm>
              <a:off x="1549658" y="2359747"/>
              <a:ext cx="1407991" cy="1408176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rgbClr val="E7ECFF">
                    <a:alpha val="50196"/>
                  </a:srgbClr>
                </a:gs>
                <a:gs pos="69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9" name="Google Shape;629;p32"/>
            <p:cNvSpPr/>
            <p:nvPr/>
          </p:nvSpPr>
          <p:spPr>
            <a:xfrm>
              <a:off x="1944562" y="2761605"/>
              <a:ext cx="618185" cy="618253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rgbClr val="FFFFFF">
                    <a:alpha val="50196"/>
                  </a:srgbClr>
                </a:gs>
                <a:gs pos="6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630" name="Google Shape;630;p32"/>
            <p:cNvGrpSpPr/>
            <p:nvPr/>
          </p:nvGrpSpPr>
          <p:grpSpPr>
            <a:xfrm>
              <a:off x="1343528" y="3027556"/>
              <a:ext cx="1198797" cy="1539829"/>
              <a:chOff x="1343528" y="3027556"/>
              <a:chExt cx="1198797" cy="1539829"/>
            </a:xfrm>
          </p:grpSpPr>
          <p:sp>
            <p:nvSpPr>
              <p:cNvPr id="631" name="Google Shape;631;p32"/>
              <p:cNvSpPr/>
              <p:nvPr/>
            </p:nvSpPr>
            <p:spPr>
              <a:xfrm>
                <a:off x="1343528" y="3027556"/>
                <a:ext cx="1198797" cy="1539829"/>
              </a:xfrm>
              <a:custGeom>
                <a:rect b="b" l="l" r="r" t="t"/>
                <a:pathLst>
                  <a:path extrusionOk="0" h="28798" w="22420">
                    <a:moveTo>
                      <a:pt x="16821" y="1"/>
                    </a:moveTo>
                    <a:cubicBezTo>
                      <a:pt x="16741" y="1"/>
                      <a:pt x="16692" y="9"/>
                      <a:pt x="16692" y="9"/>
                    </a:cubicBezTo>
                    <a:cubicBezTo>
                      <a:pt x="16692" y="9"/>
                      <a:pt x="16685" y="8"/>
                      <a:pt x="16671" y="8"/>
                    </a:cubicBezTo>
                    <a:cubicBezTo>
                      <a:pt x="16502" y="8"/>
                      <a:pt x="15306" y="207"/>
                      <a:pt x="14363" y="5674"/>
                    </a:cubicBezTo>
                    <a:cubicBezTo>
                      <a:pt x="14363" y="5674"/>
                      <a:pt x="13891" y="6682"/>
                      <a:pt x="13534" y="7869"/>
                    </a:cubicBezTo>
                    <a:lnTo>
                      <a:pt x="12401" y="11000"/>
                    </a:lnTo>
                    <a:cubicBezTo>
                      <a:pt x="12401" y="11000"/>
                      <a:pt x="11877" y="9912"/>
                      <a:pt x="10868" y="9912"/>
                    </a:cubicBezTo>
                    <a:cubicBezTo>
                      <a:pt x="10398" y="9912"/>
                      <a:pt x="9822" y="10148"/>
                      <a:pt x="9145" y="10839"/>
                    </a:cubicBezTo>
                    <a:lnTo>
                      <a:pt x="7334" y="12802"/>
                    </a:lnTo>
                    <a:lnTo>
                      <a:pt x="5121" y="13052"/>
                    </a:lnTo>
                    <a:cubicBezTo>
                      <a:pt x="5121" y="13052"/>
                      <a:pt x="4060" y="13168"/>
                      <a:pt x="3854" y="14158"/>
                    </a:cubicBezTo>
                    <a:lnTo>
                      <a:pt x="2909" y="14399"/>
                    </a:lnTo>
                    <a:cubicBezTo>
                      <a:pt x="2909" y="14399"/>
                      <a:pt x="1187" y="14854"/>
                      <a:pt x="1348" y="17352"/>
                    </a:cubicBezTo>
                    <a:cubicBezTo>
                      <a:pt x="1348" y="17352"/>
                      <a:pt x="777" y="28592"/>
                      <a:pt x="0" y="28797"/>
                    </a:cubicBezTo>
                    <a:lnTo>
                      <a:pt x="13195" y="28797"/>
                    </a:lnTo>
                    <a:cubicBezTo>
                      <a:pt x="16986" y="25880"/>
                      <a:pt x="17976" y="23668"/>
                      <a:pt x="17976" y="23668"/>
                    </a:cubicBezTo>
                    <a:cubicBezTo>
                      <a:pt x="18369" y="22321"/>
                      <a:pt x="19065" y="20768"/>
                      <a:pt x="19065" y="20768"/>
                    </a:cubicBezTo>
                    <a:cubicBezTo>
                      <a:pt x="20153" y="18922"/>
                      <a:pt x="20385" y="17441"/>
                      <a:pt x="20385" y="17441"/>
                    </a:cubicBezTo>
                    <a:cubicBezTo>
                      <a:pt x="20385" y="16718"/>
                      <a:pt x="20778" y="15960"/>
                      <a:pt x="20778" y="15960"/>
                    </a:cubicBezTo>
                    <a:cubicBezTo>
                      <a:pt x="22419" y="13632"/>
                      <a:pt x="21473" y="13061"/>
                      <a:pt x="21473" y="13061"/>
                    </a:cubicBezTo>
                    <a:cubicBezTo>
                      <a:pt x="21145" y="12848"/>
                      <a:pt x="20828" y="12755"/>
                      <a:pt x="20523" y="12755"/>
                    </a:cubicBezTo>
                    <a:cubicBezTo>
                      <a:pt x="18470" y="12755"/>
                      <a:pt x="17022" y="16977"/>
                      <a:pt x="17022" y="16977"/>
                    </a:cubicBezTo>
                    <a:cubicBezTo>
                      <a:pt x="16727" y="17905"/>
                      <a:pt x="15407" y="19448"/>
                      <a:pt x="15407" y="19448"/>
                    </a:cubicBezTo>
                    <a:cubicBezTo>
                      <a:pt x="15273" y="18431"/>
                      <a:pt x="15247" y="15755"/>
                      <a:pt x="15247" y="15755"/>
                    </a:cubicBezTo>
                    <a:cubicBezTo>
                      <a:pt x="15541" y="14970"/>
                      <a:pt x="15541" y="13284"/>
                      <a:pt x="15541" y="13284"/>
                    </a:cubicBezTo>
                    <a:cubicBezTo>
                      <a:pt x="15702" y="12035"/>
                      <a:pt x="16692" y="8243"/>
                      <a:pt x="16692" y="8243"/>
                    </a:cubicBezTo>
                    <a:lnTo>
                      <a:pt x="17780" y="4256"/>
                    </a:lnTo>
                    <a:cubicBezTo>
                      <a:pt x="18792" y="292"/>
                      <a:pt x="17287" y="1"/>
                      <a:pt x="16821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1"/>
                  </a:gs>
                  <a:gs pos="100000">
                    <a:schemeClr val="dk2"/>
                  </a:gs>
                </a:gsLst>
                <a:lin ang="1619866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32" name="Google Shape;632;p32"/>
              <p:cNvSpPr/>
              <p:nvPr/>
            </p:nvSpPr>
            <p:spPr>
              <a:xfrm>
                <a:off x="1940734" y="3597119"/>
                <a:ext cx="65875" cy="88279"/>
              </a:xfrm>
              <a:custGeom>
                <a:rect b="b" l="l" r="r" t="t"/>
                <a:pathLst>
                  <a:path extrusionOk="0" h="1651" w="1232">
                    <a:moveTo>
                      <a:pt x="1" y="1650"/>
                    </a:moveTo>
                    <a:cubicBezTo>
                      <a:pt x="759" y="1650"/>
                      <a:pt x="1232" y="348"/>
                      <a:pt x="1232" y="348"/>
                    </a:cubicBezTo>
                    <a:cubicBezTo>
                      <a:pt x="1232" y="348"/>
                      <a:pt x="1160" y="196"/>
                      <a:pt x="1009" y="0"/>
                    </a:cubicBezTo>
                    <a:cubicBezTo>
                      <a:pt x="634" y="1124"/>
                      <a:pt x="1" y="1650"/>
                      <a:pt x="1" y="165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100000">
                    <a:srgbClr val="4B6EF8">
                      <a:alpha val="70196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33" name="Google Shape;633;p32"/>
              <p:cNvSpPr/>
              <p:nvPr/>
            </p:nvSpPr>
            <p:spPr>
              <a:xfrm>
                <a:off x="1663118" y="3712079"/>
                <a:ext cx="72559" cy="102609"/>
              </a:xfrm>
              <a:custGeom>
                <a:rect b="b" l="l" r="r" t="t"/>
                <a:pathLst>
                  <a:path extrusionOk="0" h="1919" w="1357">
                    <a:moveTo>
                      <a:pt x="491" y="1918"/>
                    </a:moveTo>
                    <a:cubicBezTo>
                      <a:pt x="411" y="865"/>
                      <a:pt x="1357" y="0"/>
                      <a:pt x="1357" y="0"/>
                    </a:cubicBezTo>
                    <a:lnTo>
                      <a:pt x="741" y="71"/>
                    </a:lnTo>
                    <a:cubicBezTo>
                      <a:pt x="1" y="1213"/>
                      <a:pt x="491" y="1918"/>
                      <a:pt x="491" y="1918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100000">
                    <a:srgbClr val="4B6EF8">
                      <a:alpha val="70196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34" name="Google Shape;634;p32"/>
              <p:cNvSpPr/>
              <p:nvPr/>
            </p:nvSpPr>
            <p:spPr>
              <a:xfrm>
                <a:off x="1516663" y="3784585"/>
                <a:ext cx="32991" cy="87317"/>
              </a:xfrm>
              <a:custGeom>
                <a:rect b="b" l="l" r="r" t="t"/>
                <a:pathLst>
                  <a:path extrusionOk="0" h="1633" w="617">
                    <a:moveTo>
                      <a:pt x="188" y="107"/>
                    </a:moveTo>
                    <a:cubicBezTo>
                      <a:pt x="1" y="723"/>
                      <a:pt x="581" y="1633"/>
                      <a:pt x="581" y="1633"/>
                    </a:cubicBezTo>
                    <a:cubicBezTo>
                      <a:pt x="447" y="1195"/>
                      <a:pt x="616" y="0"/>
                      <a:pt x="616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100000">
                    <a:srgbClr val="4B6EF8">
                      <a:alpha val="70196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35" name="Google Shape;635;p32"/>
              <p:cNvSpPr/>
              <p:nvPr/>
            </p:nvSpPr>
            <p:spPr>
              <a:xfrm>
                <a:off x="1867266" y="4350778"/>
                <a:ext cx="263874" cy="216607"/>
              </a:xfrm>
              <a:custGeom>
                <a:rect b="b" l="l" r="r" t="t"/>
                <a:pathLst>
                  <a:path extrusionOk="0" h="4051" w="4935">
                    <a:moveTo>
                      <a:pt x="1" y="4050"/>
                    </a:moveTo>
                    <a:lnTo>
                      <a:pt x="777" y="4050"/>
                    </a:lnTo>
                    <a:cubicBezTo>
                      <a:pt x="1410" y="3149"/>
                      <a:pt x="2650" y="1704"/>
                      <a:pt x="4934" y="0"/>
                    </a:cubicBezTo>
                    <a:cubicBezTo>
                      <a:pt x="4934" y="0"/>
                      <a:pt x="1910" y="1303"/>
                      <a:pt x="1" y="405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100000">
                    <a:srgbClr val="4B6EF8">
                      <a:alpha val="70196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36" name="Google Shape;636;p32"/>
              <p:cNvSpPr/>
              <p:nvPr/>
            </p:nvSpPr>
            <p:spPr>
              <a:xfrm>
                <a:off x="1747066" y="3876125"/>
                <a:ext cx="247138" cy="536678"/>
              </a:xfrm>
              <a:custGeom>
                <a:rect b="b" l="l" r="r" t="t"/>
                <a:pathLst>
                  <a:path extrusionOk="0" h="10037" w="4622">
                    <a:moveTo>
                      <a:pt x="4622" y="1"/>
                    </a:moveTo>
                    <a:cubicBezTo>
                      <a:pt x="4622" y="1"/>
                      <a:pt x="2186" y="5942"/>
                      <a:pt x="1" y="10037"/>
                    </a:cubicBezTo>
                    <a:cubicBezTo>
                      <a:pt x="1" y="10037"/>
                      <a:pt x="2597" y="7307"/>
                      <a:pt x="4622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100000">
                    <a:srgbClr val="4B6EF8">
                      <a:alpha val="70196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37" name="Google Shape;637;p32"/>
              <p:cNvSpPr/>
              <p:nvPr/>
            </p:nvSpPr>
            <p:spPr>
              <a:xfrm>
                <a:off x="1629753" y="3857999"/>
                <a:ext cx="108330" cy="457543"/>
              </a:xfrm>
              <a:custGeom>
                <a:rect b="b" l="l" r="r" t="t"/>
                <a:pathLst>
                  <a:path extrusionOk="0" h="8557" w="2026">
                    <a:moveTo>
                      <a:pt x="1981" y="1"/>
                    </a:moveTo>
                    <a:cubicBezTo>
                      <a:pt x="1981" y="1"/>
                      <a:pt x="1160" y="5621"/>
                      <a:pt x="0" y="8556"/>
                    </a:cubicBezTo>
                    <a:cubicBezTo>
                      <a:pt x="0" y="8556"/>
                      <a:pt x="2025" y="5621"/>
                      <a:pt x="1981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100000">
                    <a:srgbClr val="4B6EF8">
                      <a:alpha val="70196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38" name="Google Shape;638;p32"/>
              <p:cNvSpPr/>
              <p:nvPr/>
            </p:nvSpPr>
            <p:spPr>
              <a:xfrm>
                <a:off x="2184985" y="3040443"/>
                <a:ext cx="106405" cy="120254"/>
              </a:xfrm>
              <a:custGeom>
                <a:rect b="b" l="l" r="r" t="t"/>
                <a:pathLst>
                  <a:path extrusionOk="0" h="2249" w="1990">
                    <a:moveTo>
                      <a:pt x="785" y="2248"/>
                    </a:moveTo>
                    <a:cubicBezTo>
                      <a:pt x="1517" y="2231"/>
                      <a:pt x="1847" y="1374"/>
                      <a:pt x="1990" y="723"/>
                    </a:cubicBezTo>
                    <a:cubicBezTo>
                      <a:pt x="1936" y="571"/>
                      <a:pt x="1865" y="446"/>
                      <a:pt x="1793" y="357"/>
                    </a:cubicBezTo>
                    <a:cubicBezTo>
                      <a:pt x="1561" y="54"/>
                      <a:pt x="1249" y="0"/>
                      <a:pt x="1080" y="0"/>
                    </a:cubicBezTo>
                    <a:cubicBezTo>
                      <a:pt x="1026" y="0"/>
                      <a:pt x="999" y="9"/>
                      <a:pt x="999" y="9"/>
                    </a:cubicBezTo>
                    <a:lnTo>
                      <a:pt x="937" y="18"/>
                    </a:lnTo>
                    <a:lnTo>
                      <a:pt x="928" y="9"/>
                    </a:lnTo>
                    <a:cubicBezTo>
                      <a:pt x="866" y="27"/>
                      <a:pt x="589" y="116"/>
                      <a:pt x="214" y="785"/>
                    </a:cubicBezTo>
                    <a:cubicBezTo>
                      <a:pt x="0" y="2248"/>
                      <a:pt x="785" y="2248"/>
                      <a:pt x="785" y="2248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100000">
                    <a:schemeClr val="dk2"/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39" name="Google Shape;639;p32"/>
              <p:cNvSpPr/>
              <p:nvPr/>
            </p:nvSpPr>
            <p:spPr>
              <a:xfrm>
                <a:off x="2386246" y="3705396"/>
                <a:ext cx="120254" cy="162709"/>
              </a:xfrm>
              <a:custGeom>
                <a:rect b="b" l="l" r="r" t="t"/>
                <a:pathLst>
                  <a:path extrusionOk="0" h="3043" w="2249">
                    <a:moveTo>
                      <a:pt x="1437" y="3042"/>
                    </a:moveTo>
                    <a:cubicBezTo>
                      <a:pt x="2088" y="2070"/>
                      <a:pt x="2249" y="1427"/>
                      <a:pt x="2240" y="1017"/>
                    </a:cubicBezTo>
                    <a:cubicBezTo>
                      <a:pt x="1830" y="0"/>
                      <a:pt x="581" y="660"/>
                      <a:pt x="581" y="660"/>
                    </a:cubicBezTo>
                    <a:cubicBezTo>
                      <a:pt x="1" y="1945"/>
                      <a:pt x="581" y="2257"/>
                      <a:pt x="581" y="2257"/>
                    </a:cubicBezTo>
                    <a:cubicBezTo>
                      <a:pt x="982" y="2453"/>
                      <a:pt x="1277" y="2810"/>
                      <a:pt x="1437" y="3042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100000">
                    <a:schemeClr val="dk2"/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AI App Pitch Deck Blue Variant by Slidesgo">
  <a:themeElements>
    <a:clrScheme name="Simple Light">
      <a:dk1>
        <a:srgbClr val="FFFFFF"/>
      </a:dk1>
      <a:lt1>
        <a:srgbClr val="191D30"/>
      </a:lt1>
      <a:dk2>
        <a:srgbClr val="B5C4FC"/>
      </a:dk2>
      <a:lt2>
        <a:srgbClr val="4B6EF8"/>
      </a:lt2>
      <a:accent1>
        <a:srgbClr val="131E4B"/>
      </a:accent1>
      <a:accent2>
        <a:srgbClr val="3327CF"/>
      </a:accent2>
      <a:accent3>
        <a:srgbClr val="68CAFB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